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3.xml" ContentType="application/vnd.openxmlformats-officedocument.theme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ags/tag295.xml" ContentType="application/vnd.openxmlformats-officedocument.presentationml.tags+xml"/>
  <Override PartName="/ppt/comments/modernComment_7FFFCF63_DB111F08.xml" ContentType="application/vnd.ms-powerpoint.comment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omments/modernComment_7FFFCF3C_49F4AEE6.xml" ContentType="application/vnd.ms-powerpoint.comment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modernComment_7FFFCF7D_E3902823.xml" ContentType="application/vnd.ms-powerpoint.comment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comments/modernComment_7FFFCF85_18728838.xml" ContentType="application/vnd.ms-powerpoint.comments+xml"/>
  <Override PartName="/ppt/comments/modernComment_7FFFCF76_5611D004.xml" ContentType="application/vnd.ms-powerpoint.comments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80" r:id="rId5"/>
    <p:sldMasterId id="2147483693" r:id="rId6"/>
  </p:sldMasterIdLst>
  <p:notesMasterIdLst>
    <p:notesMasterId r:id="rId57"/>
  </p:notesMasterIdLst>
  <p:sldIdLst>
    <p:sldId id="298" r:id="rId7"/>
    <p:sldId id="2147471130" r:id="rId8"/>
    <p:sldId id="2147471204" r:id="rId9"/>
    <p:sldId id="2147471203" r:id="rId10"/>
    <p:sldId id="2147471164" r:id="rId11"/>
    <p:sldId id="2147471214" r:id="rId12"/>
    <p:sldId id="2147471193" r:id="rId13"/>
    <p:sldId id="2147471192" r:id="rId14"/>
    <p:sldId id="2147471191" r:id="rId15"/>
    <p:sldId id="2147471215" r:id="rId16"/>
    <p:sldId id="2147471216" r:id="rId17"/>
    <p:sldId id="2147471198" r:id="rId18"/>
    <p:sldId id="2147471219" r:id="rId19"/>
    <p:sldId id="2147471229" r:id="rId20"/>
    <p:sldId id="2147471190" r:id="rId21"/>
    <p:sldId id="2147471213" r:id="rId22"/>
    <p:sldId id="2147471208" r:id="rId23"/>
    <p:sldId id="2147471211" r:id="rId24"/>
    <p:sldId id="2147471209" r:id="rId25"/>
    <p:sldId id="2147471210" r:id="rId26"/>
    <p:sldId id="2147471205" r:id="rId27"/>
    <p:sldId id="2147471206" r:id="rId28"/>
    <p:sldId id="2147471207" r:id="rId29"/>
    <p:sldId id="2147471194" r:id="rId30"/>
    <p:sldId id="2147471195" r:id="rId31"/>
    <p:sldId id="2147471217" r:id="rId32"/>
    <p:sldId id="2147471221" r:id="rId33"/>
    <p:sldId id="2147471237" r:id="rId34"/>
    <p:sldId id="2147471222" r:id="rId35"/>
    <p:sldId id="2147471223" r:id="rId36"/>
    <p:sldId id="2147471224" r:id="rId37"/>
    <p:sldId id="2147471225" r:id="rId38"/>
    <p:sldId id="2147471226" r:id="rId39"/>
    <p:sldId id="2147471228" r:id="rId40"/>
    <p:sldId id="2147471230" r:id="rId41"/>
    <p:sldId id="2147471231" r:id="rId42"/>
    <p:sldId id="2147471239" r:id="rId43"/>
    <p:sldId id="2147471182" r:id="rId44"/>
    <p:sldId id="2147471186" r:id="rId45"/>
    <p:sldId id="2147471181" r:id="rId46"/>
    <p:sldId id="2147471187" r:id="rId47"/>
    <p:sldId id="2147471183" r:id="rId48"/>
    <p:sldId id="2147471184" r:id="rId49"/>
    <p:sldId id="2147470554" r:id="rId50"/>
    <p:sldId id="2147471159" r:id="rId51"/>
    <p:sldId id="2147471238" r:id="rId52"/>
    <p:sldId id="2147471235" r:id="rId53"/>
    <p:sldId id="2147471234" r:id="rId54"/>
    <p:sldId id="2147471236" r:id="rId55"/>
    <p:sldId id="2147471233" r:id="rId5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9B2912F-2238-4005-223D-BC42E023142E}" name="Ritesh Kumar" initials="RK" userId="S::ritesh.kumar@fs-students.de::7edd467b-0259-4175-b217-dced0d6e2d58" providerId="AD"/>
  <p188:author id="{84EDFB4D-40EA-956B-46C0-092B3AE9FC1F}" name="Chang Liu" initials="" userId="S::chang.liu1@fs-students.de::c9b38d7b-78f3-4370-909c-71431724c8ad" providerId="AD"/>
  <p188:author id="{F79FC755-7185-C716-97E7-4FDBA4F28256}" name="Mujtaba Ali Bhutto" initials="MB" userId="S::mujtaba_ali.bhutto@fs-students.de::1ddd518f-3c3c-43fd-b2cd-4bea84d6cb42" providerId="AD"/>
  <p188:author id="{A7F935A5-CEDE-2815-58A1-D52B3AE049A3}" name="Shangrun Jiang" initials="JS" userId="S::shangrun.jiang@fs-students.de::84dfed77-3654-4018-8e39-9258a7843cf5" providerId="AD"/>
  <p188:author id="{D9BA57C4-379A-6231-776A-683B00912441}" name="Abdul Malik" initials="" userId="S::abdul.malik@fs-students.de::8fc5dbfa-4b30-4be0-9d84-3d5d0e6f9139" providerId="AD"/>
  <p188:author id="{177BC6E9-A217-1282-E945-6C1F1532724F}" name="Ying Liu" initials="YL" userId="S::ying.liu@fs-students.de::74dceb18-539c-4b02-8e07-7c7ff25fe8b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1F32"/>
    <a:srgbClr val="D3E4F3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AF214F-4C96-4B6B-80FB-0FC1ABD7D9C8}" v="3344" dt="2025-09-26T07:05:29.7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–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D083AE6-46FA-4A59-8FB0-9F97EB10719F}" styleName="Light Style 3 –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63" Type="http://schemas.microsoft.com/office/2015/10/relationships/revisionInfo" Target="revisionInfo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61" Type="http://schemas.openxmlformats.org/officeDocument/2006/relationships/tableStyles" Target="tableStyles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microsoft.com/office/2018/10/relationships/authors" Target="authors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viewProps" Target="viewProps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jtaba Ali Bhutto" userId="S::mujtaba_ali.bhutto@fs-students.de::1ddd518f-3c3c-43fd-b2cd-4bea84d6cb42" providerId="AD" clId="Web-{DEB80DBD-D009-DB6F-9AB6-2E378B2A44B7}"/>
    <pc:docChg chg="delSld modSld">
      <pc:chgData name="Mujtaba Ali Bhutto" userId="S::mujtaba_ali.bhutto@fs-students.de::1ddd518f-3c3c-43fd-b2cd-4bea84d6cb42" providerId="AD" clId="Web-{DEB80DBD-D009-DB6F-9AB6-2E378B2A44B7}" dt="2025-09-25T22:39:42.256" v="17"/>
      <pc:docMkLst>
        <pc:docMk/>
      </pc:docMkLst>
      <pc:sldChg chg="modSp">
        <pc:chgData name="Mujtaba Ali Bhutto" userId="S::mujtaba_ali.bhutto@fs-students.de::1ddd518f-3c3c-43fd-b2cd-4bea84d6cb42" providerId="AD" clId="Web-{DEB80DBD-D009-DB6F-9AB6-2E378B2A44B7}" dt="2025-09-25T22:33:37.838" v="15" actId="20577"/>
        <pc:sldMkLst>
          <pc:docMk/>
          <pc:sldMk cId="3922965850" sldId="2147471130"/>
        </pc:sldMkLst>
        <pc:spChg chg="mod">
          <ac:chgData name="Mujtaba Ali Bhutto" userId="S::mujtaba_ali.bhutto@fs-students.de::1ddd518f-3c3c-43fd-b2cd-4bea84d6cb42" providerId="AD" clId="Web-{DEB80DBD-D009-DB6F-9AB6-2E378B2A44B7}" dt="2025-09-25T22:32:07.587" v="8" actId="20577"/>
          <ac:spMkLst>
            <pc:docMk/>
            <pc:sldMk cId="3922965850" sldId="2147471130"/>
            <ac:spMk id="40" creationId="{CF9D86FD-98B9-4020-FA87-8859A63D06C4}"/>
          </ac:spMkLst>
        </pc:spChg>
        <pc:spChg chg="mod">
          <ac:chgData name="Mujtaba Ali Bhutto" userId="S::mujtaba_ali.bhutto@fs-students.de::1ddd518f-3c3c-43fd-b2cd-4bea84d6cb42" providerId="AD" clId="Web-{DEB80DBD-D009-DB6F-9AB6-2E378B2A44B7}" dt="2025-09-25T22:33:37.838" v="15" actId="20577"/>
          <ac:spMkLst>
            <pc:docMk/>
            <pc:sldMk cId="3922965850" sldId="2147471130"/>
            <ac:spMk id="47" creationId="{ACB7A6FC-E790-8DCE-67E2-F403179BE2FB}"/>
          </ac:spMkLst>
        </pc:spChg>
      </pc:sldChg>
      <pc:sldChg chg="del">
        <pc:chgData name="Mujtaba Ali Bhutto" userId="S::mujtaba_ali.bhutto@fs-students.de::1ddd518f-3c3c-43fd-b2cd-4bea84d6cb42" providerId="AD" clId="Web-{DEB80DBD-D009-DB6F-9AB6-2E378B2A44B7}" dt="2025-09-25T22:39:42.256" v="17"/>
        <pc:sldMkLst>
          <pc:docMk/>
          <pc:sldMk cId="2760874305" sldId="2147471199"/>
        </pc:sldMkLst>
      </pc:sldChg>
      <pc:sldChg chg="del">
        <pc:chgData name="Mujtaba Ali Bhutto" userId="S::mujtaba_ali.bhutto@fs-students.de::1ddd518f-3c3c-43fd-b2cd-4bea84d6cb42" providerId="AD" clId="Web-{DEB80DBD-D009-DB6F-9AB6-2E378B2A44B7}" dt="2025-09-25T22:39:34.662" v="16"/>
        <pc:sldMkLst>
          <pc:docMk/>
          <pc:sldMk cId="2078241759" sldId="2147471202"/>
        </pc:sldMkLst>
      </pc:sldChg>
    </pc:docChg>
  </pc:docChgLst>
  <pc:docChgLst>
    <pc:chgData name="Ying Liu" userId="74dceb18-539c-4b02-8e07-7c7ff25fe8b4" providerId="ADAL" clId="{9CAF19CA-C25B-4E8A-86B8-8D579367B286}"/>
    <pc:docChg chg="undo custSel addSld delSld modSld sldOrd">
      <pc:chgData name="Ying Liu" userId="74dceb18-539c-4b02-8e07-7c7ff25fe8b4" providerId="ADAL" clId="{9CAF19CA-C25B-4E8A-86B8-8D579367B286}" dt="2025-09-26T01:03:21.903" v="3112" actId="1076"/>
      <pc:docMkLst>
        <pc:docMk/>
      </pc:docMkLst>
      <pc:sldChg chg="modSp mod">
        <pc:chgData name="Ying Liu" userId="74dceb18-539c-4b02-8e07-7c7ff25fe8b4" providerId="ADAL" clId="{9CAF19CA-C25B-4E8A-86B8-8D579367B286}" dt="2025-09-25T15:32:56.773" v="21" actId="20577"/>
        <pc:sldMkLst>
          <pc:docMk/>
          <pc:sldMk cId="2254330652" sldId="2147471166"/>
        </pc:sldMkLst>
      </pc:sldChg>
      <pc:sldChg chg="modSp mod">
        <pc:chgData name="Ying Liu" userId="74dceb18-539c-4b02-8e07-7c7ff25fe8b4" providerId="ADAL" clId="{9CAF19CA-C25B-4E8A-86B8-8D579367B286}" dt="2025-09-25T20:13:08.316" v="1232" actId="20577"/>
        <pc:sldMkLst>
          <pc:docMk/>
          <pc:sldMk cId="3817334071" sldId="2147471168"/>
        </pc:sldMkLst>
      </pc:sldChg>
      <pc:sldChg chg="delSp modSp add mod">
        <pc:chgData name="Ying Liu" userId="74dceb18-539c-4b02-8e07-7c7ff25fe8b4" providerId="ADAL" clId="{9CAF19CA-C25B-4E8A-86B8-8D579367B286}" dt="2025-09-25T15:27:14.428" v="2" actId="20577"/>
        <pc:sldMkLst>
          <pc:docMk/>
          <pc:sldMk cId="2716301034" sldId="2147471186"/>
        </pc:sldMkLst>
      </pc:sldChg>
      <pc:sldChg chg="add del">
        <pc:chgData name="Ying Liu" userId="74dceb18-539c-4b02-8e07-7c7ff25fe8b4" providerId="ADAL" clId="{9CAF19CA-C25B-4E8A-86B8-8D579367B286}" dt="2025-09-25T15:27:17.765" v="4"/>
        <pc:sldMkLst>
          <pc:docMk/>
          <pc:sldMk cId="2024288869" sldId="2147471187"/>
        </pc:sldMkLst>
      </pc:sldChg>
      <pc:sldChg chg="add">
        <pc:chgData name="Ying Liu" userId="74dceb18-539c-4b02-8e07-7c7ff25fe8b4" providerId="ADAL" clId="{9CAF19CA-C25B-4E8A-86B8-8D579367B286}" dt="2025-09-25T15:27:21.833" v="5"/>
        <pc:sldMkLst>
          <pc:docMk/>
          <pc:sldMk cId="4022434021" sldId="2147471187"/>
        </pc:sldMkLst>
      </pc:sldChg>
      <pc:sldChg chg="addSp delSp modSp add mod">
        <pc:chgData name="Ying Liu" userId="74dceb18-539c-4b02-8e07-7c7ff25fe8b4" providerId="ADAL" clId="{9CAF19CA-C25B-4E8A-86B8-8D579367B286}" dt="2025-09-25T15:40:38.952" v="26" actId="1076"/>
        <pc:sldMkLst>
          <pc:docMk/>
          <pc:sldMk cId="3135638061" sldId="2147471188"/>
        </pc:sldMkLst>
      </pc:sldChg>
      <pc:sldChg chg="add del">
        <pc:chgData name="Ying Liu" userId="74dceb18-539c-4b02-8e07-7c7ff25fe8b4" providerId="ADAL" clId="{9CAF19CA-C25B-4E8A-86B8-8D579367B286}" dt="2025-09-25T15:27:39.922" v="10"/>
        <pc:sldMkLst>
          <pc:docMk/>
          <pc:sldMk cId="3434342131" sldId="2147471189"/>
        </pc:sldMkLst>
      </pc:sldChg>
      <pc:sldChg chg="addSp delSp modSp mod">
        <pc:chgData name="Ying Liu" userId="74dceb18-539c-4b02-8e07-7c7ff25fe8b4" providerId="ADAL" clId="{9CAF19CA-C25B-4E8A-86B8-8D579367B286}" dt="2025-09-25T22:46:12.505" v="2450" actId="1076"/>
        <pc:sldMkLst>
          <pc:docMk/>
          <pc:sldMk cId="4022434021" sldId="2147471191"/>
        </pc:sldMkLst>
        <pc:spChg chg="mod">
          <ac:chgData name="Ying Liu" userId="74dceb18-539c-4b02-8e07-7c7ff25fe8b4" providerId="ADAL" clId="{9CAF19CA-C25B-4E8A-86B8-8D579367B286}" dt="2025-09-25T22:19:43.535" v="2189" actId="20577"/>
          <ac:spMkLst>
            <pc:docMk/>
            <pc:sldMk cId="4022434021" sldId="2147471191"/>
            <ac:spMk id="2" creationId="{2DDD09C9-C23B-1E75-A484-F789B8279A8A}"/>
          </ac:spMkLst>
        </pc:spChg>
        <pc:spChg chg="add mod topLvl">
          <ac:chgData name="Ying Liu" userId="74dceb18-539c-4b02-8e07-7c7ff25fe8b4" providerId="ADAL" clId="{9CAF19CA-C25B-4E8A-86B8-8D579367B286}" dt="2025-09-25T22:42:40.480" v="2421" actId="165"/>
          <ac:spMkLst>
            <pc:docMk/>
            <pc:sldMk cId="4022434021" sldId="2147471191"/>
            <ac:spMk id="8" creationId="{F750D3C4-D680-1868-71AB-785EC4EFFA5A}"/>
          </ac:spMkLst>
        </pc:spChg>
        <pc:spChg chg="add mod">
          <ac:chgData name="Ying Liu" userId="74dceb18-539c-4b02-8e07-7c7ff25fe8b4" providerId="ADAL" clId="{9CAF19CA-C25B-4E8A-86B8-8D579367B286}" dt="2025-09-25T22:45:47.317" v="2446" actId="14100"/>
          <ac:spMkLst>
            <pc:docMk/>
            <pc:sldMk cId="4022434021" sldId="2147471191"/>
            <ac:spMk id="19" creationId="{9B2DE411-9297-77DE-838B-3D131E3AFC03}"/>
          </ac:spMkLst>
        </pc:spChg>
        <pc:spChg chg="add mod">
          <ac:chgData name="Ying Liu" userId="74dceb18-539c-4b02-8e07-7c7ff25fe8b4" providerId="ADAL" clId="{9CAF19CA-C25B-4E8A-86B8-8D579367B286}" dt="2025-09-25T22:46:12.505" v="2450" actId="1076"/>
          <ac:spMkLst>
            <pc:docMk/>
            <pc:sldMk cId="4022434021" sldId="2147471191"/>
            <ac:spMk id="27" creationId="{0D9BD31C-13A8-8E1F-6C2E-4BBBECB64650}"/>
          </ac:spMkLst>
        </pc:spChg>
        <pc:graphicFrameChg chg="add mod modGraphic">
          <ac:chgData name="Ying Liu" userId="74dceb18-539c-4b02-8e07-7c7ff25fe8b4" providerId="ADAL" clId="{9CAF19CA-C25B-4E8A-86B8-8D579367B286}" dt="2025-09-25T21:53:54.272" v="2088" actId="1076"/>
          <ac:graphicFrameMkLst>
            <pc:docMk/>
            <pc:sldMk cId="4022434021" sldId="2147471191"/>
            <ac:graphicFrameMk id="3" creationId="{8226CA31-27A6-93AB-358E-C2158EFC2241}"/>
          </ac:graphicFrameMkLst>
        </pc:graphicFrameChg>
        <pc:picChg chg="add mod">
          <ac:chgData name="Ying Liu" userId="74dceb18-539c-4b02-8e07-7c7ff25fe8b4" providerId="ADAL" clId="{9CAF19CA-C25B-4E8A-86B8-8D579367B286}" dt="2025-09-25T22:46:03.865" v="2449" actId="14100"/>
          <ac:picMkLst>
            <pc:docMk/>
            <pc:sldMk cId="4022434021" sldId="2147471191"/>
            <ac:picMk id="5" creationId="{3F528652-2E49-0F7C-151C-320DD11B0CCE}"/>
          </ac:picMkLst>
        </pc:picChg>
        <pc:picChg chg="add mod topLvl">
          <ac:chgData name="Ying Liu" userId="74dceb18-539c-4b02-8e07-7c7ff25fe8b4" providerId="ADAL" clId="{9CAF19CA-C25B-4E8A-86B8-8D579367B286}" dt="2025-09-25T22:45:43.131" v="2445" actId="1076"/>
          <ac:picMkLst>
            <pc:docMk/>
            <pc:sldMk cId="4022434021" sldId="2147471191"/>
            <ac:picMk id="10" creationId="{6A2A5BA8-663A-0948-5653-62B8FE1E55EF}"/>
          </ac:picMkLst>
        </pc:picChg>
        <pc:cxnChg chg="add mod topLvl">
          <ac:chgData name="Ying Liu" userId="74dceb18-539c-4b02-8e07-7c7ff25fe8b4" providerId="ADAL" clId="{9CAF19CA-C25B-4E8A-86B8-8D579367B286}" dt="2025-09-25T22:42:40.480" v="2421" actId="165"/>
          <ac:cxnSpMkLst>
            <pc:docMk/>
            <pc:sldMk cId="4022434021" sldId="2147471191"/>
            <ac:cxnSpMk id="12" creationId="{5D5C4555-3899-33BD-913C-5A0053652116}"/>
          </ac:cxnSpMkLst>
        </pc:cxnChg>
      </pc:sldChg>
      <pc:sldChg chg="addSp delSp modSp mod ord">
        <pc:chgData name="Ying Liu" userId="74dceb18-539c-4b02-8e07-7c7ff25fe8b4" providerId="ADAL" clId="{9CAF19CA-C25B-4E8A-86B8-8D579367B286}" dt="2025-09-25T21:01:14.986" v="2053" actId="1037"/>
        <pc:sldMkLst>
          <pc:docMk/>
          <pc:sldMk cId="3135638061" sldId="2147471192"/>
        </pc:sldMkLst>
        <pc:spChg chg="mod">
          <ac:chgData name="Ying Liu" userId="74dceb18-539c-4b02-8e07-7c7ff25fe8b4" providerId="ADAL" clId="{9CAF19CA-C25B-4E8A-86B8-8D579367B286}" dt="2025-09-25T19:17:56.110" v="1048"/>
          <ac:spMkLst>
            <pc:docMk/>
            <pc:sldMk cId="3135638061" sldId="2147471192"/>
            <ac:spMk id="2" creationId="{47CCF75C-5AD9-B9EF-42B9-FAF1E7C3C272}"/>
          </ac:spMkLst>
        </pc:spChg>
        <pc:spChg chg="add mod">
          <ac:chgData name="Ying Liu" userId="74dceb18-539c-4b02-8e07-7c7ff25fe8b4" providerId="ADAL" clId="{9CAF19CA-C25B-4E8A-86B8-8D579367B286}" dt="2025-09-25T20:20:34.969" v="1414" actId="1036"/>
          <ac:spMkLst>
            <pc:docMk/>
            <pc:sldMk cId="3135638061" sldId="2147471192"/>
            <ac:spMk id="8" creationId="{841F72BA-8027-310A-CC8C-FB12ACB89952}"/>
          </ac:spMkLst>
        </pc:spChg>
        <pc:spChg chg="add mod">
          <ac:chgData name="Ying Liu" userId="74dceb18-539c-4b02-8e07-7c7ff25fe8b4" providerId="ADAL" clId="{9CAF19CA-C25B-4E8A-86B8-8D579367B286}" dt="2025-09-25T20:20:34.969" v="1414" actId="1036"/>
          <ac:spMkLst>
            <pc:docMk/>
            <pc:sldMk cId="3135638061" sldId="2147471192"/>
            <ac:spMk id="9" creationId="{BBE6FB48-C8F9-72FE-0345-2B7B8D6C2A2F}"/>
          </ac:spMkLst>
        </pc:spChg>
        <pc:spChg chg="add mod">
          <ac:chgData name="Ying Liu" userId="74dceb18-539c-4b02-8e07-7c7ff25fe8b4" providerId="ADAL" clId="{9CAF19CA-C25B-4E8A-86B8-8D579367B286}" dt="2025-09-25T20:20:34.969" v="1414" actId="1036"/>
          <ac:spMkLst>
            <pc:docMk/>
            <pc:sldMk cId="3135638061" sldId="2147471192"/>
            <ac:spMk id="10" creationId="{0E03EA49-EC4A-2879-7C79-91E88EF3E062}"/>
          </ac:spMkLst>
        </pc:spChg>
        <pc:spChg chg="add mod">
          <ac:chgData name="Ying Liu" userId="74dceb18-539c-4b02-8e07-7c7ff25fe8b4" providerId="ADAL" clId="{9CAF19CA-C25B-4E8A-86B8-8D579367B286}" dt="2025-09-25T20:20:34.969" v="1414" actId="1036"/>
          <ac:spMkLst>
            <pc:docMk/>
            <pc:sldMk cId="3135638061" sldId="2147471192"/>
            <ac:spMk id="20" creationId="{FD7323F0-AB1C-BBCB-D6FC-E804DFA4EFB3}"/>
          </ac:spMkLst>
        </pc:spChg>
        <pc:spChg chg="add mod">
          <ac:chgData name="Ying Liu" userId="74dceb18-539c-4b02-8e07-7c7ff25fe8b4" providerId="ADAL" clId="{9CAF19CA-C25B-4E8A-86B8-8D579367B286}" dt="2025-09-25T20:20:34.969" v="1414" actId="1036"/>
          <ac:spMkLst>
            <pc:docMk/>
            <pc:sldMk cId="3135638061" sldId="2147471192"/>
            <ac:spMk id="23" creationId="{FA95CA84-C451-2B90-1896-38F30FEA240A}"/>
          </ac:spMkLst>
        </pc:spChg>
        <pc:spChg chg="add mod">
          <ac:chgData name="Ying Liu" userId="74dceb18-539c-4b02-8e07-7c7ff25fe8b4" providerId="ADAL" clId="{9CAF19CA-C25B-4E8A-86B8-8D579367B286}" dt="2025-09-25T20:22:45.150" v="1467"/>
          <ac:spMkLst>
            <pc:docMk/>
            <pc:sldMk cId="3135638061" sldId="2147471192"/>
            <ac:spMk id="42" creationId="{EB9F1AC0-2DEA-94D4-87C7-9ED460AFA054}"/>
          </ac:spMkLst>
        </pc:spChg>
        <pc:spChg chg="add mod">
          <ac:chgData name="Ying Liu" userId="74dceb18-539c-4b02-8e07-7c7ff25fe8b4" providerId="ADAL" clId="{9CAF19CA-C25B-4E8A-86B8-8D579367B286}" dt="2025-09-25T20:59:39.415" v="2030" actId="113"/>
          <ac:spMkLst>
            <pc:docMk/>
            <pc:sldMk cId="3135638061" sldId="2147471192"/>
            <ac:spMk id="43" creationId="{A9B62ABC-243C-145D-434F-0DB18EFB282B}"/>
          </ac:spMkLst>
        </pc:spChg>
        <pc:spChg chg="add mod">
          <ac:chgData name="Ying Liu" userId="74dceb18-539c-4b02-8e07-7c7ff25fe8b4" providerId="ADAL" clId="{9CAF19CA-C25B-4E8A-86B8-8D579367B286}" dt="2025-09-25T20:38:55.092" v="1784" actId="1036"/>
          <ac:spMkLst>
            <pc:docMk/>
            <pc:sldMk cId="3135638061" sldId="2147471192"/>
            <ac:spMk id="44" creationId="{01E1097A-1654-5960-E012-6C8AB45077AF}"/>
          </ac:spMkLst>
        </pc:spChg>
        <pc:spChg chg="add mod">
          <ac:chgData name="Ying Liu" userId="74dceb18-539c-4b02-8e07-7c7ff25fe8b4" providerId="ADAL" clId="{9CAF19CA-C25B-4E8A-86B8-8D579367B286}" dt="2025-09-25T20:38:55.092" v="1784" actId="1036"/>
          <ac:spMkLst>
            <pc:docMk/>
            <pc:sldMk cId="3135638061" sldId="2147471192"/>
            <ac:spMk id="46" creationId="{72E19D2B-CB40-7F3E-A6BC-296C2BBBB416}"/>
          </ac:spMkLst>
        </pc:spChg>
        <pc:spChg chg="add mod">
          <ac:chgData name="Ying Liu" userId="74dceb18-539c-4b02-8e07-7c7ff25fe8b4" providerId="ADAL" clId="{9CAF19CA-C25B-4E8A-86B8-8D579367B286}" dt="2025-09-25T20:59:39.003" v="2029" actId="113"/>
          <ac:spMkLst>
            <pc:docMk/>
            <pc:sldMk cId="3135638061" sldId="2147471192"/>
            <ac:spMk id="50" creationId="{1DA6D455-A24B-DC25-A277-398A9A12CEBD}"/>
          </ac:spMkLst>
        </pc:spChg>
        <pc:spChg chg="add mod">
          <ac:chgData name="Ying Liu" userId="74dceb18-539c-4b02-8e07-7c7ff25fe8b4" providerId="ADAL" clId="{9CAF19CA-C25B-4E8A-86B8-8D579367B286}" dt="2025-09-25T21:01:14.986" v="2053" actId="1037"/>
          <ac:spMkLst>
            <pc:docMk/>
            <pc:sldMk cId="3135638061" sldId="2147471192"/>
            <ac:spMk id="53" creationId="{E5455170-EFB4-55AC-6DB5-67BD0650159A}"/>
          </ac:spMkLst>
        </pc:spChg>
        <pc:spChg chg="add mod">
          <ac:chgData name="Ying Liu" userId="74dceb18-539c-4b02-8e07-7c7ff25fe8b4" providerId="ADAL" clId="{9CAF19CA-C25B-4E8A-86B8-8D579367B286}" dt="2025-09-25T20:41:59.416" v="1828" actId="1076"/>
          <ac:spMkLst>
            <pc:docMk/>
            <pc:sldMk cId="3135638061" sldId="2147471192"/>
            <ac:spMk id="56" creationId="{1E15BF29-55C6-DF29-119F-23BDFCAA9030}"/>
          </ac:spMkLst>
        </pc:spChg>
        <pc:spChg chg="add mod">
          <ac:chgData name="Ying Liu" userId="74dceb18-539c-4b02-8e07-7c7ff25fe8b4" providerId="ADAL" clId="{9CAF19CA-C25B-4E8A-86B8-8D579367B286}" dt="2025-09-25T20:59:51.056" v="2032" actId="207"/>
          <ac:spMkLst>
            <pc:docMk/>
            <pc:sldMk cId="3135638061" sldId="2147471192"/>
            <ac:spMk id="57" creationId="{21A0EF1F-AE4B-5694-0897-E9ED80E33CC6}"/>
          </ac:spMkLst>
        </pc:spChg>
        <pc:spChg chg="add mod">
          <ac:chgData name="Ying Liu" userId="74dceb18-539c-4b02-8e07-7c7ff25fe8b4" providerId="ADAL" clId="{9CAF19CA-C25B-4E8A-86B8-8D579367B286}" dt="2025-09-25T20:58:58.513" v="2018" actId="1036"/>
          <ac:spMkLst>
            <pc:docMk/>
            <pc:sldMk cId="3135638061" sldId="2147471192"/>
            <ac:spMk id="60" creationId="{09CFB54E-3A95-F625-22EF-A4489D89769F}"/>
          </ac:spMkLst>
        </pc:spChg>
        <pc:spChg chg="add mod">
          <ac:chgData name="Ying Liu" userId="74dceb18-539c-4b02-8e07-7c7ff25fe8b4" providerId="ADAL" clId="{9CAF19CA-C25B-4E8A-86B8-8D579367B286}" dt="2025-09-25T20:59:22.746" v="2026" actId="1036"/>
          <ac:spMkLst>
            <pc:docMk/>
            <pc:sldMk cId="3135638061" sldId="2147471192"/>
            <ac:spMk id="68" creationId="{903B1381-C189-BAA6-ADDB-688ED06CA53E}"/>
          </ac:spMkLst>
        </pc:spChg>
        <pc:spChg chg="add mod">
          <ac:chgData name="Ying Liu" userId="74dceb18-539c-4b02-8e07-7c7ff25fe8b4" providerId="ADAL" clId="{9CAF19CA-C25B-4E8A-86B8-8D579367B286}" dt="2025-09-25T21:00:23.372" v="2045" actId="14100"/>
          <ac:spMkLst>
            <pc:docMk/>
            <pc:sldMk cId="3135638061" sldId="2147471192"/>
            <ac:spMk id="71" creationId="{80506C89-CAD8-01DD-96D7-776422BEA4C3}"/>
          </ac:spMkLst>
        </pc:spChg>
        <pc:picChg chg="add mod modCrop">
          <ac:chgData name="Ying Liu" userId="74dceb18-539c-4b02-8e07-7c7ff25fe8b4" providerId="ADAL" clId="{9CAF19CA-C25B-4E8A-86B8-8D579367B286}" dt="2025-09-25T20:21:03.753" v="1430" actId="1036"/>
          <ac:picMkLst>
            <pc:docMk/>
            <pc:sldMk cId="3135638061" sldId="2147471192"/>
            <ac:picMk id="29" creationId="{1B7441D5-770C-C74E-E2DF-4156D33FDFA2}"/>
          </ac:picMkLst>
        </pc:picChg>
        <pc:picChg chg="add mod">
          <ac:chgData name="Ying Liu" userId="74dceb18-539c-4b02-8e07-7c7ff25fe8b4" providerId="ADAL" clId="{9CAF19CA-C25B-4E8A-86B8-8D579367B286}" dt="2025-09-25T20:28:49.406" v="1555" actId="1076"/>
          <ac:picMkLst>
            <pc:docMk/>
            <pc:sldMk cId="3135638061" sldId="2147471192"/>
            <ac:picMk id="41" creationId="{02C294DB-C569-9421-1A8E-12BFB2D7D490}"/>
          </ac:picMkLst>
        </pc:picChg>
        <pc:cxnChg chg="add mod">
          <ac:chgData name="Ying Liu" userId="74dceb18-539c-4b02-8e07-7c7ff25fe8b4" providerId="ADAL" clId="{9CAF19CA-C25B-4E8A-86B8-8D579367B286}" dt="2025-09-25T20:20:34.969" v="1414" actId="1036"/>
          <ac:cxnSpMkLst>
            <pc:docMk/>
            <pc:sldMk cId="3135638061" sldId="2147471192"/>
            <ac:cxnSpMk id="12" creationId="{2342C2D1-87D0-6524-D7CF-1B4643EAFE78}"/>
          </ac:cxnSpMkLst>
        </pc:cxnChg>
        <pc:cxnChg chg="add mod">
          <ac:chgData name="Ying Liu" userId="74dceb18-539c-4b02-8e07-7c7ff25fe8b4" providerId="ADAL" clId="{9CAF19CA-C25B-4E8A-86B8-8D579367B286}" dt="2025-09-25T20:20:34.969" v="1414" actId="1036"/>
          <ac:cxnSpMkLst>
            <pc:docMk/>
            <pc:sldMk cId="3135638061" sldId="2147471192"/>
            <ac:cxnSpMk id="13" creationId="{9DE7F94E-BD0D-60F2-DF1A-3FF1C41D9B11}"/>
          </ac:cxnSpMkLst>
        </pc:cxnChg>
        <pc:cxnChg chg="add mod">
          <ac:chgData name="Ying Liu" userId="74dceb18-539c-4b02-8e07-7c7ff25fe8b4" providerId="ADAL" clId="{9CAF19CA-C25B-4E8A-86B8-8D579367B286}" dt="2025-09-25T20:38:55.092" v="1784" actId="1036"/>
          <ac:cxnSpMkLst>
            <pc:docMk/>
            <pc:sldMk cId="3135638061" sldId="2147471192"/>
            <ac:cxnSpMk id="45" creationId="{3058F4C1-4668-2C79-F13D-9E1CAAEE4063}"/>
          </ac:cxnSpMkLst>
        </pc:cxnChg>
        <pc:cxnChg chg="add mod">
          <ac:chgData name="Ying Liu" userId="74dceb18-539c-4b02-8e07-7c7ff25fe8b4" providerId="ADAL" clId="{9CAF19CA-C25B-4E8A-86B8-8D579367B286}" dt="2025-09-25T20:57:29.254" v="1987" actId="1076"/>
          <ac:cxnSpMkLst>
            <pc:docMk/>
            <pc:sldMk cId="3135638061" sldId="2147471192"/>
            <ac:cxnSpMk id="48" creationId="{34B832E2-9D1A-3808-3EC6-9C8885BCC03A}"/>
          </ac:cxnSpMkLst>
        </pc:cxnChg>
        <pc:cxnChg chg="add mod">
          <ac:chgData name="Ying Liu" userId="74dceb18-539c-4b02-8e07-7c7ff25fe8b4" providerId="ADAL" clId="{9CAF19CA-C25B-4E8A-86B8-8D579367B286}" dt="2025-09-25T20:57:37.887" v="1988" actId="1076"/>
          <ac:cxnSpMkLst>
            <pc:docMk/>
            <pc:sldMk cId="3135638061" sldId="2147471192"/>
            <ac:cxnSpMk id="59" creationId="{49046394-78AF-77BE-7FE2-902D7674236F}"/>
          </ac:cxnSpMkLst>
        </pc:cxnChg>
        <pc:cxnChg chg="add mod">
          <ac:chgData name="Ying Liu" userId="74dceb18-539c-4b02-8e07-7c7ff25fe8b4" providerId="ADAL" clId="{9CAF19CA-C25B-4E8A-86B8-8D579367B286}" dt="2025-09-25T20:57:37.887" v="1988" actId="1076"/>
          <ac:cxnSpMkLst>
            <pc:docMk/>
            <pc:sldMk cId="3135638061" sldId="2147471192"/>
            <ac:cxnSpMk id="67" creationId="{DF423811-CD5D-663A-6F9B-5B5CBBD20D98}"/>
          </ac:cxnSpMkLst>
        </pc:cxnChg>
      </pc:sldChg>
      <pc:sldChg chg="addSp delSp modSp mod">
        <pc:chgData name="Ying Liu" userId="74dceb18-539c-4b02-8e07-7c7ff25fe8b4" providerId="ADAL" clId="{9CAF19CA-C25B-4E8A-86B8-8D579367B286}" dt="2025-09-25T23:48:32.066" v="2681"/>
        <pc:sldMkLst>
          <pc:docMk/>
          <pc:sldMk cId="2716301034" sldId="2147471193"/>
        </pc:sldMkLst>
        <pc:spChg chg="mod">
          <ac:chgData name="Ying Liu" userId="74dceb18-539c-4b02-8e07-7c7ff25fe8b4" providerId="ADAL" clId="{9CAF19CA-C25B-4E8A-86B8-8D579367B286}" dt="2025-09-25T18:36:21.184" v="525" actId="552"/>
          <ac:spMkLst>
            <pc:docMk/>
            <pc:sldMk cId="2716301034" sldId="2147471193"/>
            <ac:spMk id="2" creationId="{76E511FD-29EA-1729-32FD-50FD896F0E8D}"/>
          </ac:spMkLst>
        </pc:spChg>
        <pc:spChg chg="add mod">
          <ac:chgData name="Ying Liu" userId="74dceb18-539c-4b02-8e07-7c7ff25fe8b4" providerId="ADAL" clId="{9CAF19CA-C25B-4E8A-86B8-8D579367B286}" dt="2025-09-25T18:31:03.314" v="362" actId="164"/>
          <ac:spMkLst>
            <pc:docMk/>
            <pc:sldMk cId="2716301034" sldId="2147471193"/>
            <ac:spMk id="3" creationId="{EADC7731-001F-F23A-CDD9-D9C019F2B22B}"/>
          </ac:spMkLst>
        </pc:spChg>
        <pc:spChg chg="add mod">
          <ac:chgData name="Ying Liu" userId="74dceb18-539c-4b02-8e07-7c7ff25fe8b4" providerId="ADAL" clId="{9CAF19CA-C25B-4E8A-86B8-8D579367B286}" dt="2025-09-25T18:30:58.145" v="361" actId="164"/>
          <ac:spMkLst>
            <pc:docMk/>
            <pc:sldMk cId="2716301034" sldId="2147471193"/>
            <ac:spMk id="6" creationId="{D282215F-4D07-3855-9DDB-C2178E1814B9}"/>
          </ac:spMkLst>
        </pc:spChg>
        <pc:spChg chg="add mod">
          <ac:chgData name="Ying Liu" userId="74dceb18-539c-4b02-8e07-7c7ff25fe8b4" providerId="ADAL" clId="{9CAF19CA-C25B-4E8A-86B8-8D579367B286}" dt="2025-09-25T18:31:03.314" v="362" actId="164"/>
          <ac:spMkLst>
            <pc:docMk/>
            <pc:sldMk cId="2716301034" sldId="2147471193"/>
            <ac:spMk id="7" creationId="{8031FD5B-F008-3FE2-CF3E-A88867C1B367}"/>
          </ac:spMkLst>
        </pc:spChg>
        <pc:spChg chg="add mod">
          <ac:chgData name="Ying Liu" userId="74dceb18-539c-4b02-8e07-7c7ff25fe8b4" providerId="ADAL" clId="{9CAF19CA-C25B-4E8A-86B8-8D579367B286}" dt="2025-09-25T18:31:20.169" v="368" actId="1037"/>
          <ac:spMkLst>
            <pc:docMk/>
            <pc:sldMk cId="2716301034" sldId="2147471193"/>
            <ac:spMk id="8" creationId="{DBC01721-4DAC-0520-4E06-2E50B138C8B2}"/>
          </ac:spMkLst>
        </pc:spChg>
        <pc:spChg chg="add mod">
          <ac:chgData name="Ying Liu" userId="74dceb18-539c-4b02-8e07-7c7ff25fe8b4" providerId="ADAL" clId="{9CAF19CA-C25B-4E8A-86B8-8D579367B286}" dt="2025-09-25T18:39:49.238" v="535" actId="465"/>
          <ac:spMkLst>
            <pc:docMk/>
            <pc:sldMk cId="2716301034" sldId="2147471193"/>
            <ac:spMk id="13" creationId="{96C6B9C8-5BF6-765D-3293-AFEE694DE1B6}"/>
          </ac:spMkLst>
        </pc:spChg>
        <pc:spChg chg="add mod">
          <ac:chgData name="Ying Liu" userId="74dceb18-539c-4b02-8e07-7c7ff25fe8b4" providerId="ADAL" clId="{9CAF19CA-C25B-4E8A-86B8-8D579367B286}" dt="2025-09-25T18:39:42.648" v="534" actId="14100"/>
          <ac:spMkLst>
            <pc:docMk/>
            <pc:sldMk cId="2716301034" sldId="2147471193"/>
            <ac:spMk id="14" creationId="{D2792B4F-AEC3-8EEB-51C8-A79F5D34F169}"/>
          </ac:spMkLst>
        </pc:spChg>
        <pc:spChg chg="add mod">
          <ac:chgData name="Ying Liu" userId="74dceb18-539c-4b02-8e07-7c7ff25fe8b4" providerId="ADAL" clId="{9CAF19CA-C25B-4E8A-86B8-8D579367B286}" dt="2025-09-25T19:04:53.642" v="1016" actId="113"/>
          <ac:spMkLst>
            <pc:docMk/>
            <pc:sldMk cId="2716301034" sldId="2147471193"/>
            <ac:spMk id="17" creationId="{9E0D80D2-BE14-3BDB-7D2C-7B003BDA3B07}"/>
          </ac:spMkLst>
        </pc:spChg>
        <pc:spChg chg="add mod">
          <ac:chgData name="Ying Liu" userId="74dceb18-539c-4b02-8e07-7c7ff25fe8b4" providerId="ADAL" clId="{9CAF19CA-C25B-4E8A-86B8-8D579367B286}" dt="2025-09-25T18:40:43.061" v="555" actId="20577"/>
          <ac:spMkLst>
            <pc:docMk/>
            <pc:sldMk cId="2716301034" sldId="2147471193"/>
            <ac:spMk id="19" creationId="{45BD1FA0-B8A5-F046-C588-F5C5F7AA5360}"/>
          </ac:spMkLst>
        </pc:spChg>
        <pc:spChg chg="mod topLvl">
          <ac:chgData name="Ying Liu" userId="74dceb18-539c-4b02-8e07-7c7ff25fe8b4" providerId="ADAL" clId="{9CAF19CA-C25B-4E8A-86B8-8D579367B286}" dt="2025-09-25T22:37:43.139" v="2340" actId="20577"/>
          <ac:spMkLst>
            <pc:docMk/>
            <pc:sldMk cId="2716301034" sldId="2147471193"/>
            <ac:spMk id="21" creationId="{13EEA6E8-D044-902C-0B78-36B136DB9BA2}"/>
          </ac:spMkLst>
        </pc:spChg>
        <pc:spChg chg="add mod">
          <ac:chgData name="Ying Liu" userId="74dceb18-539c-4b02-8e07-7c7ff25fe8b4" providerId="ADAL" clId="{9CAF19CA-C25B-4E8A-86B8-8D579367B286}" dt="2025-09-25T22:37:47.187" v="2342" actId="20577"/>
          <ac:spMkLst>
            <pc:docMk/>
            <pc:sldMk cId="2716301034" sldId="2147471193"/>
            <ac:spMk id="23" creationId="{440FD525-1BED-D3DA-6DD1-A671E4E4CA0B}"/>
          </ac:spMkLst>
        </pc:spChg>
        <pc:spChg chg="add mod">
          <ac:chgData name="Ying Liu" userId="74dceb18-539c-4b02-8e07-7c7ff25fe8b4" providerId="ADAL" clId="{9CAF19CA-C25B-4E8A-86B8-8D579367B286}" dt="2025-09-25T19:05:36.712" v="1020" actId="14100"/>
          <ac:spMkLst>
            <pc:docMk/>
            <pc:sldMk cId="2716301034" sldId="2147471193"/>
            <ac:spMk id="24" creationId="{B00FB4FA-2DD0-9D96-B542-391D2582C149}"/>
          </ac:spMkLst>
        </pc:spChg>
        <pc:spChg chg="add mod">
          <ac:chgData name="Ying Liu" userId="74dceb18-539c-4b02-8e07-7c7ff25fe8b4" providerId="ADAL" clId="{9CAF19CA-C25B-4E8A-86B8-8D579367B286}" dt="2025-09-25T19:06:01.961" v="1026" actId="1076"/>
          <ac:spMkLst>
            <pc:docMk/>
            <pc:sldMk cId="2716301034" sldId="2147471193"/>
            <ac:spMk id="25" creationId="{3DE3B505-A78E-C227-AC55-95EF1179D5C9}"/>
          </ac:spMkLst>
        </pc:spChg>
        <pc:spChg chg="add mod">
          <ac:chgData name="Ying Liu" userId="74dceb18-539c-4b02-8e07-7c7ff25fe8b4" providerId="ADAL" clId="{9CAF19CA-C25B-4E8A-86B8-8D579367B286}" dt="2025-09-25T23:48:32.066" v="2681"/>
          <ac:spMkLst>
            <pc:docMk/>
            <pc:sldMk cId="2716301034" sldId="2147471193"/>
            <ac:spMk id="26" creationId="{99D3CC9B-0F9C-DBDA-22FA-D06F927BA9F9}"/>
          </ac:spMkLst>
        </pc:spChg>
        <pc:grpChg chg="add mod">
          <ac:chgData name="Ying Liu" userId="74dceb18-539c-4b02-8e07-7c7ff25fe8b4" providerId="ADAL" clId="{9CAF19CA-C25B-4E8A-86B8-8D579367B286}" dt="2025-09-25T18:36:21.184" v="525" actId="552"/>
          <ac:grpSpMkLst>
            <pc:docMk/>
            <pc:sldMk cId="2716301034" sldId="2147471193"/>
            <ac:grpSpMk id="11" creationId="{555B1CDC-2D67-D565-40C2-0AD86E5CA9DA}"/>
          </ac:grpSpMkLst>
        </pc:grpChg>
        <pc:grpChg chg="add mod">
          <ac:chgData name="Ying Liu" userId="74dceb18-539c-4b02-8e07-7c7ff25fe8b4" providerId="ADAL" clId="{9CAF19CA-C25B-4E8A-86B8-8D579367B286}" dt="2025-09-25T18:39:49.238" v="535" actId="465"/>
          <ac:grpSpMkLst>
            <pc:docMk/>
            <pc:sldMk cId="2716301034" sldId="2147471193"/>
            <ac:grpSpMk id="12" creationId="{E9C36895-CD3D-89F1-9B62-3155EEE8EC36}"/>
          </ac:grpSpMkLst>
        </pc:grpChg>
        <pc:cxnChg chg="add mod">
          <ac:chgData name="Ying Liu" userId="74dceb18-539c-4b02-8e07-7c7ff25fe8b4" providerId="ADAL" clId="{9CAF19CA-C25B-4E8A-86B8-8D579367B286}" dt="2025-09-25T18:39:49.238" v="535" actId="465"/>
          <ac:cxnSpMkLst>
            <pc:docMk/>
            <pc:sldMk cId="2716301034" sldId="2147471193"/>
            <ac:cxnSpMk id="10" creationId="{BF860AA1-477C-F53F-6727-133D37211767}"/>
          </ac:cxnSpMkLst>
        </pc:cxnChg>
      </pc:sldChg>
      <pc:sldChg chg="delSp modSp add mod">
        <pc:chgData name="Ying Liu" userId="74dceb18-539c-4b02-8e07-7c7ff25fe8b4" providerId="ADAL" clId="{9CAF19CA-C25B-4E8A-86B8-8D579367B286}" dt="2025-09-25T22:20:16.725" v="2215" actId="478"/>
        <pc:sldMkLst>
          <pc:docMk/>
          <pc:sldMk cId="3067060643" sldId="2147471214"/>
        </pc:sldMkLst>
      </pc:sldChg>
      <pc:sldChg chg="addSp delSp modSp mod">
        <pc:chgData name="Ying Liu" userId="74dceb18-539c-4b02-8e07-7c7ff25fe8b4" providerId="ADAL" clId="{9CAF19CA-C25B-4E8A-86B8-8D579367B286}" dt="2025-09-25T23:59:56.478" v="2865" actId="408"/>
        <pc:sldMkLst>
          <pc:docMk/>
          <pc:sldMk cId="3067060643" sldId="2147471215"/>
        </pc:sldMkLst>
        <pc:spChg chg="mod">
          <ac:chgData name="Ying Liu" userId="74dceb18-539c-4b02-8e07-7c7ff25fe8b4" providerId="ADAL" clId="{9CAF19CA-C25B-4E8A-86B8-8D579367B286}" dt="2025-09-25T23:31:28.499" v="2637" actId="552"/>
          <ac:spMkLst>
            <pc:docMk/>
            <pc:sldMk cId="3067060643" sldId="2147471215"/>
            <ac:spMk id="2" creationId="{9AACA0D6-41B0-7B9B-D98B-4B414EF96C80}"/>
          </ac:spMkLst>
        </pc:spChg>
        <pc:spChg chg="add mod">
          <ac:chgData name="Ying Liu" userId="74dceb18-539c-4b02-8e07-7c7ff25fe8b4" providerId="ADAL" clId="{9CAF19CA-C25B-4E8A-86B8-8D579367B286}" dt="2025-09-25T23:59:52.457" v="2864" actId="14100"/>
          <ac:spMkLst>
            <pc:docMk/>
            <pc:sldMk cId="3067060643" sldId="2147471215"/>
            <ac:spMk id="7" creationId="{B8326D02-EFE0-559B-2ED2-2C19DF0B23AC}"/>
          </ac:spMkLst>
        </pc:spChg>
        <pc:spChg chg="add mod">
          <ac:chgData name="Ying Liu" userId="74dceb18-539c-4b02-8e07-7c7ff25fe8b4" providerId="ADAL" clId="{9CAF19CA-C25B-4E8A-86B8-8D579367B286}" dt="2025-09-25T23:59:52.457" v="2864" actId="14100"/>
          <ac:spMkLst>
            <pc:docMk/>
            <pc:sldMk cId="3067060643" sldId="2147471215"/>
            <ac:spMk id="13" creationId="{304BA781-94E9-23C9-16FB-9919FFCC4668}"/>
          </ac:spMkLst>
        </pc:spChg>
        <pc:spChg chg="add mod">
          <ac:chgData name="Ying Liu" userId="74dceb18-539c-4b02-8e07-7c7ff25fe8b4" providerId="ADAL" clId="{9CAF19CA-C25B-4E8A-86B8-8D579367B286}" dt="2025-09-25T23:59:52.457" v="2864" actId="14100"/>
          <ac:spMkLst>
            <pc:docMk/>
            <pc:sldMk cId="3067060643" sldId="2147471215"/>
            <ac:spMk id="20" creationId="{A82BB265-C520-7F4A-DE90-D1BF71391BD0}"/>
          </ac:spMkLst>
        </pc:spChg>
        <pc:spChg chg="add mod">
          <ac:chgData name="Ying Liu" userId="74dceb18-539c-4b02-8e07-7c7ff25fe8b4" providerId="ADAL" clId="{9CAF19CA-C25B-4E8A-86B8-8D579367B286}" dt="2025-09-25T23:59:52.457" v="2864" actId="14100"/>
          <ac:spMkLst>
            <pc:docMk/>
            <pc:sldMk cId="3067060643" sldId="2147471215"/>
            <ac:spMk id="21" creationId="{305EE483-63DE-ADB0-5FB9-93111D4B1EF7}"/>
          </ac:spMkLst>
        </pc:spChg>
        <pc:spChg chg="add mod">
          <ac:chgData name="Ying Liu" userId="74dceb18-539c-4b02-8e07-7c7ff25fe8b4" providerId="ADAL" clId="{9CAF19CA-C25B-4E8A-86B8-8D579367B286}" dt="2025-09-25T23:59:52.457" v="2864" actId="14100"/>
          <ac:spMkLst>
            <pc:docMk/>
            <pc:sldMk cId="3067060643" sldId="2147471215"/>
            <ac:spMk id="22" creationId="{FEDE97DC-CCD0-CA9A-7F2F-CCC4AC971496}"/>
          </ac:spMkLst>
        </pc:spChg>
        <pc:spChg chg="add mod">
          <ac:chgData name="Ying Liu" userId="74dceb18-539c-4b02-8e07-7c7ff25fe8b4" providerId="ADAL" clId="{9CAF19CA-C25B-4E8A-86B8-8D579367B286}" dt="2025-09-25T23:26:51.179" v="2604" actId="14100"/>
          <ac:spMkLst>
            <pc:docMk/>
            <pc:sldMk cId="3067060643" sldId="2147471215"/>
            <ac:spMk id="25" creationId="{D8F3B87B-63B2-75AF-5B17-40337B4E989D}"/>
          </ac:spMkLst>
        </pc:spChg>
        <pc:spChg chg="add mod">
          <ac:chgData name="Ying Liu" userId="74dceb18-539c-4b02-8e07-7c7ff25fe8b4" providerId="ADAL" clId="{9CAF19CA-C25B-4E8A-86B8-8D579367B286}" dt="2025-09-25T23:59:52.457" v="2864" actId="14100"/>
          <ac:spMkLst>
            <pc:docMk/>
            <pc:sldMk cId="3067060643" sldId="2147471215"/>
            <ac:spMk id="27" creationId="{C0764EBA-816B-F0E9-C5BD-25589F02BF53}"/>
          </ac:spMkLst>
        </pc:spChg>
        <pc:spChg chg="add mod">
          <ac:chgData name="Ying Liu" userId="74dceb18-539c-4b02-8e07-7c7ff25fe8b4" providerId="ADAL" clId="{9CAF19CA-C25B-4E8A-86B8-8D579367B286}" dt="2025-09-25T23:59:52.457" v="2864" actId="14100"/>
          <ac:spMkLst>
            <pc:docMk/>
            <pc:sldMk cId="3067060643" sldId="2147471215"/>
            <ac:spMk id="30" creationId="{C654E5D6-20F9-D123-6422-73018F0008E4}"/>
          </ac:spMkLst>
        </pc:spChg>
        <pc:picChg chg="add mod">
          <ac:chgData name="Ying Liu" userId="74dceb18-539c-4b02-8e07-7c7ff25fe8b4" providerId="ADAL" clId="{9CAF19CA-C25B-4E8A-86B8-8D579367B286}" dt="2025-09-25T23:59:56.478" v="2865" actId="408"/>
          <ac:picMkLst>
            <pc:docMk/>
            <pc:sldMk cId="3067060643" sldId="2147471215"/>
            <ac:picMk id="6" creationId="{5133387E-9265-43A4-4EA3-36E3B2D1785F}"/>
          </ac:picMkLst>
        </pc:picChg>
        <pc:picChg chg="add mod">
          <ac:chgData name="Ying Liu" userId="74dceb18-539c-4b02-8e07-7c7ff25fe8b4" providerId="ADAL" clId="{9CAF19CA-C25B-4E8A-86B8-8D579367B286}" dt="2025-09-25T23:32:25.507" v="2648" actId="14100"/>
          <ac:picMkLst>
            <pc:docMk/>
            <pc:sldMk cId="3067060643" sldId="2147471215"/>
            <ac:picMk id="31" creationId="{4A1E456F-2907-2D27-A1BF-349883D4F087}"/>
          </ac:picMkLst>
        </pc:picChg>
        <pc:cxnChg chg="add mod">
          <ac:chgData name="Ying Liu" userId="74dceb18-539c-4b02-8e07-7c7ff25fe8b4" providerId="ADAL" clId="{9CAF19CA-C25B-4E8A-86B8-8D579367B286}" dt="2025-09-25T23:59:56.478" v="2865" actId="408"/>
          <ac:cxnSpMkLst>
            <pc:docMk/>
            <pc:sldMk cId="3067060643" sldId="2147471215"/>
            <ac:cxnSpMk id="33" creationId="{D1861B6D-67AA-A572-977F-2643FCFC7716}"/>
          </ac:cxnSpMkLst>
        </pc:cxnChg>
        <pc:cxnChg chg="add mod">
          <ac:chgData name="Ying Liu" userId="74dceb18-539c-4b02-8e07-7c7ff25fe8b4" providerId="ADAL" clId="{9CAF19CA-C25B-4E8A-86B8-8D579367B286}" dt="2025-09-25T23:59:52.457" v="2864" actId="14100"/>
          <ac:cxnSpMkLst>
            <pc:docMk/>
            <pc:sldMk cId="3067060643" sldId="2147471215"/>
            <ac:cxnSpMk id="34" creationId="{6738012F-9A75-60FC-25AB-C554BC00B6C0}"/>
          </ac:cxnSpMkLst>
        </pc:cxnChg>
      </pc:sldChg>
      <pc:sldChg chg="addSp delSp modSp add mod">
        <pc:chgData name="Ying Liu" userId="74dceb18-539c-4b02-8e07-7c7ff25fe8b4" providerId="ADAL" clId="{9CAF19CA-C25B-4E8A-86B8-8D579367B286}" dt="2025-09-26T01:03:21.903" v="3112" actId="1076"/>
        <pc:sldMkLst>
          <pc:docMk/>
          <pc:sldMk cId="4265389813" sldId="2147471216"/>
        </pc:sldMkLst>
        <pc:spChg chg="mod">
          <ac:chgData name="Ying Liu" userId="74dceb18-539c-4b02-8e07-7c7ff25fe8b4" providerId="ADAL" clId="{9CAF19CA-C25B-4E8A-86B8-8D579367B286}" dt="2025-09-25T22:29:16.069" v="2317" actId="20577"/>
          <ac:spMkLst>
            <pc:docMk/>
            <pc:sldMk cId="4265389813" sldId="2147471216"/>
            <ac:spMk id="2" creationId="{C7F6668B-B9C4-6920-41FD-D18275853FEB}"/>
          </ac:spMkLst>
        </pc:spChg>
        <pc:spChg chg="add mod">
          <ac:chgData name="Ying Liu" userId="74dceb18-539c-4b02-8e07-7c7ff25fe8b4" providerId="ADAL" clId="{9CAF19CA-C25B-4E8A-86B8-8D579367B286}" dt="2025-09-25T23:47:30.541" v="2679" actId="14100"/>
          <ac:spMkLst>
            <pc:docMk/>
            <pc:sldMk cId="4265389813" sldId="2147471216"/>
            <ac:spMk id="8" creationId="{FD9D2859-3753-2C28-7372-A3622F225A7F}"/>
          </ac:spMkLst>
        </pc:spChg>
        <pc:spChg chg="add mod">
          <ac:chgData name="Ying Liu" userId="74dceb18-539c-4b02-8e07-7c7ff25fe8b4" providerId="ADAL" clId="{9CAF19CA-C25B-4E8A-86B8-8D579367B286}" dt="2025-09-25T23:55:25.478" v="2757" actId="1076"/>
          <ac:spMkLst>
            <pc:docMk/>
            <pc:sldMk cId="4265389813" sldId="2147471216"/>
            <ac:spMk id="10" creationId="{EEA42750-E84F-3378-8234-F0B7AEC7FAFE}"/>
          </ac:spMkLst>
        </pc:spChg>
        <pc:spChg chg="add mod">
          <ac:chgData name="Ying Liu" userId="74dceb18-539c-4b02-8e07-7c7ff25fe8b4" providerId="ADAL" clId="{9CAF19CA-C25B-4E8A-86B8-8D579367B286}" dt="2025-09-25T23:55:22.897" v="2756" actId="14100"/>
          <ac:spMkLst>
            <pc:docMk/>
            <pc:sldMk cId="4265389813" sldId="2147471216"/>
            <ac:spMk id="11" creationId="{CBB41CE5-6E42-61C4-9676-6C8E8E77FE3C}"/>
          </ac:spMkLst>
        </pc:spChg>
        <pc:spChg chg="add mod">
          <ac:chgData name="Ying Liu" userId="74dceb18-539c-4b02-8e07-7c7ff25fe8b4" providerId="ADAL" clId="{9CAF19CA-C25B-4E8A-86B8-8D579367B286}" dt="2025-09-26T00:14:08.474" v="2892" actId="14100"/>
          <ac:spMkLst>
            <pc:docMk/>
            <pc:sldMk cId="4265389813" sldId="2147471216"/>
            <ac:spMk id="12" creationId="{753D23E1-E550-8317-889B-8528B964E8D8}"/>
          </ac:spMkLst>
        </pc:spChg>
        <pc:spChg chg="add mod">
          <ac:chgData name="Ying Liu" userId="74dceb18-539c-4b02-8e07-7c7ff25fe8b4" providerId="ADAL" clId="{9CAF19CA-C25B-4E8A-86B8-8D579367B286}" dt="2025-09-26T00:23:23.613" v="3061" actId="20577"/>
          <ac:spMkLst>
            <pc:docMk/>
            <pc:sldMk cId="4265389813" sldId="2147471216"/>
            <ac:spMk id="14" creationId="{E19E4C09-0747-EEDB-B058-27DF2C777EB3}"/>
          </ac:spMkLst>
        </pc:spChg>
        <pc:spChg chg="add mod">
          <ac:chgData name="Ying Liu" userId="74dceb18-539c-4b02-8e07-7c7ff25fe8b4" providerId="ADAL" clId="{9CAF19CA-C25B-4E8A-86B8-8D579367B286}" dt="2025-09-26T01:03:21.903" v="3112" actId="1076"/>
          <ac:spMkLst>
            <pc:docMk/>
            <pc:sldMk cId="4265389813" sldId="2147471216"/>
            <ac:spMk id="21" creationId="{0FA7E2A8-0F55-14A9-2644-CF0846E38854}"/>
          </ac:spMkLst>
        </pc:spChg>
        <pc:picChg chg="add mod">
          <ac:chgData name="Ying Liu" userId="74dceb18-539c-4b02-8e07-7c7ff25fe8b4" providerId="ADAL" clId="{9CAF19CA-C25B-4E8A-86B8-8D579367B286}" dt="2025-09-26T00:18:59.184" v="3053" actId="1076"/>
          <ac:picMkLst>
            <pc:docMk/>
            <pc:sldMk cId="4265389813" sldId="2147471216"/>
            <ac:picMk id="13" creationId="{A36D2C76-8B65-389E-6E99-A90B134CE5D5}"/>
          </ac:picMkLst>
        </pc:picChg>
        <pc:cxnChg chg="add mod">
          <ac:chgData name="Ying Liu" userId="74dceb18-539c-4b02-8e07-7c7ff25fe8b4" providerId="ADAL" clId="{9CAF19CA-C25B-4E8A-86B8-8D579367B286}" dt="2025-09-26T01:03:21.903" v="3112" actId="1076"/>
          <ac:cxnSpMkLst>
            <pc:docMk/>
            <pc:sldMk cId="4265389813" sldId="2147471216"/>
            <ac:cxnSpMk id="17" creationId="{43D364D3-8D53-9EE0-5886-A5EA384E91BE}"/>
          </ac:cxnSpMkLst>
        </pc:cxnChg>
        <pc:cxnChg chg="add mod">
          <ac:chgData name="Ying Liu" userId="74dceb18-539c-4b02-8e07-7c7ff25fe8b4" providerId="ADAL" clId="{9CAF19CA-C25B-4E8A-86B8-8D579367B286}" dt="2025-09-26T01:03:21.903" v="3112" actId="1076"/>
          <ac:cxnSpMkLst>
            <pc:docMk/>
            <pc:sldMk cId="4265389813" sldId="2147471216"/>
            <ac:cxnSpMk id="18" creationId="{AA19C311-88C0-CCDF-BBF1-F2E6C5724118}"/>
          </ac:cxnSpMkLst>
        </pc:cxnChg>
      </pc:sldChg>
      <pc:sldChg chg="new add del">
        <pc:chgData name="Ying Liu" userId="74dceb18-539c-4b02-8e07-7c7ff25fe8b4" providerId="ADAL" clId="{9CAF19CA-C25B-4E8A-86B8-8D579367B286}" dt="2025-09-25T23:46:10.251" v="2671" actId="680"/>
        <pc:sldMkLst>
          <pc:docMk/>
          <pc:sldMk cId="2351211876" sldId="2147471220"/>
        </pc:sldMkLst>
      </pc:sldChg>
    </pc:docChg>
  </pc:docChgLst>
  <pc:docChgLst>
    <pc:chgData name="Mujtaba Ali Bhutto" userId="S::mujtaba_ali.bhutto@fs-students.de::1ddd518f-3c3c-43fd-b2cd-4bea84d6cb42" providerId="AD" clId="Web-{366E3AB7-2362-7851-520C-48825772616D}"/>
    <pc:docChg chg="addSld delSld modSld sldOrd">
      <pc:chgData name="Mujtaba Ali Bhutto" userId="S::mujtaba_ali.bhutto@fs-students.de::1ddd518f-3c3c-43fd-b2cd-4bea84d6cb42" providerId="AD" clId="Web-{366E3AB7-2362-7851-520C-48825772616D}" dt="2025-09-25T20:10:54.276" v="56" actId="20577"/>
      <pc:docMkLst>
        <pc:docMk/>
      </pc:docMkLst>
      <pc:sldChg chg="addSp delSp modSp add ord">
        <pc:chgData name="Mujtaba Ali Bhutto" userId="S::mujtaba_ali.bhutto@fs-students.de::1ddd518f-3c3c-43fd-b2cd-4bea84d6cb42" providerId="AD" clId="Web-{366E3AB7-2362-7851-520C-48825772616D}" dt="2025-09-25T20:06:22.080" v="30"/>
        <pc:sldMkLst>
          <pc:docMk/>
          <pc:sldMk cId="3922965850" sldId="2147471130"/>
        </pc:sldMkLst>
        <pc:spChg chg="mod">
          <ac:chgData name="Mujtaba Ali Bhutto" userId="S::mujtaba_ali.bhutto@fs-students.de::1ddd518f-3c3c-43fd-b2cd-4bea84d6cb42" providerId="AD" clId="Web-{366E3AB7-2362-7851-520C-48825772616D}" dt="2025-09-25T19:28:31.286" v="26" actId="20577"/>
          <ac:spMkLst>
            <pc:docMk/>
            <pc:sldMk cId="3922965850" sldId="2147471130"/>
            <ac:spMk id="3" creationId="{AFABF822-8375-D10F-D362-9FAF868DAA77}"/>
          </ac:spMkLst>
        </pc:spChg>
      </pc:sldChg>
      <pc:sldChg chg="addSp delSp modSp">
        <pc:chgData name="Mujtaba Ali Bhutto" userId="S::mujtaba_ali.bhutto@fs-students.de::1ddd518f-3c3c-43fd-b2cd-4bea84d6cb42" providerId="AD" clId="Web-{366E3AB7-2362-7851-520C-48825772616D}" dt="2025-09-25T19:25:48.041" v="22"/>
        <pc:sldMkLst>
          <pc:docMk/>
          <pc:sldMk cId="1449165222" sldId="2147471196"/>
        </pc:sldMkLst>
      </pc:sldChg>
      <pc:sldChg chg="modSp add replId">
        <pc:chgData name="Mujtaba Ali Bhutto" userId="S::mujtaba_ali.bhutto@fs-students.de::1ddd518f-3c3c-43fd-b2cd-4bea84d6cb42" providerId="AD" clId="Web-{366E3AB7-2362-7851-520C-48825772616D}" dt="2025-09-25T20:08:57.334" v="38" actId="20577"/>
        <pc:sldMkLst>
          <pc:docMk/>
          <pc:sldMk cId="2538595265" sldId="2147471197"/>
        </pc:sldMkLst>
      </pc:sldChg>
      <pc:sldChg chg="modSp add replId">
        <pc:chgData name="Mujtaba Ali Bhutto" userId="S::mujtaba_ali.bhutto@fs-students.de::1ddd518f-3c3c-43fd-b2cd-4bea84d6cb42" providerId="AD" clId="Web-{366E3AB7-2362-7851-520C-48825772616D}" dt="2025-09-25T20:10:22.135" v="53" actId="20577"/>
        <pc:sldMkLst>
          <pc:docMk/>
          <pc:sldMk cId="2760874305" sldId="2147471199"/>
        </pc:sldMkLst>
      </pc:sldChg>
      <pc:sldChg chg="modSp add replId">
        <pc:chgData name="Mujtaba Ali Bhutto" userId="S::mujtaba_ali.bhutto@fs-students.de::1ddd518f-3c3c-43fd-b2cd-4bea84d6cb42" providerId="AD" clId="Web-{366E3AB7-2362-7851-520C-48825772616D}" dt="2025-09-25T20:10:54.276" v="56" actId="20577"/>
        <pc:sldMkLst>
          <pc:docMk/>
          <pc:sldMk cId="381904997" sldId="2147471201"/>
        </pc:sldMkLst>
      </pc:sldChg>
      <pc:sldChg chg="del">
        <pc:chgData name="Mujtaba Ali Bhutto" userId="S::mujtaba_ali.bhutto@fs-students.de::1ddd518f-3c3c-43fd-b2cd-4bea84d6cb42" providerId="AD" clId="Web-{366E3AB7-2362-7851-520C-48825772616D}" dt="2025-09-25T20:06:43.425" v="33"/>
        <pc:sldMkLst>
          <pc:docMk/>
          <pc:sldMk cId="1177391329" sldId="2147471201"/>
        </pc:sldMkLst>
      </pc:sldChg>
      <pc:sldChg chg="add del">
        <pc:chgData name="Mujtaba Ali Bhutto" userId="S::mujtaba_ali.bhutto@fs-students.de::1ddd518f-3c3c-43fd-b2cd-4bea84d6cb42" providerId="AD" clId="Web-{366E3AB7-2362-7851-520C-48825772616D}" dt="2025-09-25T20:06:39.456" v="32"/>
        <pc:sldMkLst>
          <pc:docMk/>
          <pc:sldMk cId="2081528804" sldId="2147471202"/>
        </pc:sldMkLst>
      </pc:sldChg>
    </pc:docChg>
  </pc:docChgLst>
  <pc:docChgLst>
    <pc:chgData name="Kumar Ritesh" userId="7edd467b-0259-4175-b217-dced0d6e2d58" providerId="ADAL" clId="{61A79D60-CDAC-404F-AA3C-2825220DBD65}"/>
    <pc:docChg chg="undo addSld delSld modSld">
      <pc:chgData name="Kumar Ritesh" userId="7edd467b-0259-4175-b217-dced0d6e2d58" providerId="ADAL" clId="{61A79D60-CDAC-404F-AA3C-2825220DBD65}" dt="2025-09-25T20:58:11.038" v="737" actId="20577"/>
      <pc:docMkLst>
        <pc:docMk/>
      </pc:docMkLst>
      <pc:sldChg chg="modSp">
        <pc:chgData name="Kumar Ritesh" userId="7edd467b-0259-4175-b217-dced0d6e2d58" providerId="ADAL" clId="{61A79D60-CDAC-404F-AA3C-2825220DBD65}" dt="2025-09-25T20:22:58.240" v="356" actId="20577"/>
        <pc:sldMkLst>
          <pc:docMk/>
          <pc:sldMk cId="543059158" sldId="2147471190"/>
        </pc:sldMkLst>
        <pc:spChg chg="mod">
          <ac:chgData name="Kumar Ritesh" userId="7edd467b-0259-4175-b217-dced0d6e2d58" providerId="ADAL" clId="{61A79D60-CDAC-404F-AA3C-2825220DBD65}" dt="2025-09-25T20:12:20.759" v="126" actId="20577"/>
          <ac:spMkLst>
            <pc:docMk/>
            <pc:sldMk cId="543059158" sldId="2147471190"/>
            <ac:spMk id="21" creationId="{80F039B8-68E5-47F8-772A-1640CA157362}"/>
          </ac:spMkLst>
        </pc:spChg>
        <pc:spChg chg="mod">
          <ac:chgData name="Kumar Ritesh" userId="7edd467b-0259-4175-b217-dced0d6e2d58" providerId="ADAL" clId="{61A79D60-CDAC-404F-AA3C-2825220DBD65}" dt="2025-09-25T20:14:19.067" v="246" actId="2710"/>
          <ac:spMkLst>
            <pc:docMk/>
            <pc:sldMk cId="543059158" sldId="2147471190"/>
            <ac:spMk id="22" creationId="{81736C24-7A30-F8A6-A86E-368453320BC5}"/>
          </ac:spMkLst>
        </pc:spChg>
        <pc:spChg chg="mod">
          <ac:chgData name="Kumar Ritesh" userId="7edd467b-0259-4175-b217-dced0d6e2d58" providerId="ADAL" clId="{61A79D60-CDAC-404F-AA3C-2825220DBD65}" dt="2025-09-25T20:22:58.240" v="356" actId="20577"/>
          <ac:spMkLst>
            <pc:docMk/>
            <pc:sldMk cId="543059158" sldId="2147471190"/>
            <ac:spMk id="25" creationId="{5EE23162-E12F-FA39-072E-E474E5AF31D3}"/>
          </ac:spMkLst>
        </pc:spChg>
      </pc:sldChg>
      <pc:sldChg chg="modSp add">
        <pc:chgData name="Kumar Ritesh" userId="7edd467b-0259-4175-b217-dced0d6e2d58" providerId="ADAL" clId="{61A79D60-CDAC-404F-AA3C-2825220DBD65}" dt="2025-09-25T20:23:04.029" v="357"/>
        <pc:sldMkLst>
          <pc:docMk/>
          <pc:sldMk cId="1661809649" sldId="2147471202"/>
        </pc:sldMkLst>
      </pc:sldChg>
      <pc:sldChg chg="modSp add">
        <pc:chgData name="Kumar Ritesh" userId="7edd467b-0259-4175-b217-dced0d6e2d58" providerId="ADAL" clId="{61A79D60-CDAC-404F-AA3C-2825220DBD65}" dt="2025-09-25T20:24:50.147" v="369" actId="20577"/>
        <pc:sldMkLst>
          <pc:docMk/>
          <pc:sldMk cId="3881351363" sldId="2147471203"/>
        </pc:sldMkLst>
      </pc:sldChg>
      <pc:sldChg chg="modSp add">
        <pc:chgData name="Kumar Ritesh" userId="7edd467b-0259-4175-b217-dced0d6e2d58" providerId="ADAL" clId="{61A79D60-CDAC-404F-AA3C-2825220DBD65}" dt="2025-09-25T20:37:34.883" v="460"/>
        <pc:sldMkLst>
          <pc:docMk/>
          <pc:sldMk cId="3954178758" sldId="2147471204"/>
        </pc:sldMkLst>
      </pc:sldChg>
      <pc:sldChg chg="modSp add">
        <pc:chgData name="Kumar Ritesh" userId="7edd467b-0259-4175-b217-dced0d6e2d58" providerId="ADAL" clId="{61A79D60-CDAC-404F-AA3C-2825220DBD65}" dt="2025-09-25T20:35:23.886" v="449" actId="20577"/>
        <pc:sldMkLst>
          <pc:docMk/>
          <pc:sldMk cId="749830704" sldId="2147471205"/>
        </pc:sldMkLst>
        <pc:spChg chg="mod">
          <ac:chgData name="Kumar Ritesh" userId="7edd467b-0259-4175-b217-dced0d6e2d58" providerId="ADAL" clId="{61A79D60-CDAC-404F-AA3C-2825220DBD65}" dt="2025-09-25T20:35:06.061" v="445" actId="20577"/>
          <ac:spMkLst>
            <pc:docMk/>
            <pc:sldMk cId="749830704" sldId="2147471205"/>
            <ac:spMk id="4" creationId="{CAD29229-AFE5-7330-EBBD-CF5C1D4E3E45}"/>
          </ac:spMkLst>
        </pc:spChg>
        <pc:spChg chg="mod">
          <ac:chgData name="Kumar Ritesh" userId="7edd467b-0259-4175-b217-dced0d6e2d58" providerId="ADAL" clId="{61A79D60-CDAC-404F-AA3C-2825220DBD65}" dt="2025-09-25T20:33:19.241" v="427"/>
          <ac:spMkLst>
            <pc:docMk/>
            <pc:sldMk cId="749830704" sldId="2147471205"/>
            <ac:spMk id="10" creationId="{0B1018F7-13CC-08B2-962B-A5BC9A3810FD}"/>
          </ac:spMkLst>
        </pc:spChg>
        <pc:spChg chg="mod">
          <ac:chgData name="Kumar Ritesh" userId="7edd467b-0259-4175-b217-dced0d6e2d58" providerId="ADAL" clId="{61A79D60-CDAC-404F-AA3C-2825220DBD65}" dt="2025-09-25T20:35:17.468" v="447" actId="20577"/>
          <ac:spMkLst>
            <pc:docMk/>
            <pc:sldMk cId="749830704" sldId="2147471205"/>
            <ac:spMk id="21" creationId="{80F039B8-68E5-47F8-772A-1640CA157362}"/>
          </ac:spMkLst>
        </pc:spChg>
        <pc:spChg chg="mod">
          <ac:chgData name="Kumar Ritesh" userId="7edd467b-0259-4175-b217-dced0d6e2d58" providerId="ADAL" clId="{61A79D60-CDAC-404F-AA3C-2825220DBD65}" dt="2025-09-25T20:35:23.886" v="449" actId="20577"/>
          <ac:spMkLst>
            <pc:docMk/>
            <pc:sldMk cId="749830704" sldId="2147471205"/>
            <ac:spMk id="22" creationId="{81736C24-7A30-F8A6-A86E-368453320BC5}"/>
          </ac:spMkLst>
        </pc:spChg>
        <pc:spChg chg="mod">
          <ac:chgData name="Kumar Ritesh" userId="7edd467b-0259-4175-b217-dced0d6e2d58" providerId="ADAL" clId="{61A79D60-CDAC-404F-AA3C-2825220DBD65}" dt="2025-09-25T20:33:26.590" v="428"/>
          <ac:spMkLst>
            <pc:docMk/>
            <pc:sldMk cId="749830704" sldId="2147471205"/>
            <ac:spMk id="25" creationId="{5EE23162-E12F-FA39-072E-E474E5AF31D3}"/>
          </ac:spMkLst>
        </pc:spChg>
      </pc:sldChg>
      <pc:sldChg chg="modSp add">
        <pc:chgData name="Kumar Ritesh" userId="7edd467b-0259-4175-b217-dced0d6e2d58" providerId="ADAL" clId="{61A79D60-CDAC-404F-AA3C-2825220DBD65}" dt="2025-09-25T20:40:38.753" v="500" actId="20577"/>
        <pc:sldMkLst>
          <pc:docMk/>
          <pc:sldMk cId="650272301" sldId="2147471206"/>
        </pc:sldMkLst>
        <pc:spChg chg="mod">
          <ac:chgData name="Kumar Ritesh" userId="7edd467b-0259-4175-b217-dced0d6e2d58" providerId="ADAL" clId="{61A79D60-CDAC-404F-AA3C-2825220DBD65}" dt="2025-09-25T20:38:22.757" v="466" actId="20577"/>
          <ac:spMkLst>
            <pc:docMk/>
            <pc:sldMk cId="650272301" sldId="2147471206"/>
            <ac:spMk id="4" creationId="{CAD29229-AFE5-7330-EBBD-CF5C1D4E3E45}"/>
          </ac:spMkLst>
        </pc:spChg>
        <pc:spChg chg="mod">
          <ac:chgData name="Kumar Ritesh" userId="7edd467b-0259-4175-b217-dced0d6e2d58" providerId="ADAL" clId="{61A79D60-CDAC-404F-AA3C-2825220DBD65}" dt="2025-09-25T20:36:59.892" v="457"/>
          <ac:spMkLst>
            <pc:docMk/>
            <pc:sldMk cId="650272301" sldId="2147471206"/>
            <ac:spMk id="10" creationId="{0B1018F7-13CC-08B2-962B-A5BC9A3810FD}"/>
          </ac:spMkLst>
        </pc:spChg>
        <pc:spChg chg="mod">
          <ac:chgData name="Kumar Ritesh" userId="7edd467b-0259-4175-b217-dced0d6e2d58" providerId="ADAL" clId="{61A79D60-CDAC-404F-AA3C-2825220DBD65}" dt="2025-09-25T20:39:27.255" v="478" actId="20577"/>
          <ac:spMkLst>
            <pc:docMk/>
            <pc:sldMk cId="650272301" sldId="2147471206"/>
            <ac:spMk id="21" creationId="{80F039B8-68E5-47F8-772A-1640CA157362}"/>
          </ac:spMkLst>
        </pc:spChg>
        <pc:spChg chg="mod">
          <ac:chgData name="Kumar Ritesh" userId="7edd467b-0259-4175-b217-dced0d6e2d58" providerId="ADAL" clId="{61A79D60-CDAC-404F-AA3C-2825220DBD65}" dt="2025-09-25T20:40:38.753" v="500" actId="20577"/>
          <ac:spMkLst>
            <pc:docMk/>
            <pc:sldMk cId="650272301" sldId="2147471206"/>
            <ac:spMk id="22" creationId="{81736C24-7A30-F8A6-A86E-368453320BC5}"/>
          </ac:spMkLst>
        </pc:spChg>
        <pc:spChg chg="mod">
          <ac:chgData name="Kumar Ritesh" userId="7edd467b-0259-4175-b217-dced0d6e2d58" providerId="ADAL" clId="{61A79D60-CDAC-404F-AA3C-2825220DBD65}" dt="2025-09-25T20:38:51.296" v="468" actId="20577"/>
          <ac:spMkLst>
            <pc:docMk/>
            <pc:sldMk cId="650272301" sldId="2147471206"/>
            <ac:spMk id="25" creationId="{5EE23162-E12F-FA39-072E-E474E5AF31D3}"/>
          </ac:spMkLst>
        </pc:spChg>
      </pc:sldChg>
      <pc:sldChg chg="add del">
        <pc:chgData name="Kumar Ritesh" userId="7edd467b-0259-4175-b217-dced0d6e2d58" providerId="ADAL" clId="{61A79D60-CDAC-404F-AA3C-2825220DBD65}" dt="2025-09-25T20:36:04.769" v="451" actId="2696"/>
        <pc:sldMkLst>
          <pc:docMk/>
          <pc:sldMk cId="2728301393" sldId="2147471206"/>
        </pc:sldMkLst>
      </pc:sldChg>
      <pc:sldChg chg="modSp add">
        <pc:chgData name="Kumar Ritesh" userId="7edd467b-0259-4175-b217-dced0d6e2d58" providerId="ADAL" clId="{61A79D60-CDAC-404F-AA3C-2825220DBD65}" dt="2025-09-25T20:44:07.371" v="547" actId="20577"/>
        <pc:sldMkLst>
          <pc:docMk/>
          <pc:sldMk cId="338562812" sldId="2147471207"/>
        </pc:sldMkLst>
        <pc:spChg chg="mod">
          <ac:chgData name="Kumar Ritesh" userId="7edd467b-0259-4175-b217-dced0d6e2d58" providerId="ADAL" clId="{61A79D60-CDAC-404F-AA3C-2825220DBD65}" dt="2025-09-25T20:42:41.009" v="515"/>
          <ac:spMkLst>
            <pc:docMk/>
            <pc:sldMk cId="338562812" sldId="2147471207"/>
            <ac:spMk id="4" creationId="{CAD29229-AFE5-7330-EBBD-CF5C1D4E3E45}"/>
          </ac:spMkLst>
        </pc:spChg>
        <pc:spChg chg="mod">
          <ac:chgData name="Kumar Ritesh" userId="7edd467b-0259-4175-b217-dced0d6e2d58" providerId="ADAL" clId="{61A79D60-CDAC-404F-AA3C-2825220DBD65}" dt="2025-09-25T20:41:31.469" v="502"/>
          <ac:spMkLst>
            <pc:docMk/>
            <pc:sldMk cId="338562812" sldId="2147471207"/>
            <ac:spMk id="10" creationId="{0B1018F7-13CC-08B2-962B-A5BC9A3810FD}"/>
          </ac:spMkLst>
        </pc:spChg>
        <pc:spChg chg="mod">
          <ac:chgData name="Kumar Ritesh" userId="7edd467b-0259-4175-b217-dced0d6e2d58" providerId="ADAL" clId="{61A79D60-CDAC-404F-AA3C-2825220DBD65}" dt="2025-09-25T20:43:19.046" v="523" actId="20577"/>
          <ac:spMkLst>
            <pc:docMk/>
            <pc:sldMk cId="338562812" sldId="2147471207"/>
            <ac:spMk id="21" creationId="{80F039B8-68E5-47F8-772A-1640CA157362}"/>
          </ac:spMkLst>
        </pc:spChg>
        <pc:spChg chg="mod">
          <ac:chgData name="Kumar Ritesh" userId="7edd467b-0259-4175-b217-dced0d6e2d58" providerId="ADAL" clId="{61A79D60-CDAC-404F-AA3C-2825220DBD65}" dt="2025-09-25T20:44:07.371" v="547" actId="20577"/>
          <ac:spMkLst>
            <pc:docMk/>
            <pc:sldMk cId="338562812" sldId="2147471207"/>
            <ac:spMk id="22" creationId="{81736C24-7A30-F8A6-A86E-368453320BC5}"/>
          </ac:spMkLst>
        </pc:spChg>
        <pc:spChg chg="mod">
          <ac:chgData name="Kumar Ritesh" userId="7edd467b-0259-4175-b217-dced0d6e2d58" providerId="ADAL" clId="{61A79D60-CDAC-404F-AA3C-2825220DBD65}" dt="2025-09-25T20:41:43.074" v="505" actId="20577"/>
          <ac:spMkLst>
            <pc:docMk/>
            <pc:sldMk cId="338562812" sldId="2147471207"/>
            <ac:spMk id="25" creationId="{5EE23162-E12F-FA39-072E-E474E5AF31D3}"/>
          </ac:spMkLst>
        </pc:spChg>
      </pc:sldChg>
      <pc:sldChg chg="modSp add">
        <pc:chgData name="Kumar Ritesh" userId="7edd467b-0259-4175-b217-dced0d6e2d58" providerId="ADAL" clId="{61A79D60-CDAC-404F-AA3C-2825220DBD65}" dt="2025-09-25T20:48:13.199" v="617" actId="20577"/>
        <pc:sldMkLst>
          <pc:docMk/>
          <pc:sldMk cId="1394491106" sldId="2147471208"/>
        </pc:sldMkLst>
        <pc:spChg chg="mod">
          <ac:chgData name="Kumar Ritesh" userId="7edd467b-0259-4175-b217-dced0d6e2d58" providerId="ADAL" clId="{61A79D60-CDAC-404F-AA3C-2825220DBD65}" dt="2025-09-25T20:46:03.688" v="560"/>
          <ac:spMkLst>
            <pc:docMk/>
            <pc:sldMk cId="1394491106" sldId="2147471208"/>
            <ac:spMk id="4" creationId="{CAD29229-AFE5-7330-EBBD-CF5C1D4E3E45}"/>
          </ac:spMkLst>
        </pc:spChg>
        <pc:spChg chg="mod">
          <ac:chgData name="Kumar Ritesh" userId="7edd467b-0259-4175-b217-dced0d6e2d58" providerId="ADAL" clId="{61A79D60-CDAC-404F-AA3C-2825220DBD65}" dt="2025-09-25T20:45:17.022" v="551"/>
          <ac:spMkLst>
            <pc:docMk/>
            <pc:sldMk cId="1394491106" sldId="2147471208"/>
            <ac:spMk id="10" creationId="{0B1018F7-13CC-08B2-962B-A5BC9A3810FD}"/>
          </ac:spMkLst>
        </pc:spChg>
        <pc:spChg chg="mod">
          <ac:chgData name="Kumar Ritesh" userId="7edd467b-0259-4175-b217-dced0d6e2d58" providerId="ADAL" clId="{61A79D60-CDAC-404F-AA3C-2825220DBD65}" dt="2025-09-25T20:47:07.004" v="587" actId="20577"/>
          <ac:spMkLst>
            <pc:docMk/>
            <pc:sldMk cId="1394491106" sldId="2147471208"/>
            <ac:spMk id="21" creationId="{80F039B8-68E5-47F8-772A-1640CA157362}"/>
          </ac:spMkLst>
        </pc:spChg>
        <pc:spChg chg="mod">
          <ac:chgData name="Kumar Ritesh" userId="7edd467b-0259-4175-b217-dced0d6e2d58" providerId="ADAL" clId="{61A79D60-CDAC-404F-AA3C-2825220DBD65}" dt="2025-09-25T20:48:13.199" v="617" actId="20577"/>
          <ac:spMkLst>
            <pc:docMk/>
            <pc:sldMk cId="1394491106" sldId="2147471208"/>
            <ac:spMk id="22" creationId="{81736C24-7A30-F8A6-A86E-368453320BC5}"/>
          </ac:spMkLst>
        </pc:spChg>
        <pc:spChg chg="mod">
          <ac:chgData name="Kumar Ritesh" userId="7edd467b-0259-4175-b217-dced0d6e2d58" providerId="ADAL" clId="{61A79D60-CDAC-404F-AA3C-2825220DBD65}" dt="2025-09-25T20:45:29.327" v="554" actId="20577"/>
          <ac:spMkLst>
            <pc:docMk/>
            <pc:sldMk cId="1394491106" sldId="2147471208"/>
            <ac:spMk id="25" creationId="{5EE23162-E12F-FA39-072E-E474E5AF31D3}"/>
          </ac:spMkLst>
        </pc:spChg>
      </pc:sldChg>
      <pc:sldChg chg="modSp add">
        <pc:chgData name="Kumar Ritesh" userId="7edd467b-0259-4175-b217-dced0d6e2d58" providerId="ADAL" clId="{61A79D60-CDAC-404F-AA3C-2825220DBD65}" dt="2025-09-25T20:54:47.740" v="696" actId="20577"/>
        <pc:sldMkLst>
          <pc:docMk/>
          <pc:sldMk cId="3279120085" sldId="2147471209"/>
        </pc:sldMkLst>
        <pc:spChg chg="mod">
          <ac:chgData name="Kumar Ritesh" userId="7edd467b-0259-4175-b217-dced0d6e2d58" providerId="ADAL" clId="{61A79D60-CDAC-404F-AA3C-2825220DBD65}" dt="2025-09-25T20:51:58.798" v="639"/>
          <ac:spMkLst>
            <pc:docMk/>
            <pc:sldMk cId="3279120085" sldId="2147471209"/>
            <ac:spMk id="4" creationId="{CAD29229-AFE5-7330-EBBD-CF5C1D4E3E45}"/>
          </ac:spMkLst>
        </pc:spChg>
        <pc:spChg chg="mod">
          <ac:chgData name="Kumar Ritesh" userId="7edd467b-0259-4175-b217-dced0d6e2d58" providerId="ADAL" clId="{61A79D60-CDAC-404F-AA3C-2825220DBD65}" dt="2025-09-25T20:49:07.502" v="618"/>
          <ac:spMkLst>
            <pc:docMk/>
            <pc:sldMk cId="3279120085" sldId="2147471209"/>
            <ac:spMk id="10" creationId="{0B1018F7-13CC-08B2-962B-A5BC9A3810FD}"/>
          </ac:spMkLst>
        </pc:spChg>
        <pc:spChg chg="mod">
          <ac:chgData name="Kumar Ritesh" userId="7edd467b-0259-4175-b217-dced0d6e2d58" providerId="ADAL" clId="{61A79D60-CDAC-404F-AA3C-2825220DBD65}" dt="2025-09-25T20:53:23.502" v="657" actId="20577"/>
          <ac:spMkLst>
            <pc:docMk/>
            <pc:sldMk cId="3279120085" sldId="2147471209"/>
            <ac:spMk id="21" creationId="{80F039B8-68E5-47F8-772A-1640CA157362}"/>
          </ac:spMkLst>
        </pc:spChg>
        <pc:spChg chg="mod">
          <ac:chgData name="Kumar Ritesh" userId="7edd467b-0259-4175-b217-dced0d6e2d58" providerId="ADAL" clId="{61A79D60-CDAC-404F-AA3C-2825220DBD65}" dt="2025-09-25T20:54:47.740" v="696" actId="20577"/>
          <ac:spMkLst>
            <pc:docMk/>
            <pc:sldMk cId="3279120085" sldId="2147471209"/>
            <ac:spMk id="22" creationId="{81736C24-7A30-F8A6-A86E-368453320BC5}"/>
          </ac:spMkLst>
        </pc:spChg>
        <pc:spChg chg="mod">
          <ac:chgData name="Kumar Ritesh" userId="7edd467b-0259-4175-b217-dced0d6e2d58" providerId="ADAL" clId="{61A79D60-CDAC-404F-AA3C-2825220DBD65}" dt="2025-09-25T20:49:21.747" v="620" actId="20577"/>
          <ac:spMkLst>
            <pc:docMk/>
            <pc:sldMk cId="3279120085" sldId="2147471209"/>
            <ac:spMk id="25" creationId="{5EE23162-E12F-FA39-072E-E474E5AF31D3}"/>
          </ac:spMkLst>
        </pc:spChg>
      </pc:sldChg>
      <pc:sldChg chg="modSp add">
        <pc:chgData name="Kumar Ritesh" userId="7edd467b-0259-4175-b217-dced0d6e2d58" providerId="ADAL" clId="{61A79D60-CDAC-404F-AA3C-2825220DBD65}" dt="2025-09-25T20:58:11.038" v="737" actId="20577"/>
        <pc:sldMkLst>
          <pc:docMk/>
          <pc:sldMk cId="396445448" sldId="2147471210"/>
        </pc:sldMkLst>
        <pc:spChg chg="mod">
          <ac:chgData name="Kumar Ritesh" userId="7edd467b-0259-4175-b217-dced0d6e2d58" providerId="ADAL" clId="{61A79D60-CDAC-404F-AA3C-2825220DBD65}" dt="2025-09-25T20:57:23.369" v="720" actId="20577"/>
          <ac:spMkLst>
            <pc:docMk/>
            <pc:sldMk cId="396445448" sldId="2147471210"/>
            <ac:spMk id="4" creationId="{CAD29229-AFE5-7330-EBBD-CF5C1D4E3E45}"/>
          </ac:spMkLst>
        </pc:spChg>
        <pc:spChg chg="mod">
          <ac:chgData name="Kumar Ritesh" userId="7edd467b-0259-4175-b217-dced0d6e2d58" providerId="ADAL" clId="{61A79D60-CDAC-404F-AA3C-2825220DBD65}" dt="2025-09-25T20:55:19.616" v="697"/>
          <ac:spMkLst>
            <pc:docMk/>
            <pc:sldMk cId="396445448" sldId="2147471210"/>
            <ac:spMk id="10" creationId="{0B1018F7-13CC-08B2-962B-A5BC9A3810FD}"/>
          </ac:spMkLst>
        </pc:spChg>
        <pc:spChg chg="mod">
          <ac:chgData name="Kumar Ritesh" userId="7edd467b-0259-4175-b217-dced0d6e2d58" providerId="ADAL" clId="{61A79D60-CDAC-404F-AA3C-2825220DBD65}" dt="2025-09-25T20:57:51.353" v="729" actId="20577"/>
          <ac:spMkLst>
            <pc:docMk/>
            <pc:sldMk cId="396445448" sldId="2147471210"/>
            <ac:spMk id="21" creationId="{80F039B8-68E5-47F8-772A-1640CA157362}"/>
          </ac:spMkLst>
        </pc:spChg>
        <pc:spChg chg="mod">
          <ac:chgData name="Kumar Ritesh" userId="7edd467b-0259-4175-b217-dced0d6e2d58" providerId="ADAL" clId="{61A79D60-CDAC-404F-AA3C-2825220DBD65}" dt="2025-09-25T20:58:11.038" v="737" actId="20577"/>
          <ac:spMkLst>
            <pc:docMk/>
            <pc:sldMk cId="396445448" sldId="2147471210"/>
            <ac:spMk id="22" creationId="{81736C24-7A30-F8A6-A86E-368453320BC5}"/>
          </ac:spMkLst>
        </pc:spChg>
        <pc:spChg chg="mod">
          <ac:chgData name="Kumar Ritesh" userId="7edd467b-0259-4175-b217-dced0d6e2d58" providerId="ADAL" clId="{61A79D60-CDAC-404F-AA3C-2825220DBD65}" dt="2025-09-25T20:55:48.073" v="700"/>
          <ac:spMkLst>
            <pc:docMk/>
            <pc:sldMk cId="396445448" sldId="2147471210"/>
            <ac:spMk id="25" creationId="{5EE23162-E12F-FA39-072E-E474E5AF31D3}"/>
          </ac:spMkLst>
        </pc:spChg>
      </pc:sldChg>
    </pc:docChg>
  </pc:docChgLst>
  <pc:docChgLst>
    <pc:chgData name="Abdul Malik" userId="S::abdul.malik@fs-students.de::8fc5dbfa-4b30-4be0-9d84-3d5d0e6f9139" providerId="AD" clId="Web-{0CED2221-0FC0-11FA-9219-AE6A14EAF0F6}"/>
    <pc:docChg chg="addSld delSld modSld">
      <pc:chgData name="Abdul Malik" userId="S::abdul.malik@fs-students.de::8fc5dbfa-4b30-4be0-9d84-3d5d0e6f9139" providerId="AD" clId="Web-{0CED2221-0FC0-11FA-9219-AE6A14EAF0F6}" dt="2025-09-25T08:47:42.046" v="25" actId="20577"/>
      <pc:docMkLst>
        <pc:docMk/>
      </pc:docMkLst>
      <pc:sldChg chg="modSp">
        <pc:chgData name="Abdul Malik" userId="S::abdul.malik@fs-students.de::8fc5dbfa-4b30-4be0-9d84-3d5d0e6f9139" providerId="AD" clId="Web-{0CED2221-0FC0-11FA-9219-AE6A14EAF0F6}" dt="2025-09-25T08:46:49.981" v="15" actId="20577"/>
        <pc:sldMkLst>
          <pc:docMk/>
          <pc:sldMk cId="3643194968" sldId="298"/>
        </pc:sldMkLst>
        <pc:spChg chg="mod">
          <ac:chgData name="Abdul Malik" userId="S::abdul.malik@fs-students.de::8fc5dbfa-4b30-4be0-9d84-3d5d0e6f9139" providerId="AD" clId="Web-{0CED2221-0FC0-11FA-9219-AE6A14EAF0F6}" dt="2025-09-25T08:46:49.981" v="15" actId="20577"/>
          <ac:spMkLst>
            <pc:docMk/>
            <pc:sldMk cId="3643194968" sldId="298"/>
            <ac:spMk id="3" creationId="{2E7B62A7-8EDC-06F9-8E27-465A1588CEEC}"/>
          </ac:spMkLst>
        </pc:spChg>
      </pc:sldChg>
      <pc:sldChg chg="del">
        <pc:chgData name="Abdul Malik" userId="S::abdul.malik@fs-students.de::8fc5dbfa-4b30-4be0-9d84-3d5d0e6f9139" providerId="AD" clId="Web-{0CED2221-0FC0-11FA-9219-AE6A14EAF0F6}" dt="2025-09-25T08:46:00.949" v="1"/>
        <pc:sldMkLst>
          <pc:docMk/>
          <pc:sldMk cId="810059954" sldId="2147471031"/>
        </pc:sldMkLst>
      </pc:sldChg>
      <pc:sldChg chg="del">
        <pc:chgData name="Abdul Malik" userId="S::abdul.malik@fs-students.de::8fc5dbfa-4b30-4be0-9d84-3d5d0e6f9139" providerId="AD" clId="Web-{0CED2221-0FC0-11FA-9219-AE6A14EAF0F6}" dt="2025-09-25T08:46:16.261" v="6"/>
        <pc:sldMkLst>
          <pc:docMk/>
          <pc:sldMk cId="4017219468" sldId="2147471160"/>
        </pc:sldMkLst>
      </pc:sldChg>
      <pc:sldChg chg="del">
        <pc:chgData name="Abdul Malik" userId="S::abdul.malik@fs-students.de::8fc5dbfa-4b30-4be0-9d84-3d5d0e6f9139" providerId="AD" clId="Web-{0CED2221-0FC0-11FA-9219-AE6A14EAF0F6}" dt="2025-09-25T08:46:16.261" v="5"/>
        <pc:sldMkLst>
          <pc:docMk/>
          <pc:sldMk cId="1990056564" sldId="2147471161"/>
        </pc:sldMkLst>
      </pc:sldChg>
      <pc:sldChg chg="del">
        <pc:chgData name="Abdul Malik" userId="S::abdul.malik@fs-students.de::8fc5dbfa-4b30-4be0-9d84-3d5d0e6f9139" providerId="AD" clId="Web-{0CED2221-0FC0-11FA-9219-AE6A14EAF0F6}" dt="2025-09-25T08:46:16.261" v="4"/>
        <pc:sldMkLst>
          <pc:docMk/>
          <pc:sldMk cId="96029933" sldId="2147471162"/>
        </pc:sldMkLst>
      </pc:sldChg>
      <pc:sldChg chg="del">
        <pc:chgData name="Abdul Malik" userId="S::abdul.malik@fs-students.de::8fc5dbfa-4b30-4be0-9d84-3d5d0e6f9139" providerId="AD" clId="Web-{0CED2221-0FC0-11FA-9219-AE6A14EAF0F6}" dt="2025-09-25T08:46:16.261" v="3"/>
        <pc:sldMkLst>
          <pc:docMk/>
          <pc:sldMk cId="2458229833" sldId="2147471163"/>
        </pc:sldMkLst>
      </pc:sldChg>
      <pc:sldChg chg="del">
        <pc:chgData name="Abdul Malik" userId="S::abdul.malik@fs-students.de::8fc5dbfa-4b30-4be0-9d84-3d5d0e6f9139" providerId="AD" clId="Web-{0CED2221-0FC0-11FA-9219-AE6A14EAF0F6}" dt="2025-09-25T08:46:16.261" v="2"/>
        <pc:sldMkLst>
          <pc:docMk/>
          <pc:sldMk cId="3362738482" sldId="2147471164"/>
        </pc:sldMkLst>
      </pc:sldChg>
      <pc:sldChg chg="modSp add">
        <pc:chgData name="Abdul Malik" userId="S::abdul.malik@fs-students.de::8fc5dbfa-4b30-4be0-9d84-3d5d0e6f9139" providerId="AD" clId="Web-{0CED2221-0FC0-11FA-9219-AE6A14EAF0F6}" dt="2025-09-25T08:47:38.593" v="23" actId="20577"/>
        <pc:sldMkLst>
          <pc:docMk/>
          <pc:sldMk cId="461944156" sldId="2147471165"/>
        </pc:sldMkLst>
      </pc:sldChg>
      <pc:sldChg chg="modSp add replId">
        <pc:chgData name="Abdul Malik" userId="S::abdul.malik@fs-students.de::8fc5dbfa-4b30-4be0-9d84-3d5d0e6f9139" providerId="AD" clId="Web-{0CED2221-0FC0-11FA-9219-AE6A14EAF0F6}" dt="2025-09-25T08:47:42.046" v="25" actId="20577"/>
        <pc:sldMkLst>
          <pc:docMk/>
          <pc:sldMk cId="2254330652" sldId="2147471166"/>
        </pc:sldMkLst>
      </pc:sldChg>
    </pc:docChg>
  </pc:docChgLst>
  <pc:docChgLst>
    <pc:chgData name="Abdul Malik" userId="8fc5dbfa-4b30-4be0-9d84-3d5d0e6f9139" providerId="ADAL" clId="{4719B27C-4998-4581-9531-A08A184B795E}"/>
    <pc:docChg chg="undo custSel addSld delSld modSld sldOrd">
      <pc:chgData name="Abdul Malik" userId="8fc5dbfa-4b30-4be0-9d84-3d5d0e6f9139" providerId="ADAL" clId="{4719B27C-4998-4581-9531-A08A184B795E}" dt="2025-09-26T07:05:29.723" v="3359" actId="47"/>
      <pc:docMkLst>
        <pc:docMk/>
      </pc:docMkLst>
      <pc:sldChg chg="del">
        <pc:chgData name="Abdul Malik" userId="8fc5dbfa-4b30-4be0-9d84-3d5d0e6f9139" providerId="ADAL" clId="{4719B27C-4998-4581-9531-A08A184B795E}" dt="2025-09-26T07:05:29.723" v="3359" actId="47"/>
        <pc:sldMkLst>
          <pc:docMk/>
          <pc:sldMk cId="2579588639" sldId="293"/>
        </pc:sldMkLst>
      </pc:sldChg>
      <pc:sldChg chg="addSp delSp modSp mod">
        <pc:chgData name="Abdul Malik" userId="8fc5dbfa-4b30-4be0-9d84-3d5d0e6f9139" providerId="ADAL" clId="{4719B27C-4998-4581-9531-A08A184B795E}" dt="2025-09-26T02:59:06.951" v="3352" actId="20577"/>
        <pc:sldMkLst>
          <pc:docMk/>
          <pc:sldMk cId="3643194968" sldId="298"/>
        </pc:sldMkLst>
        <pc:spChg chg="mod">
          <ac:chgData name="Abdul Malik" userId="8fc5dbfa-4b30-4be0-9d84-3d5d0e6f9139" providerId="ADAL" clId="{4719B27C-4998-4581-9531-A08A184B795E}" dt="2025-09-26T02:59:06.951" v="3352" actId="20577"/>
          <ac:spMkLst>
            <pc:docMk/>
            <pc:sldMk cId="3643194968" sldId="298"/>
            <ac:spMk id="3" creationId="{2E7B62A7-8EDC-06F9-8E27-465A1588CEEC}"/>
          </ac:spMkLst>
        </pc:spChg>
        <pc:spChg chg="del mod">
          <ac:chgData name="Abdul Malik" userId="8fc5dbfa-4b30-4be0-9d84-3d5d0e6f9139" providerId="ADAL" clId="{4719B27C-4998-4581-9531-A08A184B795E}" dt="2025-09-26T02:12:34.007" v="2668" actId="478"/>
          <ac:spMkLst>
            <pc:docMk/>
            <pc:sldMk cId="3643194968" sldId="298"/>
            <ac:spMk id="17" creationId="{AECFD9F4-A799-C104-7D58-3CCBDFC50C90}"/>
          </ac:spMkLst>
        </pc:spChg>
        <pc:picChg chg="add mod">
          <ac:chgData name="Abdul Malik" userId="8fc5dbfa-4b30-4be0-9d84-3d5d0e6f9139" providerId="ADAL" clId="{4719B27C-4998-4581-9531-A08A184B795E}" dt="2025-09-26T02:12:41.355" v="2670" actId="14100"/>
          <ac:picMkLst>
            <pc:docMk/>
            <pc:sldMk cId="3643194968" sldId="298"/>
            <ac:picMk id="2050" creationId="{70490112-DC09-DF75-8B5A-70BB6947CBA8}"/>
          </ac:picMkLst>
        </pc:picChg>
      </pc:sldChg>
      <pc:sldChg chg="modSp add mod">
        <pc:chgData name="Abdul Malik" userId="8fc5dbfa-4b30-4be0-9d84-3d5d0e6f9139" providerId="ADAL" clId="{4719B27C-4998-4581-9531-A08A184B795E}" dt="2025-09-25T08:40:03.321" v="14" actId="20577"/>
        <pc:sldMkLst>
          <pc:docMk/>
          <pc:sldMk cId="810059954" sldId="2147471031"/>
        </pc:sldMkLst>
      </pc:sldChg>
      <pc:sldChg chg="modSp mod ord">
        <pc:chgData name="Abdul Malik" userId="8fc5dbfa-4b30-4be0-9d84-3d5d0e6f9139" providerId="ADAL" clId="{4719B27C-4998-4581-9531-A08A184B795E}" dt="2025-09-26T02:19:27.936" v="2747" actId="113"/>
        <pc:sldMkLst>
          <pc:docMk/>
          <pc:sldMk cId="3922965850" sldId="2147471130"/>
        </pc:sldMkLst>
        <pc:spChg chg="mod">
          <ac:chgData name="Abdul Malik" userId="8fc5dbfa-4b30-4be0-9d84-3d5d0e6f9139" providerId="ADAL" clId="{4719B27C-4998-4581-9531-A08A184B795E}" dt="2025-09-26T02:19:27.936" v="2747" actId="113"/>
          <ac:spMkLst>
            <pc:docMk/>
            <pc:sldMk cId="3922965850" sldId="2147471130"/>
            <ac:spMk id="47" creationId="{ACB7A6FC-E790-8DCE-67E2-F403179BE2FB}"/>
          </ac:spMkLst>
        </pc:spChg>
      </pc:sldChg>
      <pc:sldChg chg="add">
        <pc:chgData name="Abdul Malik" userId="8fc5dbfa-4b30-4be0-9d84-3d5d0e6f9139" providerId="ADAL" clId="{4719B27C-4998-4581-9531-A08A184B795E}" dt="2025-09-25T08:39:51.290" v="8"/>
        <pc:sldMkLst>
          <pc:docMk/>
          <pc:sldMk cId="4017219468" sldId="2147471160"/>
        </pc:sldMkLst>
      </pc:sldChg>
      <pc:sldChg chg="add">
        <pc:chgData name="Abdul Malik" userId="8fc5dbfa-4b30-4be0-9d84-3d5d0e6f9139" providerId="ADAL" clId="{4719B27C-4998-4581-9531-A08A184B795E}" dt="2025-09-25T08:39:53.341" v="9"/>
        <pc:sldMkLst>
          <pc:docMk/>
          <pc:sldMk cId="1990056564" sldId="2147471161"/>
        </pc:sldMkLst>
      </pc:sldChg>
      <pc:sldChg chg="add">
        <pc:chgData name="Abdul Malik" userId="8fc5dbfa-4b30-4be0-9d84-3d5d0e6f9139" providerId="ADAL" clId="{4719B27C-4998-4581-9531-A08A184B795E}" dt="2025-09-25T08:39:54.201" v="10"/>
        <pc:sldMkLst>
          <pc:docMk/>
          <pc:sldMk cId="96029933" sldId="2147471162"/>
        </pc:sldMkLst>
      </pc:sldChg>
      <pc:sldChg chg="add">
        <pc:chgData name="Abdul Malik" userId="8fc5dbfa-4b30-4be0-9d84-3d5d0e6f9139" providerId="ADAL" clId="{4719B27C-4998-4581-9531-A08A184B795E}" dt="2025-09-25T08:39:54.953" v="11"/>
        <pc:sldMkLst>
          <pc:docMk/>
          <pc:sldMk cId="2458229833" sldId="2147471163"/>
        </pc:sldMkLst>
      </pc:sldChg>
      <pc:sldChg chg="add">
        <pc:chgData name="Abdul Malik" userId="8fc5dbfa-4b30-4be0-9d84-3d5d0e6f9139" providerId="ADAL" clId="{4719B27C-4998-4581-9531-A08A184B795E}" dt="2025-09-25T08:39:58.387" v="12"/>
        <pc:sldMkLst>
          <pc:docMk/>
          <pc:sldMk cId="3362738482" sldId="2147471164"/>
        </pc:sldMkLst>
      </pc:sldChg>
      <pc:sldChg chg="modSp mod">
        <pc:chgData name="Abdul Malik" userId="8fc5dbfa-4b30-4be0-9d84-3d5d0e6f9139" providerId="ADAL" clId="{4719B27C-4998-4581-9531-A08A184B795E}" dt="2025-09-25T09:54:16.087" v="1155" actId="20577"/>
        <pc:sldMkLst>
          <pc:docMk/>
          <pc:sldMk cId="461944156" sldId="2147471165"/>
        </pc:sldMkLst>
      </pc:sldChg>
      <pc:sldChg chg="modSp mod ord">
        <pc:chgData name="Abdul Malik" userId="8fc5dbfa-4b30-4be0-9d84-3d5d0e6f9139" providerId="ADAL" clId="{4719B27C-4998-4581-9531-A08A184B795E}" dt="2025-09-25T13:18:25.479" v="1345" actId="20577"/>
        <pc:sldMkLst>
          <pc:docMk/>
          <pc:sldMk cId="2254330652" sldId="2147471166"/>
        </pc:sldMkLst>
      </pc:sldChg>
      <pc:sldChg chg="addSp delSp modSp new del mod">
        <pc:chgData name="Abdul Malik" userId="8fc5dbfa-4b30-4be0-9d84-3d5d0e6f9139" providerId="ADAL" clId="{4719B27C-4998-4581-9531-A08A184B795E}" dt="2025-09-26T00:59:32.721" v="2661" actId="47"/>
        <pc:sldMkLst>
          <pc:docMk/>
          <pc:sldMk cId="1905057578" sldId="2147471167"/>
        </pc:sldMkLst>
      </pc:sldChg>
      <pc:sldChg chg="modSp add del mod">
        <pc:chgData name="Abdul Malik" userId="8fc5dbfa-4b30-4be0-9d84-3d5d0e6f9139" providerId="ADAL" clId="{4719B27C-4998-4581-9531-A08A184B795E}" dt="2025-09-25T09:53:11.890" v="1128" actId="2696"/>
        <pc:sldMkLst>
          <pc:docMk/>
          <pc:sldMk cId="2586898325" sldId="2147471168"/>
        </pc:sldMkLst>
      </pc:sldChg>
      <pc:sldChg chg="modSp add mod">
        <pc:chgData name="Abdul Malik" userId="8fc5dbfa-4b30-4be0-9d84-3d5d0e6f9139" providerId="ADAL" clId="{4719B27C-4998-4581-9531-A08A184B795E}" dt="2025-09-25T09:53:37.592" v="1153" actId="20577"/>
        <pc:sldMkLst>
          <pc:docMk/>
          <pc:sldMk cId="3817334071" sldId="2147471168"/>
        </pc:sldMkLst>
      </pc:sldChg>
      <pc:sldChg chg="modSp add mod ord">
        <pc:chgData name="Abdul Malik" userId="8fc5dbfa-4b30-4be0-9d84-3d5d0e6f9139" providerId="ADAL" clId="{4719B27C-4998-4581-9531-A08A184B795E}" dt="2025-09-25T13:18:20.211" v="1343" actId="20577"/>
        <pc:sldMkLst>
          <pc:docMk/>
          <pc:sldMk cId="2619141326" sldId="2147471169"/>
        </pc:sldMkLst>
      </pc:sldChg>
      <pc:sldChg chg="modSp add mod ord">
        <pc:chgData name="Abdul Malik" userId="8fc5dbfa-4b30-4be0-9d84-3d5d0e6f9139" providerId="ADAL" clId="{4719B27C-4998-4581-9531-A08A184B795E}" dt="2025-09-25T17:37:08.679" v="1363" actId="20577"/>
        <pc:sldMkLst>
          <pc:docMk/>
          <pc:sldMk cId="4040518352" sldId="2147471170"/>
        </pc:sldMkLst>
      </pc:sldChg>
      <pc:sldChg chg="modSp add del mod">
        <pc:chgData name="Abdul Malik" userId="8fc5dbfa-4b30-4be0-9d84-3d5d0e6f9139" providerId="ADAL" clId="{4719B27C-4998-4581-9531-A08A184B795E}" dt="2025-09-25T09:30:19.804" v="605" actId="2696"/>
        <pc:sldMkLst>
          <pc:docMk/>
          <pc:sldMk cId="2130419508" sldId="2147471171"/>
        </pc:sldMkLst>
      </pc:sldChg>
      <pc:sldChg chg="modSp add mod">
        <pc:chgData name="Abdul Malik" userId="8fc5dbfa-4b30-4be0-9d84-3d5d0e6f9139" providerId="ADAL" clId="{4719B27C-4998-4581-9531-A08A184B795E}" dt="2025-09-25T10:08:44.273" v="1161" actId="20577"/>
        <pc:sldMkLst>
          <pc:docMk/>
          <pc:sldMk cId="4190344003" sldId="2147471172"/>
        </pc:sldMkLst>
      </pc:sldChg>
      <pc:sldChg chg="add del">
        <pc:chgData name="Abdul Malik" userId="8fc5dbfa-4b30-4be0-9d84-3d5d0e6f9139" providerId="ADAL" clId="{4719B27C-4998-4581-9531-A08A184B795E}" dt="2025-09-25T08:54:20.484" v="183"/>
        <pc:sldMkLst>
          <pc:docMk/>
          <pc:sldMk cId="1534903780" sldId="2147471173"/>
        </pc:sldMkLst>
      </pc:sldChg>
      <pc:sldChg chg="modSp add mod ord">
        <pc:chgData name="Abdul Malik" userId="8fc5dbfa-4b30-4be0-9d84-3d5d0e6f9139" providerId="ADAL" clId="{4719B27C-4998-4581-9531-A08A184B795E}" dt="2025-09-25T17:41:14.879" v="1431" actId="20577"/>
        <pc:sldMkLst>
          <pc:docMk/>
          <pc:sldMk cId="1813354205" sldId="2147471173"/>
        </pc:sldMkLst>
      </pc:sldChg>
      <pc:sldChg chg="add del">
        <pc:chgData name="Abdul Malik" userId="8fc5dbfa-4b30-4be0-9d84-3d5d0e6f9139" providerId="ADAL" clId="{4719B27C-4998-4581-9531-A08A184B795E}" dt="2025-09-25T08:54:10.797" v="146"/>
        <pc:sldMkLst>
          <pc:docMk/>
          <pc:sldMk cId="2305381359" sldId="2147471173"/>
        </pc:sldMkLst>
      </pc:sldChg>
      <pc:sldChg chg="modSp add mod">
        <pc:chgData name="Abdul Malik" userId="8fc5dbfa-4b30-4be0-9d84-3d5d0e6f9139" providerId="ADAL" clId="{4719B27C-4998-4581-9531-A08A184B795E}" dt="2025-09-25T09:36:53.206" v="972" actId="20577"/>
        <pc:sldMkLst>
          <pc:docMk/>
          <pc:sldMk cId="4073882546" sldId="2147471174"/>
        </pc:sldMkLst>
      </pc:sldChg>
      <pc:sldChg chg="modSp add del mod">
        <pc:chgData name="Abdul Malik" userId="8fc5dbfa-4b30-4be0-9d84-3d5d0e6f9139" providerId="ADAL" clId="{4719B27C-4998-4581-9531-A08A184B795E}" dt="2025-09-25T09:37:19.512" v="973" actId="2696"/>
        <pc:sldMkLst>
          <pc:docMk/>
          <pc:sldMk cId="3950745119" sldId="2147471175"/>
        </pc:sldMkLst>
      </pc:sldChg>
      <pc:sldChg chg="modSp add del mod">
        <pc:chgData name="Abdul Malik" userId="8fc5dbfa-4b30-4be0-9d84-3d5d0e6f9139" providerId="ADAL" clId="{4719B27C-4998-4581-9531-A08A184B795E}" dt="2025-09-26T00:59:19.320" v="2660" actId="47"/>
        <pc:sldMkLst>
          <pc:docMk/>
          <pc:sldMk cId="2629266134" sldId="2147471176"/>
        </pc:sldMkLst>
      </pc:sldChg>
      <pc:sldChg chg="modSp add mod ord">
        <pc:chgData name="Abdul Malik" userId="8fc5dbfa-4b30-4be0-9d84-3d5d0e6f9139" providerId="ADAL" clId="{4719B27C-4998-4581-9531-A08A184B795E}" dt="2025-09-25T09:42:32.798" v="1099" actId="207"/>
        <pc:sldMkLst>
          <pc:docMk/>
          <pc:sldMk cId="3020876459" sldId="2147471177"/>
        </pc:sldMkLst>
      </pc:sldChg>
      <pc:sldChg chg="modSp add mod">
        <pc:chgData name="Abdul Malik" userId="8fc5dbfa-4b30-4be0-9d84-3d5d0e6f9139" providerId="ADAL" clId="{4719B27C-4998-4581-9531-A08A184B795E}" dt="2025-09-25T13:56:14.800" v="1347" actId="20577"/>
        <pc:sldMkLst>
          <pc:docMk/>
          <pc:sldMk cId="2757455700" sldId="2147471178"/>
        </pc:sldMkLst>
      </pc:sldChg>
      <pc:sldChg chg="add del">
        <pc:chgData name="Abdul Malik" userId="8fc5dbfa-4b30-4be0-9d84-3d5d0e6f9139" providerId="ADAL" clId="{4719B27C-4998-4581-9531-A08A184B795E}" dt="2025-09-25T09:53:10.075" v="1127"/>
        <pc:sldMkLst>
          <pc:docMk/>
          <pc:sldMk cId="2731325611" sldId="2147471179"/>
        </pc:sldMkLst>
      </pc:sldChg>
      <pc:sldChg chg="addSp delSp modSp add del mod">
        <pc:chgData name="Abdul Malik" userId="8fc5dbfa-4b30-4be0-9d84-3d5d0e6f9139" providerId="ADAL" clId="{4719B27C-4998-4581-9531-A08A184B795E}" dt="2025-09-26T02:26:20.497" v="2789" actId="1076"/>
        <pc:sldMkLst>
          <pc:docMk/>
          <pc:sldMk cId="2726261524" sldId="2147471194"/>
        </pc:sldMkLst>
        <pc:spChg chg="mod">
          <ac:chgData name="Abdul Malik" userId="8fc5dbfa-4b30-4be0-9d84-3d5d0e6f9139" providerId="ADAL" clId="{4719B27C-4998-4581-9531-A08A184B795E}" dt="2025-09-25T17:50:47.975" v="1436" actId="20577"/>
          <ac:spMkLst>
            <pc:docMk/>
            <pc:sldMk cId="2726261524" sldId="2147471194"/>
            <ac:spMk id="2" creationId="{D0354602-0FE4-47FB-F351-D1BB828E8F40}"/>
          </ac:spMkLst>
        </pc:spChg>
        <pc:spChg chg="add mod">
          <ac:chgData name="Abdul Malik" userId="8fc5dbfa-4b30-4be0-9d84-3d5d0e6f9139" providerId="ADAL" clId="{4719B27C-4998-4581-9531-A08A184B795E}" dt="2025-09-25T17:50:56.613" v="1437" actId="767"/>
          <ac:spMkLst>
            <pc:docMk/>
            <pc:sldMk cId="2726261524" sldId="2147471194"/>
            <ac:spMk id="3" creationId="{F4513E6B-9688-6381-1E6D-AC8DADD444AD}"/>
          </ac:spMkLst>
        </pc:spChg>
        <pc:spChg chg="add mod">
          <ac:chgData name="Abdul Malik" userId="8fc5dbfa-4b30-4be0-9d84-3d5d0e6f9139" providerId="ADAL" clId="{4719B27C-4998-4581-9531-A08A184B795E}" dt="2025-09-25T17:55:55.691" v="1508" actId="6549"/>
          <ac:spMkLst>
            <pc:docMk/>
            <pc:sldMk cId="2726261524" sldId="2147471194"/>
            <ac:spMk id="5" creationId="{1CB3166D-10F7-BE33-49A8-B8AB792466C7}"/>
          </ac:spMkLst>
        </pc:spChg>
        <pc:picChg chg="add mod">
          <ac:chgData name="Abdul Malik" userId="8fc5dbfa-4b30-4be0-9d84-3d5d0e6f9139" providerId="ADAL" clId="{4719B27C-4998-4581-9531-A08A184B795E}" dt="2025-09-26T02:26:20.497" v="2789" actId="1076"/>
          <ac:picMkLst>
            <pc:docMk/>
            <pc:sldMk cId="2726261524" sldId="2147471194"/>
            <ac:picMk id="12" creationId="{D82DA9BF-5DF5-8C90-2606-E27D7A441B90}"/>
          </ac:picMkLst>
        </pc:picChg>
        <pc:picChg chg="add mod">
          <ac:chgData name="Abdul Malik" userId="8fc5dbfa-4b30-4be0-9d84-3d5d0e6f9139" providerId="ADAL" clId="{4719B27C-4998-4581-9531-A08A184B795E}" dt="2025-09-26T02:26:17.563" v="2788" actId="1076"/>
          <ac:picMkLst>
            <pc:docMk/>
            <pc:sldMk cId="2726261524" sldId="2147471194"/>
            <ac:picMk id="14" creationId="{E4685847-217B-9A05-AEF3-D5C0522B234D}"/>
          </ac:picMkLst>
        </pc:picChg>
        <pc:picChg chg="add del mod">
          <ac:chgData name="Abdul Malik" userId="8fc5dbfa-4b30-4be0-9d84-3d5d0e6f9139" providerId="ADAL" clId="{4719B27C-4998-4581-9531-A08A184B795E}" dt="2025-09-26T02:24:47.362" v="2775" actId="478"/>
          <ac:picMkLst>
            <pc:docMk/>
            <pc:sldMk cId="2726261524" sldId="2147471194"/>
            <ac:picMk id="1026" creationId="{03E42E67-7C09-AA96-F5CD-2A5F23D6CC5E}"/>
          </ac:picMkLst>
        </pc:picChg>
      </pc:sldChg>
      <pc:sldChg chg="addSp delSp modSp add mod">
        <pc:chgData name="Abdul Malik" userId="8fc5dbfa-4b30-4be0-9d84-3d5d0e6f9139" providerId="ADAL" clId="{4719B27C-4998-4581-9531-A08A184B795E}" dt="2025-09-25T23:33:45.283" v="1878" actId="403"/>
        <pc:sldMkLst>
          <pc:docMk/>
          <pc:sldMk cId="1513500012" sldId="2147471195"/>
        </pc:sldMkLst>
        <pc:spChg chg="mod">
          <ac:chgData name="Abdul Malik" userId="8fc5dbfa-4b30-4be0-9d84-3d5d0e6f9139" providerId="ADAL" clId="{4719B27C-4998-4581-9531-A08A184B795E}" dt="2025-09-25T19:47:17.320" v="1722" actId="20577"/>
          <ac:spMkLst>
            <pc:docMk/>
            <pc:sldMk cId="1513500012" sldId="2147471195"/>
            <ac:spMk id="2" creationId="{EBC6F74C-C084-C9AB-B040-E4EB040EE65A}"/>
          </ac:spMkLst>
        </pc:spChg>
        <pc:spChg chg="add mod">
          <ac:chgData name="Abdul Malik" userId="8fc5dbfa-4b30-4be0-9d84-3d5d0e6f9139" providerId="ADAL" clId="{4719B27C-4998-4581-9531-A08A184B795E}" dt="2025-09-25T23:33:45.283" v="1878" actId="403"/>
          <ac:spMkLst>
            <pc:docMk/>
            <pc:sldMk cId="1513500012" sldId="2147471195"/>
            <ac:spMk id="9" creationId="{75427D32-A3DE-C6B1-196F-6220211B1FE6}"/>
          </ac:spMkLst>
        </pc:spChg>
        <pc:spChg chg="add mod">
          <ac:chgData name="Abdul Malik" userId="8fc5dbfa-4b30-4be0-9d84-3d5d0e6f9139" providerId="ADAL" clId="{4719B27C-4998-4581-9531-A08A184B795E}" dt="2025-09-25T23:33:10.475" v="1869" actId="14100"/>
          <ac:spMkLst>
            <pc:docMk/>
            <pc:sldMk cId="1513500012" sldId="2147471195"/>
            <ac:spMk id="10" creationId="{2C4AEB16-DD00-E2D6-27E9-28539E716048}"/>
          </ac:spMkLst>
        </pc:spChg>
        <pc:picChg chg="add mod ord modCrop">
          <ac:chgData name="Abdul Malik" userId="8fc5dbfa-4b30-4be0-9d84-3d5d0e6f9139" providerId="ADAL" clId="{4719B27C-4998-4581-9531-A08A184B795E}" dt="2025-09-25T23:33:37.340" v="1877" actId="1076"/>
          <ac:picMkLst>
            <pc:docMk/>
            <pc:sldMk cId="1513500012" sldId="2147471195"/>
            <ac:picMk id="12" creationId="{5131C5BD-1E25-4A6C-DE77-9AD6AD5B8AA7}"/>
          </ac:picMkLst>
        </pc:picChg>
        <pc:picChg chg="add mod modCrop">
          <ac:chgData name="Abdul Malik" userId="8fc5dbfa-4b30-4be0-9d84-3d5d0e6f9139" providerId="ADAL" clId="{4719B27C-4998-4581-9531-A08A184B795E}" dt="2025-09-25T23:33:29.771" v="1874" actId="1076"/>
          <ac:picMkLst>
            <pc:docMk/>
            <pc:sldMk cId="1513500012" sldId="2147471195"/>
            <ac:picMk id="14" creationId="{554EF810-7AB9-5560-B508-CA16091DEBCE}"/>
          </ac:picMkLst>
        </pc:picChg>
      </pc:sldChg>
      <pc:sldChg chg="del ord">
        <pc:chgData name="Abdul Malik" userId="8fc5dbfa-4b30-4be0-9d84-3d5d0e6f9139" providerId="ADAL" clId="{4719B27C-4998-4581-9531-A08A184B795E}" dt="2025-09-26T02:18:45.572" v="2745" actId="47"/>
        <pc:sldMkLst>
          <pc:docMk/>
          <pc:sldMk cId="3359499436" sldId="2147471202"/>
        </pc:sldMkLst>
      </pc:sldChg>
      <pc:sldChg chg="delSp modSp mod ord">
        <pc:chgData name="Abdul Malik" userId="8fc5dbfa-4b30-4be0-9d84-3d5d0e6f9139" providerId="ADAL" clId="{4719B27C-4998-4581-9531-A08A184B795E}" dt="2025-09-26T02:21:17.604" v="2773" actId="1076"/>
        <pc:sldMkLst>
          <pc:docMk/>
          <pc:sldMk cId="3675332360" sldId="2147471203"/>
        </pc:sldMkLst>
        <pc:spChg chg="mod">
          <ac:chgData name="Abdul Malik" userId="8fc5dbfa-4b30-4be0-9d84-3d5d0e6f9139" providerId="ADAL" clId="{4719B27C-4998-4581-9531-A08A184B795E}" dt="2025-09-26T02:21:07.133" v="2770" actId="403"/>
          <ac:spMkLst>
            <pc:docMk/>
            <pc:sldMk cId="3675332360" sldId="2147471203"/>
            <ac:spMk id="28" creationId="{27EEA87A-8E3B-5005-27FE-490DF7A649A9}"/>
          </ac:spMkLst>
        </pc:spChg>
        <pc:spChg chg="mod">
          <ac:chgData name="Abdul Malik" userId="8fc5dbfa-4b30-4be0-9d84-3d5d0e6f9139" providerId="ADAL" clId="{4719B27C-4998-4581-9531-A08A184B795E}" dt="2025-09-26T02:21:11.001" v="2772" actId="403"/>
          <ac:spMkLst>
            <pc:docMk/>
            <pc:sldMk cId="3675332360" sldId="2147471203"/>
            <ac:spMk id="35" creationId="{D5195E53-7FF1-FEDC-E499-729008EF86C6}"/>
          </ac:spMkLst>
        </pc:spChg>
        <pc:grpChg chg="mod">
          <ac:chgData name="Abdul Malik" userId="8fc5dbfa-4b30-4be0-9d84-3d5d0e6f9139" providerId="ADAL" clId="{4719B27C-4998-4581-9531-A08A184B795E}" dt="2025-09-26T02:21:02.787" v="2768" actId="14100"/>
          <ac:grpSpMkLst>
            <pc:docMk/>
            <pc:sldMk cId="3675332360" sldId="2147471203"/>
            <ac:grpSpMk id="29" creationId="{85DE4F0A-21AD-C9AD-A2B4-95FD7D8E2937}"/>
          </ac:grpSpMkLst>
        </pc:grpChg>
        <pc:grpChg chg="mod">
          <ac:chgData name="Abdul Malik" userId="8fc5dbfa-4b30-4be0-9d84-3d5d0e6f9139" providerId="ADAL" clId="{4719B27C-4998-4581-9531-A08A184B795E}" dt="2025-09-26T02:21:17.604" v="2773" actId="1076"/>
          <ac:grpSpMkLst>
            <pc:docMk/>
            <pc:sldMk cId="3675332360" sldId="2147471203"/>
            <ac:grpSpMk id="42" creationId="{A1B9FE2B-9828-5B36-80A8-166F5D8BCCB7}"/>
          </ac:grpSpMkLst>
        </pc:grpChg>
        <pc:grpChg chg="del">
          <ac:chgData name="Abdul Malik" userId="8fc5dbfa-4b30-4be0-9d84-3d5d0e6f9139" providerId="ADAL" clId="{4719B27C-4998-4581-9531-A08A184B795E}" dt="2025-09-26T02:20:52.711" v="2765" actId="478"/>
          <ac:grpSpMkLst>
            <pc:docMk/>
            <pc:sldMk cId="3675332360" sldId="2147471203"/>
            <ac:grpSpMk id="43" creationId="{7F2B01BD-F852-4347-00F4-138DD9B49861}"/>
          </ac:grpSpMkLst>
        </pc:grpChg>
      </pc:sldChg>
      <pc:sldChg chg="ord">
        <pc:chgData name="Abdul Malik" userId="8fc5dbfa-4b30-4be0-9d84-3d5d0e6f9139" providerId="ADAL" clId="{4719B27C-4998-4581-9531-A08A184B795E}" dt="2025-09-26T00:43:58.095" v="2655"/>
        <pc:sldMkLst>
          <pc:docMk/>
          <pc:sldMk cId="2870764370" sldId="2147471204"/>
        </pc:sldMkLst>
      </pc:sldChg>
      <pc:sldChg chg="addSp delSp modSp add mod ord">
        <pc:chgData name="Abdul Malik" userId="8fc5dbfa-4b30-4be0-9d84-3d5d0e6f9139" providerId="ADAL" clId="{4719B27C-4998-4581-9531-A08A184B795E}" dt="2025-09-26T02:27:39.362" v="2796" actId="20577"/>
        <pc:sldMkLst>
          <pc:docMk/>
          <pc:sldMk cId="3491775990" sldId="2147471217"/>
        </pc:sldMkLst>
        <pc:spChg chg="mod">
          <ac:chgData name="Abdul Malik" userId="8fc5dbfa-4b30-4be0-9d84-3d5d0e6f9139" providerId="ADAL" clId="{4719B27C-4998-4581-9531-A08A184B795E}" dt="2025-09-25T23:22:26.354" v="1812" actId="20577"/>
          <ac:spMkLst>
            <pc:docMk/>
            <pc:sldMk cId="3491775990" sldId="2147471217"/>
            <ac:spMk id="2" creationId="{24CB42EC-27FF-775C-8E24-853F470DE738}"/>
          </ac:spMkLst>
        </pc:spChg>
        <pc:spChg chg="mod">
          <ac:chgData name="Abdul Malik" userId="8fc5dbfa-4b30-4be0-9d84-3d5d0e6f9139" providerId="ADAL" clId="{4719B27C-4998-4581-9531-A08A184B795E}" dt="2025-09-26T02:27:39.362" v="2796" actId="20577"/>
          <ac:spMkLst>
            <pc:docMk/>
            <pc:sldMk cId="3491775990" sldId="2147471217"/>
            <ac:spMk id="5" creationId="{FA001580-1EDB-B67A-48FD-94B4504154F6}"/>
          </ac:spMkLst>
        </pc:spChg>
        <pc:picChg chg="add mod">
          <ac:chgData name="Abdul Malik" userId="8fc5dbfa-4b30-4be0-9d84-3d5d0e6f9139" providerId="ADAL" clId="{4719B27C-4998-4581-9531-A08A184B795E}" dt="2025-09-25T23:38:48.920" v="1900" actId="1076"/>
          <ac:picMkLst>
            <pc:docMk/>
            <pc:sldMk cId="3491775990" sldId="2147471217"/>
            <ac:picMk id="6" creationId="{2E221F3D-B01C-13B2-5F1F-6DC13F9F9B6B}"/>
          </ac:picMkLst>
        </pc:picChg>
      </pc:sldChg>
      <pc:sldChg chg="modSp add del mod">
        <pc:chgData name="Abdul Malik" userId="8fc5dbfa-4b30-4be0-9d84-3d5d0e6f9139" providerId="ADAL" clId="{4719B27C-4998-4581-9531-A08A184B795E}" dt="2025-09-26T02:14:55.391" v="2671" actId="47"/>
        <pc:sldMkLst>
          <pc:docMk/>
          <pc:sldMk cId="3691118921" sldId="2147471218"/>
        </pc:sldMkLst>
      </pc:sldChg>
      <pc:sldChg chg="del">
        <pc:chgData name="Abdul Malik" userId="8fc5dbfa-4b30-4be0-9d84-3d5d0e6f9139" providerId="ADAL" clId="{4719B27C-4998-4581-9531-A08A184B795E}" dt="2025-09-26T02:18:45.572" v="2745" actId="47"/>
        <pc:sldMkLst>
          <pc:docMk/>
          <pc:sldMk cId="11753917" sldId="2147471220"/>
        </pc:sldMkLst>
      </pc:sldChg>
      <pc:sldChg chg="new del">
        <pc:chgData name="Abdul Malik" userId="8fc5dbfa-4b30-4be0-9d84-3d5d0e6f9139" providerId="ADAL" clId="{4719B27C-4998-4581-9531-A08A184B795E}" dt="2025-09-25T23:44:11.782" v="2075" actId="47"/>
        <pc:sldMkLst>
          <pc:docMk/>
          <pc:sldMk cId="2088341706" sldId="2147471221"/>
        </pc:sldMkLst>
      </pc:sldChg>
      <pc:sldChg chg="addSp delSp modSp add mod">
        <pc:chgData name="Abdul Malik" userId="8fc5dbfa-4b30-4be0-9d84-3d5d0e6f9139" providerId="ADAL" clId="{4719B27C-4998-4581-9531-A08A184B795E}" dt="2025-09-26T02:28:43.877" v="2820" actId="20577"/>
        <pc:sldMkLst>
          <pc:docMk/>
          <pc:sldMk cId="3185852850" sldId="2147471221"/>
        </pc:sldMkLst>
        <pc:spChg chg="mod">
          <ac:chgData name="Abdul Malik" userId="8fc5dbfa-4b30-4be0-9d84-3d5d0e6f9139" providerId="ADAL" clId="{4719B27C-4998-4581-9531-A08A184B795E}" dt="2025-09-25T23:45:47.049" v="2159" actId="20577"/>
          <ac:spMkLst>
            <pc:docMk/>
            <pc:sldMk cId="3185852850" sldId="2147471221"/>
            <ac:spMk id="2" creationId="{D6E31C00-E636-AAD3-C084-EC3BB9F6F9FD}"/>
          </ac:spMkLst>
        </pc:spChg>
        <pc:spChg chg="mod">
          <ac:chgData name="Abdul Malik" userId="8fc5dbfa-4b30-4be0-9d84-3d5d0e6f9139" providerId="ADAL" clId="{4719B27C-4998-4581-9531-A08A184B795E}" dt="2025-09-26T02:28:43.877" v="2820" actId="20577"/>
          <ac:spMkLst>
            <pc:docMk/>
            <pc:sldMk cId="3185852850" sldId="2147471221"/>
            <ac:spMk id="5" creationId="{BAE1C7F6-D0B1-AB90-5ACC-820469AD5AE6}"/>
          </ac:spMkLst>
        </pc:spChg>
        <pc:spChg chg="add mod">
          <ac:chgData name="Abdul Malik" userId="8fc5dbfa-4b30-4be0-9d84-3d5d0e6f9139" providerId="ADAL" clId="{4719B27C-4998-4581-9531-A08A184B795E}" dt="2025-09-26T00:21:52.102" v="2289" actId="1036"/>
          <ac:spMkLst>
            <pc:docMk/>
            <pc:sldMk cId="3185852850" sldId="2147471221"/>
            <ac:spMk id="11" creationId="{AD1E7E16-17A6-1389-C453-62647AC494D7}"/>
          </ac:spMkLst>
        </pc:spChg>
        <pc:picChg chg="add del mod">
          <ac:chgData name="Abdul Malik" userId="8fc5dbfa-4b30-4be0-9d84-3d5d0e6f9139" providerId="ADAL" clId="{4719B27C-4998-4581-9531-A08A184B795E}" dt="2025-09-26T00:09:10.633" v="2247" actId="478"/>
          <ac:picMkLst>
            <pc:docMk/>
            <pc:sldMk cId="3185852850" sldId="2147471221"/>
            <ac:picMk id="6" creationId="{7416D194-5216-D6FD-9194-19BD5DBD0E77}"/>
          </ac:picMkLst>
        </pc:picChg>
        <pc:picChg chg="add mod">
          <ac:chgData name="Abdul Malik" userId="8fc5dbfa-4b30-4be0-9d84-3d5d0e6f9139" providerId="ADAL" clId="{4719B27C-4998-4581-9531-A08A184B795E}" dt="2025-09-26T00:09:24.017" v="2252" actId="1076"/>
          <ac:picMkLst>
            <pc:docMk/>
            <pc:sldMk cId="3185852850" sldId="2147471221"/>
            <ac:picMk id="8" creationId="{1175D663-24B1-5173-FAAA-A9E473446098}"/>
          </ac:picMkLst>
        </pc:picChg>
        <pc:picChg chg="add mod ord modCrop">
          <ac:chgData name="Abdul Malik" userId="8fc5dbfa-4b30-4be0-9d84-3d5d0e6f9139" providerId="ADAL" clId="{4719B27C-4998-4581-9531-A08A184B795E}" dt="2025-09-26T00:14:22.409" v="2263" actId="1076"/>
          <ac:picMkLst>
            <pc:docMk/>
            <pc:sldMk cId="3185852850" sldId="2147471221"/>
            <ac:picMk id="10" creationId="{6C456E77-FB8C-94EA-E55C-70BF7DFC25B6}"/>
          </ac:picMkLst>
        </pc:picChg>
      </pc:sldChg>
      <pc:sldChg chg="addSp delSp modSp add mod ord">
        <pc:chgData name="Abdul Malik" userId="8fc5dbfa-4b30-4be0-9d84-3d5d0e6f9139" providerId="ADAL" clId="{4719B27C-4998-4581-9531-A08A184B795E}" dt="2025-09-26T02:43:27.465" v="3062" actId="14100"/>
        <pc:sldMkLst>
          <pc:docMk/>
          <pc:sldMk cId="1444007940" sldId="2147471222"/>
        </pc:sldMkLst>
        <pc:spChg chg="mod">
          <ac:chgData name="Abdul Malik" userId="8fc5dbfa-4b30-4be0-9d84-3d5d0e6f9139" providerId="ADAL" clId="{4719B27C-4998-4581-9531-A08A184B795E}" dt="2025-09-26T02:38:10.552" v="3042" actId="20577"/>
          <ac:spMkLst>
            <pc:docMk/>
            <pc:sldMk cId="1444007940" sldId="2147471222"/>
            <ac:spMk id="2" creationId="{A91E461B-C45B-D2AB-FB8C-BE4E4C04C5DA}"/>
          </ac:spMkLst>
        </pc:spChg>
        <pc:spChg chg="mod">
          <ac:chgData name="Abdul Malik" userId="8fc5dbfa-4b30-4be0-9d84-3d5d0e6f9139" providerId="ADAL" clId="{4719B27C-4998-4581-9531-A08A184B795E}" dt="2025-09-26T02:37:39.702" v="3036" actId="20577"/>
          <ac:spMkLst>
            <pc:docMk/>
            <pc:sldMk cId="1444007940" sldId="2147471222"/>
            <ac:spMk id="5" creationId="{FDD51F4E-B149-34A1-753B-4066E3671C6C}"/>
          </ac:spMkLst>
        </pc:spChg>
        <pc:spChg chg="add mod">
          <ac:chgData name="Abdul Malik" userId="8fc5dbfa-4b30-4be0-9d84-3d5d0e6f9139" providerId="ADAL" clId="{4719B27C-4998-4581-9531-A08A184B795E}" dt="2025-09-26T02:43:27.465" v="3062" actId="14100"/>
          <ac:spMkLst>
            <pc:docMk/>
            <pc:sldMk cId="1444007940" sldId="2147471222"/>
            <ac:spMk id="13" creationId="{9B80D4E7-F25D-E0B6-A865-E54C5786784B}"/>
          </ac:spMkLst>
        </pc:spChg>
        <pc:picChg chg="add del mod">
          <ac:chgData name="Abdul Malik" userId="8fc5dbfa-4b30-4be0-9d84-3d5d0e6f9139" providerId="ADAL" clId="{4719B27C-4998-4581-9531-A08A184B795E}" dt="2025-09-26T02:39:23.293" v="3043" actId="478"/>
          <ac:picMkLst>
            <pc:docMk/>
            <pc:sldMk cId="1444007940" sldId="2147471222"/>
            <ac:picMk id="6" creationId="{19B9C447-EA1A-C457-90C1-4A66437E6D8E}"/>
          </ac:picMkLst>
        </pc:picChg>
        <pc:picChg chg="del">
          <ac:chgData name="Abdul Malik" userId="8fc5dbfa-4b30-4be0-9d84-3d5d0e6f9139" providerId="ADAL" clId="{4719B27C-4998-4581-9531-A08A184B795E}" dt="2025-09-26T00:17:51.656" v="2280" actId="478"/>
          <ac:picMkLst>
            <pc:docMk/>
            <pc:sldMk cId="1444007940" sldId="2147471222"/>
            <ac:picMk id="8" creationId="{04D44AA5-E63E-AC41-CCC3-EF78BC895A25}"/>
          </ac:picMkLst>
        </pc:picChg>
        <pc:picChg chg="add del mod ord modCrop">
          <ac:chgData name="Abdul Malik" userId="8fc5dbfa-4b30-4be0-9d84-3d5d0e6f9139" providerId="ADAL" clId="{4719B27C-4998-4581-9531-A08A184B795E}" dt="2025-09-26T02:39:26.213" v="3044" actId="478"/>
          <ac:picMkLst>
            <pc:docMk/>
            <pc:sldMk cId="1444007940" sldId="2147471222"/>
            <ac:picMk id="9" creationId="{831A6EC2-9583-3D2F-F589-989D39469F08}"/>
          </ac:picMkLst>
        </pc:picChg>
        <pc:picChg chg="del">
          <ac:chgData name="Abdul Malik" userId="8fc5dbfa-4b30-4be0-9d84-3d5d0e6f9139" providerId="ADAL" clId="{4719B27C-4998-4581-9531-A08A184B795E}" dt="2025-09-26T00:17:53.247" v="2281" actId="478"/>
          <ac:picMkLst>
            <pc:docMk/>
            <pc:sldMk cId="1444007940" sldId="2147471222"/>
            <ac:picMk id="10" creationId="{45D5032D-8FB6-C920-894D-4DCFD9C0FB75}"/>
          </ac:picMkLst>
        </pc:picChg>
        <pc:picChg chg="add mod">
          <ac:chgData name="Abdul Malik" userId="8fc5dbfa-4b30-4be0-9d84-3d5d0e6f9139" providerId="ADAL" clId="{4719B27C-4998-4581-9531-A08A184B795E}" dt="2025-09-26T02:43:15.790" v="3058" actId="1076"/>
          <ac:picMkLst>
            <pc:docMk/>
            <pc:sldMk cId="1444007940" sldId="2147471222"/>
            <ac:picMk id="12" creationId="{5403C87A-AD39-6CAD-3E32-2FCE5A2268EF}"/>
          </ac:picMkLst>
        </pc:picChg>
        <pc:picChg chg="add mod modCrop">
          <ac:chgData name="Abdul Malik" userId="8fc5dbfa-4b30-4be0-9d84-3d5d0e6f9139" providerId="ADAL" clId="{4719B27C-4998-4581-9531-A08A184B795E}" dt="2025-09-26T02:43:18" v="3059" actId="1076"/>
          <ac:picMkLst>
            <pc:docMk/>
            <pc:sldMk cId="1444007940" sldId="2147471222"/>
            <ac:picMk id="15" creationId="{FB1697AD-E3FD-6B95-7FC4-AB70953DDBE6}"/>
          </ac:picMkLst>
        </pc:picChg>
      </pc:sldChg>
      <pc:sldChg chg="modSp add mod ord">
        <pc:chgData name="Abdul Malik" userId="8fc5dbfa-4b30-4be0-9d84-3d5d0e6f9139" providerId="ADAL" clId="{4719B27C-4998-4581-9531-A08A184B795E}" dt="2025-09-26T02:47:55.398" v="3142" actId="20577"/>
        <pc:sldMkLst>
          <pc:docMk/>
          <pc:sldMk cId="1423579585" sldId="2147471223"/>
        </pc:sldMkLst>
        <pc:spChg chg="mod">
          <ac:chgData name="Abdul Malik" userId="8fc5dbfa-4b30-4be0-9d84-3d5d0e6f9139" providerId="ADAL" clId="{4719B27C-4998-4581-9531-A08A184B795E}" dt="2025-09-26T00:30:30.492" v="2614" actId="20577"/>
          <ac:spMkLst>
            <pc:docMk/>
            <pc:sldMk cId="1423579585" sldId="2147471223"/>
            <ac:spMk id="2" creationId="{2CF9C399-B347-B501-7A4A-E4A0F3F1F01A}"/>
          </ac:spMkLst>
        </pc:spChg>
        <pc:spChg chg="mod">
          <ac:chgData name="Abdul Malik" userId="8fc5dbfa-4b30-4be0-9d84-3d5d0e6f9139" providerId="ADAL" clId="{4719B27C-4998-4581-9531-A08A184B795E}" dt="2025-09-26T02:47:55.398" v="3142" actId="20577"/>
          <ac:spMkLst>
            <pc:docMk/>
            <pc:sldMk cId="1423579585" sldId="2147471223"/>
            <ac:spMk id="5" creationId="{001A3022-D19E-99D5-D2FB-4DBBD1F5C487}"/>
          </ac:spMkLst>
        </pc:spChg>
      </pc:sldChg>
      <pc:sldChg chg="add del">
        <pc:chgData name="Abdul Malik" userId="8fc5dbfa-4b30-4be0-9d84-3d5d0e6f9139" providerId="ADAL" clId="{4719B27C-4998-4581-9531-A08A184B795E}" dt="2025-09-26T00:17:33.230" v="2277" actId="47"/>
        <pc:sldMkLst>
          <pc:docMk/>
          <pc:sldMk cId="1730175117" sldId="2147471224"/>
        </pc:sldMkLst>
      </pc:sldChg>
      <pc:sldChg chg="addSp delSp modSp mod">
        <pc:chgData name="Abdul Malik" userId="8fc5dbfa-4b30-4be0-9d84-3d5d0e6f9139" providerId="ADAL" clId="{4719B27C-4998-4581-9531-A08A184B795E}" dt="2025-09-26T03:04:14.154" v="3357" actId="478"/>
        <pc:sldMkLst>
          <pc:docMk/>
          <pc:sldMk cId="3817875491" sldId="2147471229"/>
        </pc:sldMkLst>
        <pc:spChg chg="add del mod">
          <ac:chgData name="Abdul Malik" userId="8fc5dbfa-4b30-4be0-9d84-3d5d0e6f9139" providerId="ADAL" clId="{4719B27C-4998-4581-9531-A08A184B795E}" dt="2025-09-26T03:03:58.965" v="3354" actId="478"/>
          <ac:spMkLst>
            <pc:docMk/>
            <pc:sldMk cId="3817875491" sldId="2147471229"/>
            <ac:spMk id="2" creationId="{9AE084C9-D6CC-7ABD-6B70-89C8AA38DFB5}"/>
          </ac:spMkLst>
        </pc:spChg>
        <pc:spChg chg="add del">
          <ac:chgData name="Abdul Malik" userId="8fc5dbfa-4b30-4be0-9d84-3d5d0e6f9139" providerId="ADAL" clId="{4719B27C-4998-4581-9531-A08A184B795E}" dt="2025-09-26T03:03:58.965" v="3354" actId="478"/>
          <ac:spMkLst>
            <pc:docMk/>
            <pc:sldMk cId="3817875491" sldId="2147471229"/>
            <ac:spMk id="3" creationId="{86EF969A-59FC-2C19-476A-96A96A4D106B}"/>
          </ac:spMkLst>
        </pc:spChg>
        <pc:spChg chg="add del">
          <ac:chgData name="Abdul Malik" userId="8fc5dbfa-4b30-4be0-9d84-3d5d0e6f9139" providerId="ADAL" clId="{4719B27C-4998-4581-9531-A08A184B795E}" dt="2025-09-26T03:03:58.965" v="3354" actId="478"/>
          <ac:spMkLst>
            <pc:docMk/>
            <pc:sldMk cId="3817875491" sldId="2147471229"/>
            <ac:spMk id="5" creationId="{B1609E29-2B7E-8974-5C83-97F911A3A528}"/>
          </ac:spMkLst>
        </pc:spChg>
        <pc:spChg chg="add del mod">
          <ac:chgData name="Abdul Malik" userId="8fc5dbfa-4b30-4be0-9d84-3d5d0e6f9139" providerId="ADAL" clId="{4719B27C-4998-4581-9531-A08A184B795E}" dt="2025-09-26T03:04:14.154" v="3357" actId="478"/>
          <ac:spMkLst>
            <pc:docMk/>
            <pc:sldMk cId="3817875491" sldId="2147471229"/>
            <ac:spMk id="6" creationId="{1B89914E-2909-12DB-1F6C-8351DCD92E65}"/>
          </ac:spMkLst>
        </pc:spChg>
        <pc:spChg chg="add del mod">
          <ac:chgData name="Abdul Malik" userId="8fc5dbfa-4b30-4be0-9d84-3d5d0e6f9139" providerId="ADAL" clId="{4719B27C-4998-4581-9531-A08A184B795E}" dt="2025-09-26T03:03:58.965" v="3354" actId="478"/>
          <ac:spMkLst>
            <pc:docMk/>
            <pc:sldMk cId="3817875491" sldId="2147471229"/>
            <ac:spMk id="8" creationId="{BEE687FC-86FD-4128-CEB6-B4022789C773}"/>
          </ac:spMkLst>
        </pc:spChg>
        <pc:spChg chg="add del">
          <ac:chgData name="Abdul Malik" userId="8fc5dbfa-4b30-4be0-9d84-3d5d0e6f9139" providerId="ADAL" clId="{4719B27C-4998-4581-9531-A08A184B795E}" dt="2025-09-26T03:03:58.965" v="3354" actId="478"/>
          <ac:spMkLst>
            <pc:docMk/>
            <pc:sldMk cId="3817875491" sldId="2147471229"/>
            <ac:spMk id="16" creationId="{F7E371DF-42CE-43F8-B4B4-95BCAD282622}"/>
          </ac:spMkLst>
        </pc:spChg>
      </pc:sldChg>
      <pc:sldChg chg="modSp add mod">
        <pc:chgData name="Abdul Malik" userId="8fc5dbfa-4b30-4be0-9d84-3d5d0e6f9139" providerId="ADAL" clId="{4719B27C-4998-4581-9531-A08A184B795E}" dt="2025-09-26T02:38:07.503" v="3040" actId="20577"/>
        <pc:sldMkLst>
          <pc:docMk/>
          <pc:sldMk cId="410159160" sldId="2147471237"/>
        </pc:sldMkLst>
        <pc:spChg chg="mod">
          <ac:chgData name="Abdul Malik" userId="8fc5dbfa-4b30-4be0-9d84-3d5d0e6f9139" providerId="ADAL" clId="{4719B27C-4998-4581-9531-A08A184B795E}" dt="2025-09-26T02:38:07.503" v="3040" actId="20577"/>
          <ac:spMkLst>
            <pc:docMk/>
            <pc:sldMk cId="410159160" sldId="2147471237"/>
            <ac:spMk id="2" creationId="{872750DF-73F9-5CE2-B52E-3D3C335DA4F1}"/>
          </ac:spMkLst>
        </pc:spChg>
      </pc:sldChg>
      <pc:sldChg chg="modSp mod">
        <pc:chgData name="Abdul Malik" userId="8fc5dbfa-4b30-4be0-9d84-3d5d0e6f9139" providerId="ADAL" clId="{4719B27C-4998-4581-9531-A08A184B795E}" dt="2025-09-26T03:04:30.568" v="3358" actId="20577"/>
        <pc:sldMkLst>
          <pc:docMk/>
          <pc:sldMk cId="3177835667" sldId="2147471238"/>
        </pc:sldMkLst>
        <pc:spChg chg="mod">
          <ac:chgData name="Abdul Malik" userId="8fc5dbfa-4b30-4be0-9d84-3d5d0e6f9139" providerId="ADAL" clId="{4719B27C-4998-4581-9531-A08A184B795E}" dt="2025-09-26T03:04:30.568" v="3358" actId="20577"/>
          <ac:spMkLst>
            <pc:docMk/>
            <pc:sldMk cId="3177835667" sldId="2147471238"/>
            <ac:spMk id="2" creationId="{D5919C2F-E628-FC1C-BF82-F2F43C488A80}"/>
          </ac:spMkLst>
        </pc:spChg>
      </pc:sldChg>
      <pc:sldChg chg="addSp delSp modSp add mod">
        <pc:chgData name="Abdul Malik" userId="8fc5dbfa-4b30-4be0-9d84-3d5d0e6f9139" providerId="ADAL" clId="{4719B27C-4998-4581-9531-A08A184B795E}" dt="2025-09-26T02:58:36.874" v="3344" actId="20577"/>
        <pc:sldMkLst>
          <pc:docMk/>
          <pc:sldMk cId="184996252" sldId="2147471239"/>
        </pc:sldMkLst>
        <pc:spChg chg="mod">
          <ac:chgData name="Abdul Malik" userId="8fc5dbfa-4b30-4be0-9d84-3d5d0e6f9139" providerId="ADAL" clId="{4719B27C-4998-4581-9531-A08A184B795E}" dt="2025-09-26T02:52:23.992" v="3150"/>
          <ac:spMkLst>
            <pc:docMk/>
            <pc:sldMk cId="184996252" sldId="2147471239"/>
            <ac:spMk id="2" creationId="{554A592E-0F95-C80B-AF78-9ACDAB892E0F}"/>
          </ac:spMkLst>
        </pc:spChg>
        <pc:spChg chg="add mod">
          <ac:chgData name="Abdul Malik" userId="8fc5dbfa-4b30-4be0-9d84-3d5d0e6f9139" providerId="ADAL" clId="{4719B27C-4998-4581-9531-A08A184B795E}" dt="2025-09-26T02:54:51.033" v="3161"/>
          <ac:spMkLst>
            <pc:docMk/>
            <pc:sldMk cId="184996252" sldId="2147471239"/>
            <ac:spMk id="6" creationId="{539130DA-63D6-8E2C-044E-7AA6358A6728}"/>
          </ac:spMkLst>
        </pc:spChg>
        <pc:spChg chg="add mod">
          <ac:chgData name="Abdul Malik" userId="8fc5dbfa-4b30-4be0-9d84-3d5d0e6f9139" providerId="ADAL" clId="{4719B27C-4998-4581-9531-A08A184B795E}" dt="2025-09-26T02:58:36.874" v="3344" actId="20577"/>
          <ac:spMkLst>
            <pc:docMk/>
            <pc:sldMk cId="184996252" sldId="2147471239"/>
            <ac:spMk id="8" creationId="{163BBE34-0455-FCCF-7939-C6E432BDEB47}"/>
          </ac:spMkLst>
        </pc:spChg>
        <pc:picChg chg="del">
          <ac:chgData name="Abdul Malik" userId="8fc5dbfa-4b30-4be0-9d84-3d5d0e6f9139" providerId="ADAL" clId="{4719B27C-4998-4581-9531-A08A184B795E}" dt="2025-09-26T02:50:18.356" v="3149" actId="478"/>
          <ac:picMkLst>
            <pc:docMk/>
            <pc:sldMk cId="184996252" sldId="2147471239"/>
            <ac:picMk id="4" creationId="{0BA5D0B0-4BF3-1C10-9B45-65437F2CBEEB}"/>
          </ac:picMkLst>
        </pc:picChg>
      </pc:sldChg>
      <pc:sldMasterChg chg="delSldLayout">
        <pc:chgData name="Abdul Malik" userId="8fc5dbfa-4b30-4be0-9d84-3d5d0e6f9139" providerId="ADAL" clId="{4719B27C-4998-4581-9531-A08A184B795E}" dt="2025-09-26T07:05:29.723" v="3359" actId="47"/>
        <pc:sldMasterMkLst>
          <pc:docMk/>
          <pc:sldMasterMk cId="1828910622" sldId="2147483660"/>
        </pc:sldMasterMkLst>
        <pc:sldLayoutChg chg="del">
          <pc:chgData name="Abdul Malik" userId="8fc5dbfa-4b30-4be0-9d84-3d5d0e6f9139" providerId="ADAL" clId="{4719B27C-4998-4581-9531-A08A184B795E}" dt="2025-09-26T07:05:29.723" v="3359" actId="47"/>
          <pc:sldLayoutMkLst>
            <pc:docMk/>
            <pc:sldMasterMk cId="1828910622" sldId="2147483660"/>
            <pc:sldLayoutMk cId="148205827" sldId="2147483675"/>
          </pc:sldLayoutMkLst>
        </pc:sldLayoutChg>
      </pc:sldMasterChg>
    </pc:docChg>
  </pc:docChgLst>
  <pc:docChgLst>
    <pc:chgData name="Mujtaba Ali Bhutto" userId="S::mujtaba_ali.bhutto@fs-students.de::1ddd518f-3c3c-43fd-b2cd-4bea84d6cb42" providerId="AD" clId="Web-{099EFCF3-5DDA-6A9B-ABB3-62252B37D9D0}"/>
    <pc:docChg chg="modSld">
      <pc:chgData name="Mujtaba Ali Bhutto" userId="S::mujtaba_ali.bhutto@fs-students.de::1ddd518f-3c3c-43fd-b2cd-4bea84d6cb42" providerId="AD" clId="Web-{099EFCF3-5DDA-6A9B-ABB3-62252B37D9D0}" dt="2025-09-26T01:21:32.766" v="119" actId="1076"/>
      <pc:docMkLst>
        <pc:docMk/>
      </pc:docMkLst>
      <pc:sldChg chg="addSp delSp modSp">
        <pc:chgData name="Mujtaba Ali Bhutto" userId="S::mujtaba_ali.bhutto@fs-students.de::1ddd518f-3c3c-43fd-b2cd-4bea84d6cb42" providerId="AD" clId="Web-{099EFCF3-5DDA-6A9B-ABB3-62252B37D9D0}" dt="2025-09-26T01:21:32.766" v="119" actId="1076"/>
        <pc:sldMkLst>
          <pc:docMk/>
          <pc:sldMk cId="1240772326" sldId="2147471164"/>
        </pc:sldMkLst>
        <pc:spChg chg="add del mod">
          <ac:chgData name="Mujtaba Ali Bhutto" userId="S::mujtaba_ali.bhutto@fs-students.de::1ddd518f-3c3c-43fd-b2cd-4bea84d6cb42" providerId="AD" clId="Web-{099EFCF3-5DDA-6A9B-ABB3-62252B37D9D0}" dt="2025-09-26T01:17:53.008" v="4"/>
          <ac:spMkLst>
            <pc:docMk/>
            <pc:sldMk cId="1240772326" sldId="2147471164"/>
            <ac:spMk id="3" creationId="{34C43FE9-16D9-B35F-FBCC-338B62B69B87}"/>
          </ac:spMkLst>
        </pc:spChg>
        <pc:spChg chg="mod">
          <ac:chgData name="Mujtaba Ali Bhutto" userId="S::mujtaba_ali.bhutto@fs-students.de::1ddd518f-3c3c-43fd-b2cd-4bea84d6cb42" providerId="AD" clId="Web-{099EFCF3-5DDA-6A9B-ABB3-62252B37D9D0}" dt="2025-09-26T01:21:13.235" v="116" actId="1076"/>
          <ac:spMkLst>
            <pc:docMk/>
            <pc:sldMk cId="1240772326" sldId="2147471164"/>
            <ac:spMk id="15" creationId="{9807C5E2-D4E9-FE94-1921-F578D781280E}"/>
          </ac:spMkLst>
        </pc:spChg>
        <pc:graphicFrameChg chg="del">
          <ac:chgData name="Mujtaba Ali Bhutto" userId="S::mujtaba_ali.bhutto@fs-students.de::1ddd518f-3c3c-43fd-b2cd-4bea84d6cb42" providerId="AD" clId="Web-{099EFCF3-5DDA-6A9B-ABB3-62252B37D9D0}" dt="2025-09-26T01:17:28.225" v="0"/>
          <ac:graphicFrameMkLst>
            <pc:docMk/>
            <pc:sldMk cId="1240772326" sldId="2147471164"/>
            <ac:graphicFrameMk id="4" creationId="{03829AB4-A1B9-8A0F-79B5-3C69219E8619}"/>
          </ac:graphicFrameMkLst>
        </pc:graphicFrameChg>
        <pc:graphicFrameChg chg="add del">
          <ac:chgData name="Mujtaba Ali Bhutto" userId="S::mujtaba_ali.bhutto@fs-students.de::1ddd518f-3c3c-43fd-b2cd-4bea84d6cb42" providerId="AD" clId="Web-{099EFCF3-5DDA-6A9B-ABB3-62252B37D9D0}" dt="2025-09-26T01:21:15.907" v="117"/>
          <ac:graphicFrameMkLst>
            <pc:docMk/>
            <pc:sldMk cId="1240772326" sldId="2147471164"/>
            <ac:graphicFrameMk id="8" creationId="{03829AB4-A1B9-8A0F-79B5-3C69219E8619}"/>
          </ac:graphicFrameMkLst>
        </pc:graphicFrameChg>
        <pc:graphicFrameChg chg="add mod">
          <ac:chgData name="Mujtaba Ali Bhutto" userId="S::mujtaba_ali.bhutto@fs-students.de::1ddd518f-3c3c-43fd-b2cd-4bea84d6cb42" providerId="AD" clId="Web-{099EFCF3-5DDA-6A9B-ABB3-62252B37D9D0}" dt="2025-09-26T01:21:32.766" v="119" actId="1076"/>
          <ac:graphicFrameMkLst>
            <pc:docMk/>
            <pc:sldMk cId="1240772326" sldId="2147471164"/>
            <ac:graphicFrameMk id="9" creationId="{03829AB4-A1B9-8A0F-79B5-3C69219E8619}"/>
          </ac:graphicFrameMkLst>
        </pc:graphicFrameChg>
        <pc:picChg chg="add del mod">
          <ac:chgData name="Mujtaba Ali Bhutto" userId="S::mujtaba_ali.bhutto@fs-students.de::1ddd518f-3c3c-43fd-b2cd-4bea84d6cb42" providerId="AD" clId="Web-{099EFCF3-5DDA-6A9B-ABB3-62252B37D9D0}" dt="2025-09-26T01:18:27.916" v="8"/>
          <ac:picMkLst>
            <pc:docMk/>
            <pc:sldMk cId="1240772326" sldId="2147471164"/>
            <ac:picMk id="5" creationId="{606A866C-8172-FBF9-8A5C-935FCF72D34B}"/>
          </ac:picMkLst>
        </pc:picChg>
        <pc:picChg chg="add mod modCrop">
          <ac:chgData name="Mujtaba Ali Bhutto" userId="S::mujtaba_ali.bhutto@fs-students.de::1ddd518f-3c3c-43fd-b2cd-4bea84d6cb42" providerId="AD" clId="Web-{099EFCF3-5DDA-6A9B-ABB3-62252B37D9D0}" dt="2025-09-26T01:19:05.574" v="17"/>
          <ac:picMkLst>
            <pc:docMk/>
            <pc:sldMk cId="1240772326" sldId="2147471164"/>
            <ac:picMk id="7" creationId="{A3D1AE45-BE42-C0D1-A65A-8500CBE4E359}"/>
          </ac:picMkLst>
        </pc:picChg>
      </pc:sldChg>
    </pc:docChg>
  </pc:docChgLst>
  <pc:docChgLst>
    <pc:chgData name="Mujtaba Ali Bhutto" userId="S::mujtaba_ali.bhutto@fs-students.de::1ddd518f-3c3c-43fd-b2cd-4bea84d6cb42" providerId="AD" clId="Web-{777EC83F-C6F9-571A-A839-5CFABEF4CEBE}"/>
    <pc:docChg chg="modSld">
      <pc:chgData name="Mujtaba Ali Bhutto" userId="S::mujtaba_ali.bhutto@fs-students.de::1ddd518f-3c3c-43fd-b2cd-4bea84d6cb42" providerId="AD" clId="Web-{777EC83F-C6F9-571A-A839-5CFABEF4CEBE}" dt="2025-09-25T10:09:57.468" v="23" actId="20577"/>
      <pc:docMkLst>
        <pc:docMk/>
      </pc:docMkLst>
      <pc:sldChg chg="modSp">
        <pc:chgData name="Mujtaba Ali Bhutto" userId="S::mujtaba_ali.bhutto@fs-students.de::1ddd518f-3c3c-43fd-b2cd-4bea84d6cb42" providerId="AD" clId="Web-{777EC83F-C6F9-571A-A839-5CFABEF4CEBE}" dt="2025-09-25T10:08:33.895" v="8" actId="20577"/>
        <pc:sldMkLst>
          <pc:docMk/>
          <pc:sldMk cId="3817334071" sldId="2147471168"/>
        </pc:sldMkLst>
      </pc:sldChg>
      <pc:sldChg chg="modSp">
        <pc:chgData name="Mujtaba Ali Bhutto" userId="S::mujtaba_ali.bhutto@fs-students.de::1ddd518f-3c3c-43fd-b2cd-4bea84d6cb42" providerId="AD" clId="Web-{777EC83F-C6F9-571A-A839-5CFABEF4CEBE}" dt="2025-09-25T10:07:33.726" v="1" actId="20577"/>
        <pc:sldMkLst>
          <pc:docMk/>
          <pc:sldMk cId="2619141326" sldId="2147471169"/>
        </pc:sldMkLst>
      </pc:sldChg>
      <pc:sldChg chg="modSp">
        <pc:chgData name="Mujtaba Ali Bhutto" userId="S::mujtaba_ali.bhutto@fs-students.de::1ddd518f-3c3c-43fd-b2cd-4bea84d6cb42" providerId="AD" clId="Web-{777EC83F-C6F9-571A-A839-5CFABEF4CEBE}" dt="2025-09-25T10:09:57.468" v="23" actId="20577"/>
        <pc:sldMkLst>
          <pc:docMk/>
          <pc:sldMk cId="4040518352" sldId="2147471170"/>
        </pc:sldMkLst>
      </pc:sldChg>
    </pc:docChg>
  </pc:docChgLst>
  <pc:docChgLst>
    <pc:chgData name="Shangrun Jiang" userId="84dfed77-3654-4018-8e39-9258a7843cf5" providerId="ADAL" clId="{6030D5B4-2D04-4560-BF51-D461E4809B5E}"/>
    <pc:docChg chg="undo custSel addSld delSld modSld sldOrd">
      <pc:chgData name="Shangrun Jiang" userId="84dfed77-3654-4018-8e39-9258a7843cf5" providerId="ADAL" clId="{6030D5B4-2D04-4560-BF51-D461E4809B5E}" dt="2025-09-26T01:09:07.153" v="2620" actId="20577"/>
      <pc:docMkLst>
        <pc:docMk/>
      </pc:docMkLst>
      <pc:sldChg chg="addSp modSp mod">
        <pc:chgData name="Shangrun Jiang" userId="84dfed77-3654-4018-8e39-9258a7843cf5" providerId="ADAL" clId="{6030D5B4-2D04-4560-BF51-D461E4809B5E}" dt="2025-09-26T01:09:07.153" v="2620" actId="20577"/>
        <pc:sldMkLst>
          <pc:docMk/>
          <pc:sldMk cId="3643194968" sldId="298"/>
        </pc:sldMkLst>
        <pc:spChg chg="add mod">
          <ac:chgData name="Shangrun Jiang" userId="84dfed77-3654-4018-8e39-9258a7843cf5" providerId="ADAL" clId="{6030D5B4-2D04-4560-BF51-D461E4809B5E}" dt="2025-09-26T01:09:07.153" v="2620" actId="20577"/>
          <ac:spMkLst>
            <pc:docMk/>
            <pc:sldMk cId="3643194968" sldId="298"/>
            <ac:spMk id="2" creationId="{532B01DA-9BE2-9A3D-381C-B5410EDA6236}"/>
          </ac:spMkLst>
        </pc:spChg>
        <pc:spChg chg="mod">
          <ac:chgData name="Shangrun Jiang" userId="84dfed77-3654-4018-8e39-9258a7843cf5" providerId="ADAL" clId="{6030D5B4-2D04-4560-BF51-D461E4809B5E}" dt="2025-09-26T01:08:36.968" v="2594" actId="948"/>
          <ac:spMkLst>
            <pc:docMk/>
            <pc:sldMk cId="3643194968" sldId="298"/>
            <ac:spMk id="3" creationId="{2E7B62A7-8EDC-06F9-8E27-465A1588CEEC}"/>
          </ac:spMkLst>
        </pc:spChg>
        <pc:spChg chg="mod">
          <ac:chgData name="Shangrun Jiang" userId="84dfed77-3654-4018-8e39-9258a7843cf5" providerId="ADAL" clId="{6030D5B4-2D04-4560-BF51-D461E4809B5E}" dt="2025-09-26T01:08:56.878" v="2616" actId="465"/>
          <ac:spMkLst>
            <pc:docMk/>
            <pc:sldMk cId="3643194968" sldId="298"/>
            <ac:spMk id="7" creationId="{0CE715A1-0A8F-A779-4179-266ED6611F92}"/>
          </ac:spMkLst>
        </pc:spChg>
        <pc:spChg chg="mod">
          <ac:chgData name="Shangrun Jiang" userId="84dfed77-3654-4018-8e39-9258a7843cf5" providerId="ADAL" clId="{6030D5B4-2D04-4560-BF51-D461E4809B5E}" dt="2025-09-26T01:08:56.878" v="2616" actId="465"/>
          <ac:spMkLst>
            <pc:docMk/>
            <pc:sldMk cId="3643194968" sldId="298"/>
            <ac:spMk id="8" creationId="{5C0BB778-6480-2EBB-8AB1-DA4D7424D623}"/>
          </ac:spMkLst>
        </pc:spChg>
        <pc:spChg chg="mod">
          <ac:chgData name="Shangrun Jiang" userId="84dfed77-3654-4018-8e39-9258a7843cf5" providerId="ADAL" clId="{6030D5B4-2D04-4560-BF51-D461E4809B5E}" dt="2025-09-26T01:08:56.878" v="2616" actId="465"/>
          <ac:spMkLst>
            <pc:docMk/>
            <pc:sldMk cId="3643194968" sldId="298"/>
            <ac:spMk id="9" creationId="{5BDEAD1E-E8F3-D8E0-31ED-D6AAF06A9891}"/>
          </ac:spMkLst>
        </pc:spChg>
        <pc:spChg chg="mod">
          <ac:chgData name="Shangrun Jiang" userId="84dfed77-3654-4018-8e39-9258a7843cf5" providerId="ADAL" clId="{6030D5B4-2D04-4560-BF51-D461E4809B5E}" dt="2025-09-26T01:08:56.878" v="2616" actId="465"/>
          <ac:spMkLst>
            <pc:docMk/>
            <pc:sldMk cId="3643194968" sldId="298"/>
            <ac:spMk id="11" creationId="{A72BC2B8-D447-A4ED-095E-0ACD575A2324}"/>
          </ac:spMkLst>
        </pc:spChg>
        <pc:spChg chg="mod">
          <ac:chgData name="Shangrun Jiang" userId="84dfed77-3654-4018-8e39-9258a7843cf5" providerId="ADAL" clId="{6030D5B4-2D04-4560-BF51-D461E4809B5E}" dt="2025-09-26T01:08:56.878" v="2616" actId="465"/>
          <ac:spMkLst>
            <pc:docMk/>
            <pc:sldMk cId="3643194968" sldId="298"/>
            <ac:spMk id="12" creationId="{8B3DDEEF-5616-1541-4C2E-33DF2AF4E2AC}"/>
          </ac:spMkLst>
        </pc:spChg>
        <pc:spChg chg="mod">
          <ac:chgData name="Shangrun Jiang" userId="84dfed77-3654-4018-8e39-9258a7843cf5" providerId="ADAL" clId="{6030D5B4-2D04-4560-BF51-D461E4809B5E}" dt="2025-09-26T01:08:56.878" v="2616" actId="465"/>
          <ac:spMkLst>
            <pc:docMk/>
            <pc:sldMk cId="3643194968" sldId="298"/>
            <ac:spMk id="13" creationId="{19453132-2E83-6D2D-3D88-4817788A8E36}"/>
          </ac:spMkLst>
        </pc:spChg>
        <pc:spChg chg="mod">
          <ac:chgData name="Shangrun Jiang" userId="84dfed77-3654-4018-8e39-9258a7843cf5" providerId="ADAL" clId="{6030D5B4-2D04-4560-BF51-D461E4809B5E}" dt="2025-09-26T01:08:49.617" v="2615" actId="1035"/>
          <ac:spMkLst>
            <pc:docMk/>
            <pc:sldMk cId="3643194968" sldId="298"/>
            <ac:spMk id="14" creationId="{07BC4D9F-E40F-FA90-99E6-682481CBB2C1}"/>
          </ac:spMkLst>
        </pc:spChg>
      </pc:sldChg>
      <pc:sldChg chg="addSp modSp ord">
        <pc:chgData name="Shangrun Jiang" userId="84dfed77-3654-4018-8e39-9258a7843cf5" providerId="ADAL" clId="{6030D5B4-2D04-4560-BF51-D461E4809B5E}" dt="2025-09-25T20:41:24.695" v="984"/>
        <pc:sldMkLst>
          <pc:docMk/>
          <pc:sldMk cId="3817334071" sldId="2147471168"/>
        </pc:sldMkLst>
      </pc:sldChg>
      <pc:sldChg chg="addSp modSp">
        <pc:chgData name="Shangrun Jiang" userId="84dfed77-3654-4018-8e39-9258a7843cf5" providerId="ADAL" clId="{6030D5B4-2D04-4560-BF51-D461E4809B5E}" dt="2025-09-25T22:16:17.806" v="989"/>
        <pc:sldMkLst>
          <pc:docMk/>
          <pc:sldMk cId="4040518352" sldId="2147471170"/>
        </pc:sldMkLst>
      </pc:sldChg>
      <pc:sldChg chg="addSp delSp modSp add del mod">
        <pc:chgData name="Shangrun Jiang" userId="84dfed77-3654-4018-8e39-9258a7843cf5" providerId="ADAL" clId="{6030D5B4-2D04-4560-BF51-D461E4809B5E}" dt="2025-09-25T20:40:11.583" v="978" actId="47"/>
        <pc:sldMkLst>
          <pc:docMk/>
          <pc:sldMk cId="1449165222" sldId="2147471196"/>
        </pc:sldMkLst>
      </pc:sldChg>
      <pc:sldChg chg="ord">
        <pc:chgData name="Shangrun Jiang" userId="84dfed77-3654-4018-8e39-9258a7843cf5" providerId="ADAL" clId="{6030D5B4-2D04-4560-BF51-D461E4809B5E}" dt="2025-09-25T20:41:27.304" v="986"/>
        <pc:sldMkLst>
          <pc:docMk/>
          <pc:sldMk cId="381904997" sldId="2147471201"/>
        </pc:sldMkLst>
      </pc:sldChg>
      <pc:sldChg chg="ord">
        <pc:chgData name="Shangrun Jiang" userId="84dfed77-3654-4018-8e39-9258a7843cf5" providerId="ADAL" clId="{6030D5B4-2D04-4560-BF51-D461E4809B5E}" dt="2025-09-25T20:41:31.515" v="988"/>
        <pc:sldMkLst>
          <pc:docMk/>
          <pc:sldMk cId="2078241759" sldId="2147471202"/>
        </pc:sldMkLst>
      </pc:sldChg>
      <pc:sldChg chg="delSp modSp add mod ord">
        <pc:chgData name="Shangrun Jiang" userId="84dfed77-3654-4018-8e39-9258a7843cf5" providerId="ADAL" clId="{6030D5B4-2D04-4560-BF51-D461E4809B5E}" dt="2025-09-26T00:24:21.334" v="1517" actId="165"/>
        <pc:sldMkLst>
          <pc:docMk/>
          <pc:sldMk cId="3359499436" sldId="2147471202"/>
        </pc:sldMkLst>
        <pc:spChg chg="mod topLvl">
          <ac:chgData name="Shangrun Jiang" userId="84dfed77-3654-4018-8e39-9258a7843cf5" providerId="ADAL" clId="{6030D5B4-2D04-4560-BF51-D461E4809B5E}" dt="2025-09-26T00:24:21.334" v="1517" actId="165"/>
          <ac:spMkLst>
            <pc:docMk/>
            <pc:sldMk cId="3359499436" sldId="2147471202"/>
            <ac:spMk id="41" creationId="{7CA94AA4-A183-0682-D618-D88BCBAD8424}"/>
          </ac:spMkLst>
        </pc:spChg>
        <pc:spChg chg="mod topLvl">
          <ac:chgData name="Shangrun Jiang" userId="84dfed77-3654-4018-8e39-9258a7843cf5" providerId="ADAL" clId="{6030D5B4-2D04-4560-BF51-D461E4809B5E}" dt="2025-09-26T00:24:21.334" v="1517" actId="165"/>
          <ac:spMkLst>
            <pc:docMk/>
            <pc:sldMk cId="3359499436" sldId="2147471202"/>
            <ac:spMk id="42" creationId="{0EB1B337-81F0-88E4-6A3A-E374117A6D61}"/>
          </ac:spMkLst>
        </pc:spChg>
        <pc:grpChg chg="del mod">
          <ac:chgData name="Shangrun Jiang" userId="84dfed77-3654-4018-8e39-9258a7843cf5" providerId="ADAL" clId="{6030D5B4-2D04-4560-BF51-D461E4809B5E}" dt="2025-09-26T00:24:21.334" v="1517" actId="165"/>
          <ac:grpSpMkLst>
            <pc:docMk/>
            <pc:sldMk cId="3359499436" sldId="2147471202"/>
            <ac:grpSpMk id="48" creationId="{50E039E2-5401-1788-50C7-BCE170889A05}"/>
          </ac:grpSpMkLst>
        </pc:grpChg>
      </pc:sldChg>
      <pc:sldChg chg="add ord">
        <pc:chgData name="Shangrun Jiang" userId="84dfed77-3654-4018-8e39-9258a7843cf5" providerId="ADAL" clId="{6030D5B4-2D04-4560-BF51-D461E4809B5E}" dt="2025-09-25T20:41:18.397" v="982"/>
        <pc:sldMkLst>
          <pc:docMk/>
          <pc:sldMk cId="3675332360" sldId="2147471203"/>
        </pc:sldMkLst>
      </pc:sldChg>
      <pc:sldChg chg="addSp delSp modSp add mod">
        <pc:chgData name="Shangrun Jiang" userId="84dfed77-3654-4018-8e39-9258a7843cf5" providerId="ADAL" clId="{6030D5B4-2D04-4560-BF51-D461E4809B5E}" dt="2025-09-26T00:36:58.313" v="2585" actId="313"/>
        <pc:sldMkLst>
          <pc:docMk/>
          <pc:sldMk cId="11753917" sldId="2147471220"/>
        </pc:sldMkLst>
        <pc:spChg chg="add mod">
          <ac:chgData name="Shangrun Jiang" userId="84dfed77-3654-4018-8e39-9258a7843cf5" providerId="ADAL" clId="{6030D5B4-2D04-4560-BF51-D461E4809B5E}" dt="2025-09-26T00:36:58.313" v="2585" actId="313"/>
          <ac:spMkLst>
            <pc:docMk/>
            <pc:sldMk cId="11753917" sldId="2147471220"/>
            <ac:spMk id="7" creationId="{2A845F6B-32C2-D074-E547-22EB76AD7390}"/>
          </ac:spMkLst>
        </pc:spChg>
        <pc:spChg chg="add mod">
          <ac:chgData name="Shangrun Jiang" userId="84dfed77-3654-4018-8e39-9258a7843cf5" providerId="ADAL" clId="{6030D5B4-2D04-4560-BF51-D461E4809B5E}" dt="2025-09-26T00:36:44.766" v="2583" actId="20577"/>
          <ac:spMkLst>
            <pc:docMk/>
            <pc:sldMk cId="11753917" sldId="2147471220"/>
            <ac:spMk id="8" creationId="{BEC72149-21BE-DCE1-D0DA-B236A15A70DD}"/>
          </ac:spMkLst>
        </pc:spChg>
        <pc:spChg chg="add mod">
          <ac:chgData name="Shangrun Jiang" userId="84dfed77-3654-4018-8e39-9258a7843cf5" providerId="ADAL" clId="{6030D5B4-2D04-4560-BF51-D461E4809B5E}" dt="2025-09-26T00:36:51.636" v="2584" actId="465"/>
          <ac:spMkLst>
            <pc:docMk/>
            <pc:sldMk cId="11753917" sldId="2147471220"/>
            <ac:spMk id="9" creationId="{862E6FAC-414A-F6A1-7C0F-2E6F2D2B4060}"/>
          </ac:spMkLst>
        </pc:spChg>
        <pc:spChg chg="add mod">
          <ac:chgData name="Shangrun Jiang" userId="84dfed77-3654-4018-8e39-9258a7843cf5" providerId="ADAL" clId="{6030D5B4-2D04-4560-BF51-D461E4809B5E}" dt="2025-09-26T00:36:51.636" v="2584" actId="465"/>
          <ac:spMkLst>
            <pc:docMk/>
            <pc:sldMk cId="11753917" sldId="2147471220"/>
            <ac:spMk id="10" creationId="{5B8F46C2-5E22-2662-6059-D320373E2822}"/>
          </ac:spMkLst>
        </pc:spChg>
        <pc:spChg chg="add mod">
          <ac:chgData name="Shangrun Jiang" userId="84dfed77-3654-4018-8e39-9258a7843cf5" providerId="ADAL" clId="{6030D5B4-2D04-4560-BF51-D461E4809B5E}" dt="2025-09-26T00:36:34.667" v="2580" actId="1036"/>
          <ac:spMkLst>
            <pc:docMk/>
            <pc:sldMk cId="11753917" sldId="2147471220"/>
            <ac:spMk id="12" creationId="{DEA6356E-9DCE-5978-3355-0D5A5EE38CD7}"/>
          </ac:spMkLst>
        </pc:spChg>
        <pc:spChg chg="add del mod">
          <ac:chgData name="Shangrun Jiang" userId="84dfed77-3654-4018-8e39-9258a7843cf5" providerId="ADAL" clId="{6030D5B4-2D04-4560-BF51-D461E4809B5E}" dt="2025-09-26T00:33:19.215" v="2530"/>
          <ac:spMkLst>
            <pc:docMk/>
            <pc:sldMk cId="11753917" sldId="2147471220"/>
            <ac:spMk id="14" creationId="{F702C370-24A9-DA01-BE12-B87D2404A3BD}"/>
          </ac:spMkLst>
        </pc:spChg>
        <pc:spChg chg="add del">
          <ac:chgData name="Shangrun Jiang" userId="84dfed77-3654-4018-8e39-9258a7843cf5" providerId="ADAL" clId="{6030D5B4-2D04-4560-BF51-D461E4809B5E}" dt="2025-09-26T00:34:24.803" v="2534" actId="478"/>
          <ac:spMkLst>
            <pc:docMk/>
            <pc:sldMk cId="11753917" sldId="2147471220"/>
            <ac:spMk id="15" creationId="{311C4AC6-176E-E9FC-3DA9-F406F244B9A4}"/>
          </ac:spMkLst>
        </pc:spChg>
        <pc:spChg chg="add">
          <ac:chgData name="Shangrun Jiang" userId="84dfed77-3654-4018-8e39-9258a7843cf5" providerId="ADAL" clId="{6030D5B4-2D04-4560-BF51-D461E4809B5E}" dt="2025-09-26T00:34:58.310" v="2542"/>
          <ac:spMkLst>
            <pc:docMk/>
            <pc:sldMk cId="11753917" sldId="2147471220"/>
            <ac:spMk id="17" creationId="{F552DD10-EA76-55F5-E65F-073F4901DCA7}"/>
          </ac:spMkLst>
        </pc:spChg>
        <pc:spChg chg="mod">
          <ac:chgData name="Shangrun Jiang" userId="84dfed77-3654-4018-8e39-9258a7843cf5" providerId="ADAL" clId="{6030D5B4-2D04-4560-BF51-D461E4809B5E}" dt="2025-09-26T00:20:46.217" v="1509" actId="164"/>
          <ac:spMkLst>
            <pc:docMk/>
            <pc:sldMk cId="11753917" sldId="2147471220"/>
            <ac:spMk id="23" creationId="{93139840-8E14-0C4C-68D5-CAFF362BB0A4}"/>
          </ac:spMkLst>
        </pc:spChg>
        <pc:spChg chg="mod">
          <ac:chgData name="Shangrun Jiang" userId="84dfed77-3654-4018-8e39-9258a7843cf5" providerId="ADAL" clId="{6030D5B4-2D04-4560-BF51-D461E4809B5E}" dt="2025-09-26T00:20:46.217" v="1509" actId="164"/>
          <ac:spMkLst>
            <pc:docMk/>
            <pc:sldMk cId="11753917" sldId="2147471220"/>
            <ac:spMk id="24" creationId="{0C38BDBC-77CB-C007-C76C-9A95F287C503}"/>
          </ac:spMkLst>
        </pc:spChg>
        <pc:spChg chg="mod">
          <ac:chgData name="Shangrun Jiang" userId="84dfed77-3654-4018-8e39-9258a7843cf5" providerId="ADAL" clId="{6030D5B4-2D04-4560-BF51-D461E4809B5E}" dt="2025-09-26T00:20:46.217" v="1509" actId="164"/>
          <ac:spMkLst>
            <pc:docMk/>
            <pc:sldMk cId="11753917" sldId="2147471220"/>
            <ac:spMk id="25" creationId="{116495B0-C732-A77A-E3F0-008755CF00FE}"/>
          </ac:spMkLst>
        </pc:spChg>
        <pc:spChg chg="mod">
          <ac:chgData name="Shangrun Jiang" userId="84dfed77-3654-4018-8e39-9258a7843cf5" providerId="ADAL" clId="{6030D5B4-2D04-4560-BF51-D461E4809B5E}" dt="2025-09-26T00:20:46.217" v="1509" actId="164"/>
          <ac:spMkLst>
            <pc:docMk/>
            <pc:sldMk cId="11753917" sldId="2147471220"/>
            <ac:spMk id="26" creationId="{4010EB3C-0530-28A3-4C64-7EB327AF7065}"/>
          </ac:spMkLst>
        </pc:spChg>
        <pc:spChg chg="mod">
          <ac:chgData name="Shangrun Jiang" userId="84dfed77-3654-4018-8e39-9258a7843cf5" providerId="ADAL" clId="{6030D5B4-2D04-4560-BF51-D461E4809B5E}" dt="2025-09-26T00:20:46.217" v="1509" actId="164"/>
          <ac:spMkLst>
            <pc:docMk/>
            <pc:sldMk cId="11753917" sldId="2147471220"/>
            <ac:spMk id="29" creationId="{6E41B9AA-4273-F901-C6DB-30A1DF6A4531}"/>
          </ac:spMkLst>
        </pc:spChg>
        <pc:spChg chg="mod">
          <ac:chgData name="Shangrun Jiang" userId="84dfed77-3654-4018-8e39-9258a7843cf5" providerId="ADAL" clId="{6030D5B4-2D04-4560-BF51-D461E4809B5E}" dt="2025-09-26T00:20:46.217" v="1509" actId="164"/>
          <ac:spMkLst>
            <pc:docMk/>
            <pc:sldMk cId="11753917" sldId="2147471220"/>
            <ac:spMk id="30" creationId="{A3A23346-E9E0-CF9A-3A9C-3A8BF164E9AE}"/>
          </ac:spMkLst>
        </pc:spChg>
        <pc:spChg chg="mod">
          <ac:chgData name="Shangrun Jiang" userId="84dfed77-3654-4018-8e39-9258a7843cf5" providerId="ADAL" clId="{6030D5B4-2D04-4560-BF51-D461E4809B5E}" dt="2025-09-26T00:20:46.217" v="1509" actId="164"/>
          <ac:spMkLst>
            <pc:docMk/>
            <pc:sldMk cId="11753917" sldId="2147471220"/>
            <ac:spMk id="32" creationId="{59B59C95-9CCE-9F38-D830-97C65EC5BB3A}"/>
          </ac:spMkLst>
        </pc:spChg>
        <pc:spChg chg="mod">
          <ac:chgData name="Shangrun Jiang" userId="84dfed77-3654-4018-8e39-9258a7843cf5" providerId="ADAL" clId="{6030D5B4-2D04-4560-BF51-D461E4809B5E}" dt="2025-09-26T00:20:46.217" v="1509" actId="164"/>
          <ac:spMkLst>
            <pc:docMk/>
            <pc:sldMk cId="11753917" sldId="2147471220"/>
            <ac:spMk id="34" creationId="{AA3E842E-97AE-9A1C-B130-1DD42AA5BF7B}"/>
          </ac:spMkLst>
        </pc:spChg>
        <pc:spChg chg="mod">
          <ac:chgData name="Shangrun Jiang" userId="84dfed77-3654-4018-8e39-9258a7843cf5" providerId="ADAL" clId="{6030D5B4-2D04-4560-BF51-D461E4809B5E}" dt="2025-09-26T00:20:46.217" v="1509" actId="164"/>
          <ac:spMkLst>
            <pc:docMk/>
            <pc:sldMk cId="11753917" sldId="2147471220"/>
            <ac:spMk id="45" creationId="{3D8391BA-52BA-2D55-83F0-F9C39C155C1D}"/>
          </ac:spMkLst>
        </pc:spChg>
        <pc:spChg chg="mod">
          <ac:chgData name="Shangrun Jiang" userId="84dfed77-3654-4018-8e39-9258a7843cf5" providerId="ADAL" clId="{6030D5B4-2D04-4560-BF51-D461E4809B5E}" dt="2025-09-26T00:20:46.217" v="1509" actId="164"/>
          <ac:spMkLst>
            <pc:docMk/>
            <pc:sldMk cId="11753917" sldId="2147471220"/>
            <ac:spMk id="46" creationId="{55815A94-5D9D-A216-C576-B0DEB7859184}"/>
          </ac:spMkLst>
        </pc:spChg>
        <pc:grpChg chg="del mod">
          <ac:chgData name="Shangrun Jiang" userId="84dfed77-3654-4018-8e39-9258a7843cf5" providerId="ADAL" clId="{6030D5B4-2D04-4560-BF51-D461E4809B5E}" dt="2025-09-26T00:25:07.450" v="1519" actId="478"/>
          <ac:grpSpMkLst>
            <pc:docMk/>
            <pc:sldMk cId="11753917" sldId="2147471220"/>
            <ac:grpSpMk id="5" creationId="{AB042E90-F9AA-775C-1B79-061CFFCA1BF4}"/>
          </ac:grpSpMkLst>
        </pc:grpChg>
        <pc:picChg chg="add mod ord">
          <ac:chgData name="Shangrun Jiang" userId="84dfed77-3654-4018-8e39-9258a7843cf5" providerId="ADAL" clId="{6030D5B4-2D04-4560-BF51-D461E4809B5E}" dt="2025-09-26T00:21:00.752" v="1515" actId="1076"/>
          <ac:picMkLst>
            <pc:docMk/>
            <pc:sldMk cId="11753917" sldId="2147471220"/>
            <ac:picMk id="4" creationId="{DD511FEF-0C52-CEE9-90F1-736FD1E0C7A1}"/>
          </ac:picMkLst>
        </pc:picChg>
        <pc:cxnChg chg="add mod">
          <ac:chgData name="Shangrun Jiang" userId="84dfed77-3654-4018-8e39-9258a7843cf5" providerId="ADAL" clId="{6030D5B4-2D04-4560-BF51-D461E4809B5E}" dt="2025-09-26T00:24:32.212" v="1518"/>
          <ac:cxnSpMkLst>
            <pc:docMk/>
            <pc:sldMk cId="11753917" sldId="2147471220"/>
            <ac:cxnSpMk id="11" creationId="{65CFE590-0DEF-C96C-3716-B59D7168E07C}"/>
          </ac:cxnSpMkLst>
        </pc:cxnChg>
      </pc:sldChg>
    </pc:docChg>
  </pc:docChgLst>
  <pc:docChgLst>
    <pc:chgData name="Mujtaba Ali Bhutto" userId="S::mujtaba_ali.bhutto@fs-students.de::1ddd518f-3c3c-43fd-b2cd-4bea84d6cb42" providerId="AD" clId="Web-{F436C7DF-599D-E496-BAD8-4C8C40F90A00}"/>
    <pc:docChg chg="addSld delSld modSld">
      <pc:chgData name="Mujtaba Ali Bhutto" userId="S::mujtaba_ali.bhutto@fs-students.de::1ddd518f-3c3c-43fd-b2cd-4bea84d6cb42" providerId="AD" clId="Web-{F436C7DF-599D-E496-BAD8-4C8C40F90A00}" dt="2025-09-26T00:18:27.451" v="249"/>
      <pc:docMkLst>
        <pc:docMk/>
      </pc:docMkLst>
      <pc:sldChg chg="del">
        <pc:chgData name="Mujtaba Ali Bhutto" userId="S::mujtaba_ali.bhutto@fs-students.de::1ddd518f-3c3c-43fd-b2cd-4bea84d6cb42" providerId="AD" clId="Web-{F436C7DF-599D-E496-BAD8-4C8C40F90A00}" dt="2025-09-26T00:18:27.451" v="249"/>
        <pc:sldMkLst>
          <pc:docMk/>
          <pc:sldMk cId="2619141326" sldId="2147471169"/>
        </pc:sldMkLst>
      </pc:sldChg>
      <pc:sldChg chg="delSp">
        <pc:chgData name="Mujtaba Ali Bhutto" userId="S::mujtaba_ali.bhutto@fs-students.de::1ddd518f-3c3c-43fd-b2cd-4bea84d6cb42" providerId="AD" clId="Web-{F436C7DF-599D-E496-BAD8-4C8C40F90A00}" dt="2025-09-25T23:34:58.415" v="38"/>
        <pc:sldMkLst>
          <pc:docMk/>
          <pc:sldMk cId="543059158" sldId="2147471190"/>
        </pc:sldMkLst>
      </pc:sldChg>
      <pc:sldChg chg="modSp">
        <pc:chgData name="Mujtaba Ali Bhutto" userId="S::mujtaba_ali.bhutto@fs-students.de::1ddd518f-3c3c-43fd-b2cd-4bea84d6cb42" providerId="AD" clId="Web-{F436C7DF-599D-E496-BAD8-4C8C40F90A00}" dt="2025-09-26T00:18:14.311" v="248" actId="1076"/>
        <pc:sldMkLst>
          <pc:docMk/>
          <pc:sldMk cId="1449165222" sldId="2147471196"/>
        </pc:sldMkLst>
        <pc:spChg chg="mod">
          <ac:chgData name="Mujtaba Ali Bhutto" userId="S::mujtaba_ali.bhutto@fs-students.de::1ddd518f-3c3c-43fd-b2cd-4bea84d6cb42" providerId="AD" clId="Web-{F436C7DF-599D-E496-BAD8-4C8C40F90A00}" dt="2025-09-26T00:18:14.311" v="248" actId="1076"/>
          <ac:spMkLst>
            <pc:docMk/>
            <pc:sldMk cId="1449165222" sldId="2147471196"/>
            <ac:spMk id="3" creationId="{527E0340-D3CA-22AB-C2EF-4ADEF0ACB81C}"/>
          </ac:spMkLst>
        </pc:spChg>
      </pc:sldChg>
      <pc:sldChg chg="addSp delSp modSp">
        <pc:chgData name="Mujtaba Ali Bhutto" userId="S::mujtaba_ali.bhutto@fs-students.de::1ddd518f-3c3c-43fd-b2cd-4bea84d6cb42" providerId="AD" clId="Web-{F436C7DF-599D-E496-BAD8-4C8C40F90A00}" dt="2025-09-26T00:12:42.302" v="190" actId="20577"/>
        <pc:sldMkLst>
          <pc:docMk/>
          <pc:sldMk cId="174193464" sldId="2147471198"/>
        </pc:sldMkLst>
        <pc:spChg chg="mod">
          <ac:chgData name="Mujtaba Ali Bhutto" userId="S::mujtaba_ali.bhutto@fs-students.de::1ddd518f-3c3c-43fd-b2cd-4bea84d6cb42" providerId="AD" clId="Web-{F436C7DF-599D-E496-BAD8-4C8C40F90A00}" dt="2025-09-25T23:40:18.424" v="114" actId="20577"/>
          <ac:spMkLst>
            <pc:docMk/>
            <pc:sldMk cId="174193464" sldId="2147471198"/>
            <ac:spMk id="2" creationId="{F6BBF307-9EBE-A1BD-A638-9BE1E2704008}"/>
          </ac:spMkLst>
        </pc:spChg>
        <pc:spChg chg="add mod">
          <ac:chgData name="Mujtaba Ali Bhutto" userId="S::mujtaba_ali.bhutto@fs-students.de::1ddd518f-3c3c-43fd-b2cd-4bea84d6cb42" providerId="AD" clId="Web-{F436C7DF-599D-E496-BAD8-4C8C40F90A00}" dt="2025-09-26T00:12:42.302" v="190" actId="20577"/>
          <ac:spMkLst>
            <pc:docMk/>
            <pc:sldMk cId="174193464" sldId="2147471198"/>
            <ac:spMk id="5" creationId="{4849D15F-35BA-31A5-F5D3-8D70678453BB}"/>
          </ac:spMkLst>
        </pc:spChg>
        <pc:picChg chg="add del mod">
          <ac:chgData name="Mujtaba Ali Bhutto" userId="S::mujtaba_ali.bhutto@fs-students.de::1ddd518f-3c3c-43fd-b2cd-4bea84d6cb42" providerId="AD" clId="Web-{F436C7DF-599D-E496-BAD8-4C8C40F90A00}" dt="2025-09-26T00:05:35.715" v="161"/>
          <ac:picMkLst>
            <pc:docMk/>
            <pc:sldMk cId="174193464" sldId="2147471198"/>
            <ac:picMk id="3" creationId="{CC2DD8ED-FD6A-117B-7070-AAEB799DBD5D}"/>
          </ac:picMkLst>
        </pc:picChg>
        <pc:picChg chg="add mod">
          <ac:chgData name="Mujtaba Ali Bhutto" userId="S::mujtaba_ali.bhutto@fs-students.de::1ddd518f-3c3c-43fd-b2cd-4bea84d6cb42" providerId="AD" clId="Web-{F436C7DF-599D-E496-BAD8-4C8C40F90A00}" dt="2025-09-26T00:05:44.746" v="164" actId="1076"/>
          <ac:picMkLst>
            <pc:docMk/>
            <pc:sldMk cId="174193464" sldId="2147471198"/>
            <ac:picMk id="4" creationId="{11D07114-B476-5A0F-CF7A-28877C9463E8}"/>
          </ac:picMkLst>
        </pc:picChg>
      </pc:sldChg>
      <pc:sldChg chg="delSp">
        <pc:chgData name="Mujtaba Ali Bhutto" userId="S::mujtaba_ali.bhutto@fs-students.de::1ddd518f-3c3c-43fd-b2cd-4bea84d6cb42" providerId="AD" clId="Web-{F436C7DF-599D-E496-BAD8-4C8C40F90A00}" dt="2025-09-25T23:35:48.634" v="44"/>
        <pc:sldMkLst>
          <pc:docMk/>
          <pc:sldMk cId="749830704" sldId="2147471205"/>
        </pc:sldMkLst>
      </pc:sldChg>
      <pc:sldChg chg="delSp">
        <pc:chgData name="Mujtaba Ali Bhutto" userId="S::mujtaba_ali.bhutto@fs-students.de::1ddd518f-3c3c-43fd-b2cd-4bea84d6cb42" providerId="AD" clId="Web-{F436C7DF-599D-E496-BAD8-4C8C40F90A00}" dt="2025-09-25T23:35:57.853" v="45"/>
        <pc:sldMkLst>
          <pc:docMk/>
          <pc:sldMk cId="650272301" sldId="2147471206"/>
        </pc:sldMkLst>
      </pc:sldChg>
      <pc:sldChg chg="delSp">
        <pc:chgData name="Mujtaba Ali Bhutto" userId="S::mujtaba_ali.bhutto@fs-students.de::1ddd518f-3c3c-43fd-b2cd-4bea84d6cb42" providerId="AD" clId="Web-{F436C7DF-599D-E496-BAD8-4C8C40F90A00}" dt="2025-09-25T23:36:06.416" v="46"/>
        <pc:sldMkLst>
          <pc:docMk/>
          <pc:sldMk cId="338562812" sldId="2147471207"/>
        </pc:sldMkLst>
      </pc:sldChg>
      <pc:sldChg chg="delSp">
        <pc:chgData name="Mujtaba Ali Bhutto" userId="S::mujtaba_ali.bhutto@fs-students.de::1ddd518f-3c3c-43fd-b2cd-4bea84d6cb42" providerId="AD" clId="Web-{F436C7DF-599D-E496-BAD8-4C8C40F90A00}" dt="2025-09-25T23:35:13.727" v="40"/>
        <pc:sldMkLst>
          <pc:docMk/>
          <pc:sldMk cId="1394491106" sldId="2147471208"/>
        </pc:sldMkLst>
      </pc:sldChg>
      <pc:sldChg chg="delSp">
        <pc:chgData name="Mujtaba Ali Bhutto" userId="S::mujtaba_ali.bhutto@fs-students.de::1ddd518f-3c3c-43fd-b2cd-4bea84d6cb42" providerId="AD" clId="Web-{F436C7DF-599D-E496-BAD8-4C8C40F90A00}" dt="2025-09-25T23:35:28.900" v="42"/>
        <pc:sldMkLst>
          <pc:docMk/>
          <pc:sldMk cId="3279120085" sldId="2147471209"/>
        </pc:sldMkLst>
      </pc:sldChg>
      <pc:sldChg chg="delSp">
        <pc:chgData name="Mujtaba Ali Bhutto" userId="S::mujtaba_ali.bhutto@fs-students.de::1ddd518f-3c3c-43fd-b2cd-4bea84d6cb42" providerId="AD" clId="Web-{F436C7DF-599D-E496-BAD8-4C8C40F90A00}" dt="2025-09-25T23:35:41.993" v="43"/>
        <pc:sldMkLst>
          <pc:docMk/>
          <pc:sldMk cId="396445448" sldId="2147471210"/>
        </pc:sldMkLst>
      </pc:sldChg>
      <pc:sldChg chg="delSp">
        <pc:chgData name="Mujtaba Ali Bhutto" userId="S::mujtaba_ali.bhutto@fs-students.de::1ddd518f-3c3c-43fd-b2cd-4bea84d6cb42" providerId="AD" clId="Web-{F436C7DF-599D-E496-BAD8-4C8C40F90A00}" dt="2025-09-25T23:35:20.728" v="41"/>
        <pc:sldMkLst>
          <pc:docMk/>
          <pc:sldMk cId="1661809649" sldId="2147471211"/>
        </pc:sldMkLst>
      </pc:sldChg>
      <pc:sldChg chg="delSp">
        <pc:chgData name="Mujtaba Ali Bhutto" userId="S::mujtaba_ali.bhutto@fs-students.de::1ddd518f-3c3c-43fd-b2cd-4bea84d6cb42" providerId="AD" clId="Web-{F436C7DF-599D-E496-BAD8-4C8C40F90A00}" dt="2025-09-25T23:35:05.962" v="39"/>
        <pc:sldMkLst>
          <pc:docMk/>
          <pc:sldMk cId="3954178758" sldId="2147471213"/>
        </pc:sldMkLst>
      </pc:sldChg>
      <pc:sldChg chg="modSp">
        <pc:chgData name="Mujtaba Ali Bhutto" userId="S::mujtaba_ali.bhutto@fs-students.de::1ddd518f-3c3c-43fd-b2cd-4bea84d6cb42" providerId="AD" clId="Web-{F436C7DF-599D-E496-BAD8-4C8C40F90A00}" dt="2025-09-26T00:17:49.920" v="247"/>
        <pc:sldMkLst>
          <pc:docMk/>
          <pc:sldMk cId="1307032133" sldId="2147471214"/>
        </pc:sldMkLst>
        <pc:spChg chg="mod">
          <ac:chgData name="Mujtaba Ali Bhutto" userId="S::mujtaba_ali.bhutto@fs-students.de::1ddd518f-3c3c-43fd-b2cd-4bea84d6cb42" providerId="AD" clId="Web-{F436C7DF-599D-E496-BAD8-4C8C40F90A00}" dt="2025-09-26T00:17:07.356" v="243" actId="20577"/>
          <ac:spMkLst>
            <pc:docMk/>
            <pc:sldMk cId="1307032133" sldId="2147471214"/>
            <ac:spMk id="5" creationId="{79E13BA0-50F0-39BA-DCC8-8E09ED319AC7}"/>
          </ac:spMkLst>
        </pc:spChg>
        <pc:picChg chg="mod">
          <ac:chgData name="Mujtaba Ali Bhutto" userId="S::mujtaba_ali.bhutto@fs-students.de::1ddd518f-3c3c-43fd-b2cd-4bea84d6cb42" providerId="AD" clId="Web-{F436C7DF-599D-E496-BAD8-4C8C40F90A00}" dt="2025-09-26T00:17:49.920" v="247"/>
          <ac:picMkLst>
            <pc:docMk/>
            <pc:sldMk cId="1307032133" sldId="2147471214"/>
            <ac:picMk id="14" creationId="{33D0906E-4F93-0840-7C37-84C4CC3B1AC5}"/>
          </ac:picMkLst>
        </pc:picChg>
      </pc:sldChg>
      <pc:sldChg chg="addSp delSp modSp add replId">
        <pc:chgData name="Mujtaba Ali Bhutto" userId="S::mujtaba_ali.bhutto@fs-students.de::1ddd518f-3c3c-43fd-b2cd-4bea84d6cb42" providerId="AD" clId="Web-{F436C7DF-599D-E496-BAD8-4C8C40F90A00}" dt="2025-09-26T00:15:31.057" v="220" actId="20577"/>
        <pc:sldMkLst>
          <pc:docMk/>
          <pc:sldMk cId="1475119925" sldId="2147471219"/>
        </pc:sldMkLst>
        <pc:spChg chg="mod">
          <ac:chgData name="Mujtaba Ali Bhutto" userId="S::mujtaba_ali.bhutto@fs-students.de::1ddd518f-3c3c-43fd-b2cd-4bea84d6cb42" providerId="AD" clId="Web-{F436C7DF-599D-E496-BAD8-4C8C40F90A00}" dt="2025-09-25T23:40:25.003" v="116" actId="20577"/>
          <ac:spMkLst>
            <pc:docMk/>
            <pc:sldMk cId="1475119925" sldId="2147471219"/>
            <ac:spMk id="2" creationId="{B89202D8-7D05-C426-87C7-81D96EEDA775}"/>
          </ac:spMkLst>
        </pc:spChg>
        <pc:spChg chg="add mod">
          <ac:chgData name="Mujtaba Ali Bhutto" userId="S::mujtaba_ali.bhutto@fs-students.de::1ddd518f-3c3c-43fd-b2cd-4bea84d6cb42" providerId="AD" clId="Web-{F436C7DF-599D-E496-BAD8-4C8C40F90A00}" dt="2025-09-26T00:14:05.399" v="205" actId="20577"/>
          <ac:spMkLst>
            <pc:docMk/>
            <pc:sldMk cId="1475119925" sldId="2147471219"/>
            <ac:spMk id="5" creationId="{D29CD7AD-2026-97AA-F569-4521F60C13A6}"/>
          </ac:spMkLst>
        </pc:spChg>
        <pc:spChg chg="add mod">
          <ac:chgData name="Mujtaba Ali Bhutto" userId="S::mujtaba_ali.bhutto@fs-students.de::1ddd518f-3c3c-43fd-b2cd-4bea84d6cb42" providerId="AD" clId="Web-{F436C7DF-599D-E496-BAD8-4C8C40F90A00}" dt="2025-09-26T00:15:31.057" v="220" actId="20577"/>
          <ac:spMkLst>
            <pc:docMk/>
            <pc:sldMk cId="1475119925" sldId="2147471219"/>
            <ac:spMk id="6" creationId="{7699131E-577E-0C2D-324C-882BCDA99318}"/>
          </ac:spMkLst>
        </pc:spChg>
        <pc:picChg chg="add mod">
          <ac:chgData name="Mujtaba Ali Bhutto" userId="S::mujtaba_ali.bhutto@fs-students.de::1ddd518f-3c3c-43fd-b2cd-4bea84d6cb42" providerId="AD" clId="Web-{F436C7DF-599D-E496-BAD8-4C8C40F90A00}" dt="2025-09-26T00:08:40.270" v="169" actId="1076"/>
          <ac:picMkLst>
            <pc:docMk/>
            <pc:sldMk cId="1475119925" sldId="2147471219"/>
            <ac:picMk id="3" creationId="{07877019-9667-554E-5BD6-54745BECB2C3}"/>
          </ac:picMkLst>
        </pc:picChg>
        <pc:picChg chg="add del mod">
          <ac:chgData name="Mujtaba Ali Bhutto" userId="S::mujtaba_ali.bhutto@fs-students.de::1ddd518f-3c3c-43fd-b2cd-4bea84d6cb42" providerId="AD" clId="Web-{F436C7DF-599D-E496-BAD8-4C8C40F90A00}" dt="2025-09-26T00:08:23.987" v="165"/>
          <ac:picMkLst>
            <pc:docMk/>
            <pc:sldMk cId="1475119925" sldId="2147471219"/>
            <ac:picMk id="4" creationId="{37F40E41-78B7-6B1E-06B2-4ACFC425F580}"/>
          </ac:picMkLst>
        </pc:picChg>
      </pc:sldChg>
      <pc:sldChg chg="new del">
        <pc:chgData name="Mujtaba Ali Bhutto" userId="S::mujtaba_ali.bhutto@fs-students.de::1ddd518f-3c3c-43fd-b2cd-4bea84d6cb42" providerId="AD" clId="Web-{F436C7DF-599D-E496-BAD8-4C8C40F90A00}" dt="2025-09-25T23:36:22.900" v="48"/>
        <pc:sldMkLst>
          <pc:docMk/>
          <pc:sldMk cId="4134099501" sldId="2147471220"/>
        </pc:sldMkLst>
      </pc:sldChg>
    </pc:docChg>
  </pc:docChgLst>
  <pc:docChgLst>
    <pc:chgData name="Mujtaba Ali Bhutto" userId="S::mujtaba_ali.bhutto@fs-students.de::1ddd518f-3c3c-43fd-b2cd-4bea84d6cb42" providerId="AD" clId="Web-{28EC3724-CE9B-E49D-0013-D7890C17F71A}"/>
    <pc:docChg chg="modSld">
      <pc:chgData name="Mujtaba Ali Bhutto" userId="S::mujtaba_ali.bhutto@fs-students.de::1ddd518f-3c3c-43fd-b2cd-4bea84d6cb42" providerId="AD" clId="Web-{28EC3724-CE9B-E49D-0013-D7890C17F71A}" dt="2025-09-24T20:55:17.895" v="79" actId="20577"/>
      <pc:docMkLst>
        <pc:docMk/>
      </pc:docMkLst>
      <pc:sldChg chg="modSp">
        <pc:chgData name="Mujtaba Ali Bhutto" userId="S::mujtaba_ali.bhutto@fs-students.de::1ddd518f-3c3c-43fd-b2cd-4bea84d6cb42" providerId="AD" clId="Web-{28EC3724-CE9B-E49D-0013-D7890C17F71A}" dt="2025-09-24T20:55:17.895" v="79" actId="20577"/>
        <pc:sldMkLst>
          <pc:docMk/>
          <pc:sldMk cId="3643194968" sldId="298"/>
        </pc:sldMkLst>
        <pc:spChg chg="mod">
          <ac:chgData name="Mujtaba Ali Bhutto" userId="S::mujtaba_ali.bhutto@fs-students.de::1ddd518f-3c3c-43fd-b2cd-4bea84d6cb42" providerId="AD" clId="Web-{28EC3724-CE9B-E49D-0013-D7890C17F71A}" dt="2025-09-24T20:55:17.895" v="79" actId="20577"/>
          <ac:spMkLst>
            <pc:docMk/>
            <pc:sldMk cId="3643194968" sldId="298"/>
            <ac:spMk id="3" creationId="{2E7B62A7-8EDC-06F9-8E27-465A1588CEEC}"/>
          </ac:spMkLst>
        </pc:spChg>
      </pc:sldChg>
    </pc:docChg>
  </pc:docChgLst>
  <pc:docChgLst>
    <pc:chgData name="Chang Liu" userId="c9b38d7b-78f3-4370-909c-71431724c8ad" providerId="ADAL" clId="{DA34EE05-D86B-F34B-8C49-1A0BBA1A4396}"/>
    <pc:docChg chg="undo custSel addSld delSld modSld sldOrd">
      <pc:chgData name="Chang Liu" userId="c9b38d7b-78f3-4370-909c-71431724c8ad" providerId="ADAL" clId="{DA34EE05-D86B-F34B-8C49-1A0BBA1A4396}" dt="2025-09-26T00:20:27.591" v="2241" actId="2696"/>
      <pc:docMkLst>
        <pc:docMk/>
      </pc:docMkLst>
      <pc:sldChg chg="addSp delSp modSp mod">
        <pc:chgData name="Chang Liu" userId="c9b38d7b-78f3-4370-909c-71431724c8ad" providerId="ADAL" clId="{DA34EE05-D86B-F34B-8C49-1A0BBA1A4396}" dt="2025-09-25T21:20:23.009" v="2132" actId="20577"/>
        <pc:sldMkLst>
          <pc:docMk/>
          <pc:sldMk cId="3922965850" sldId="2147471130"/>
        </pc:sldMkLst>
        <pc:spChg chg="mod">
          <ac:chgData name="Chang Liu" userId="c9b38d7b-78f3-4370-909c-71431724c8ad" providerId="ADAL" clId="{DA34EE05-D86B-F34B-8C49-1A0BBA1A4396}" dt="2025-09-25T20:16:06" v="1584" actId="20577"/>
          <ac:spMkLst>
            <pc:docMk/>
            <pc:sldMk cId="3922965850" sldId="2147471130"/>
            <ac:spMk id="3" creationId="{AFABF822-8375-D10F-D362-9FAF868DAA77}"/>
          </ac:spMkLst>
        </pc:spChg>
        <pc:spChg chg="add mod">
          <ac:chgData name="Chang Liu" userId="c9b38d7b-78f3-4370-909c-71431724c8ad" providerId="ADAL" clId="{DA34EE05-D86B-F34B-8C49-1A0BBA1A4396}" dt="2025-09-25T20:55:02.661" v="1966" actId="14100"/>
          <ac:spMkLst>
            <pc:docMk/>
            <pc:sldMk cId="3922965850" sldId="2147471130"/>
            <ac:spMk id="36" creationId="{2ECB1A50-F7AD-437A-A488-5C6A7E8C5E38}"/>
          </ac:spMkLst>
        </pc:spChg>
        <pc:spChg chg="add mod">
          <ac:chgData name="Chang Liu" userId="c9b38d7b-78f3-4370-909c-71431724c8ad" providerId="ADAL" clId="{DA34EE05-D86B-F34B-8C49-1A0BBA1A4396}" dt="2025-09-25T20:55:02.661" v="1966" actId="14100"/>
          <ac:spMkLst>
            <pc:docMk/>
            <pc:sldMk cId="3922965850" sldId="2147471130"/>
            <ac:spMk id="37" creationId="{73CA9532-3BF4-66A9-46D2-A92B9C8932A3}"/>
          </ac:spMkLst>
        </pc:spChg>
        <pc:spChg chg="add mod">
          <ac:chgData name="Chang Liu" userId="c9b38d7b-78f3-4370-909c-71431724c8ad" providerId="ADAL" clId="{DA34EE05-D86B-F34B-8C49-1A0BBA1A4396}" dt="2025-09-25T21:02:10.934" v="1985" actId="20577"/>
          <ac:spMkLst>
            <pc:docMk/>
            <pc:sldMk cId="3922965850" sldId="2147471130"/>
            <ac:spMk id="40" creationId="{CF9D86FD-98B9-4020-FA87-8859A63D06C4}"/>
          </ac:spMkLst>
        </pc:spChg>
        <pc:spChg chg="mod topLvl">
          <ac:chgData name="Chang Liu" userId="c9b38d7b-78f3-4370-909c-71431724c8ad" providerId="ADAL" clId="{DA34EE05-D86B-F34B-8C49-1A0BBA1A4396}" dt="2025-09-25T20:44:36.293" v="1903" actId="1076"/>
          <ac:spMkLst>
            <pc:docMk/>
            <pc:sldMk cId="3922965850" sldId="2147471130"/>
            <ac:spMk id="45" creationId="{B798CA7E-1370-975E-BA99-00B462882E8D}"/>
          </ac:spMkLst>
        </pc:spChg>
        <pc:spChg chg="add mod">
          <ac:chgData name="Chang Liu" userId="c9b38d7b-78f3-4370-909c-71431724c8ad" providerId="ADAL" clId="{DA34EE05-D86B-F34B-8C49-1A0BBA1A4396}" dt="2025-09-25T20:44:40.567" v="1904" actId="1076"/>
          <ac:spMkLst>
            <pc:docMk/>
            <pc:sldMk cId="3922965850" sldId="2147471130"/>
            <ac:spMk id="46" creationId="{68BFD4AC-90C2-8B98-3D97-DC05DE9B9035}"/>
          </ac:spMkLst>
        </pc:spChg>
        <pc:spChg chg="add mod">
          <ac:chgData name="Chang Liu" userId="c9b38d7b-78f3-4370-909c-71431724c8ad" providerId="ADAL" clId="{DA34EE05-D86B-F34B-8C49-1A0BBA1A4396}" dt="2025-09-25T21:20:23.009" v="2132" actId="20577"/>
          <ac:spMkLst>
            <pc:docMk/>
            <pc:sldMk cId="3922965850" sldId="2147471130"/>
            <ac:spMk id="47" creationId="{ACB7A6FC-E790-8DCE-67E2-F403179BE2FB}"/>
          </ac:spMkLst>
        </pc:spChg>
        <pc:grpChg chg="add mod">
          <ac:chgData name="Chang Liu" userId="c9b38d7b-78f3-4370-909c-71431724c8ad" providerId="ADAL" clId="{DA34EE05-D86B-F34B-8C49-1A0BBA1A4396}" dt="2025-09-25T20:55:02.661" v="1966" actId="14100"/>
          <ac:grpSpMkLst>
            <pc:docMk/>
            <pc:sldMk cId="3922965850" sldId="2147471130"/>
            <ac:grpSpMk id="42" creationId="{C1F15962-06B0-6B57-B9E0-B0EE720CF168}"/>
          </ac:grpSpMkLst>
        </pc:grpChg>
        <pc:picChg chg="mod">
          <ac:chgData name="Chang Liu" userId="c9b38d7b-78f3-4370-909c-71431724c8ad" providerId="ADAL" clId="{DA34EE05-D86B-F34B-8C49-1A0BBA1A4396}" dt="2025-09-25T20:55:02.661" v="1966" actId="14100"/>
          <ac:picMkLst>
            <pc:docMk/>
            <pc:sldMk cId="3922965850" sldId="2147471130"/>
            <ac:picMk id="30" creationId="{8CF013A4-57A7-E715-EBA2-B7D30D079A8A}"/>
          </ac:picMkLst>
        </pc:picChg>
        <pc:picChg chg="mod">
          <ac:chgData name="Chang Liu" userId="c9b38d7b-78f3-4370-909c-71431724c8ad" providerId="ADAL" clId="{DA34EE05-D86B-F34B-8C49-1A0BBA1A4396}" dt="2025-09-25T20:55:02.661" v="1966" actId="14100"/>
          <ac:picMkLst>
            <pc:docMk/>
            <pc:sldMk cId="3922965850" sldId="2147471130"/>
            <ac:picMk id="31" creationId="{94B2E32B-02DD-49C2-AE2D-04AB233B3209}"/>
          </ac:picMkLst>
        </pc:picChg>
        <pc:picChg chg="mod">
          <ac:chgData name="Chang Liu" userId="c9b38d7b-78f3-4370-909c-71431724c8ad" providerId="ADAL" clId="{DA34EE05-D86B-F34B-8C49-1A0BBA1A4396}" dt="2025-09-25T20:55:02.661" v="1966" actId="14100"/>
          <ac:picMkLst>
            <pc:docMk/>
            <pc:sldMk cId="3922965850" sldId="2147471130"/>
            <ac:picMk id="32" creationId="{F459A45E-BCDC-5B95-453F-A544400984A2}"/>
          </ac:picMkLst>
        </pc:picChg>
        <pc:picChg chg="add mod">
          <ac:chgData name="Chang Liu" userId="c9b38d7b-78f3-4370-909c-71431724c8ad" providerId="ADAL" clId="{DA34EE05-D86B-F34B-8C49-1A0BBA1A4396}" dt="2025-09-25T20:55:02.661" v="1966" actId="14100"/>
          <ac:picMkLst>
            <pc:docMk/>
            <pc:sldMk cId="3922965850" sldId="2147471130"/>
            <ac:picMk id="35" creationId="{7E2D179D-569A-D06D-78CD-4C2DCD75A2B7}"/>
          </ac:picMkLst>
        </pc:picChg>
        <pc:picChg chg="add mod">
          <ac:chgData name="Chang Liu" userId="c9b38d7b-78f3-4370-909c-71431724c8ad" providerId="ADAL" clId="{DA34EE05-D86B-F34B-8C49-1A0BBA1A4396}" dt="2025-09-25T20:55:02.661" v="1966" actId="14100"/>
          <ac:picMkLst>
            <pc:docMk/>
            <pc:sldMk cId="3922965850" sldId="2147471130"/>
            <ac:picMk id="39" creationId="{FE33E4C5-DBAA-57CB-0E90-A754921BFB35}"/>
          </ac:picMkLst>
        </pc:picChg>
        <pc:picChg chg="add mod">
          <ac:chgData name="Chang Liu" userId="c9b38d7b-78f3-4370-909c-71431724c8ad" providerId="ADAL" clId="{DA34EE05-D86B-F34B-8C49-1A0BBA1A4396}" dt="2025-09-25T20:55:02.661" v="1966" actId="14100"/>
          <ac:picMkLst>
            <pc:docMk/>
            <pc:sldMk cId="3922965850" sldId="2147471130"/>
            <ac:picMk id="1026" creationId="{4190EEBF-582B-02AE-A157-736968E1EBD9}"/>
          </ac:picMkLst>
        </pc:picChg>
      </pc:sldChg>
      <pc:sldChg chg="addSp modSp add del mod">
        <pc:chgData name="Chang Liu" userId="c9b38d7b-78f3-4370-909c-71431724c8ad" providerId="ADAL" clId="{DA34EE05-D86B-F34B-8C49-1A0BBA1A4396}" dt="2025-09-25T10:36:17.620" v="118" actId="2696"/>
        <pc:sldMkLst>
          <pc:docMk/>
          <pc:sldMk cId="545578376" sldId="2147471160"/>
        </pc:sldMkLst>
      </pc:sldChg>
      <pc:sldChg chg="modSp mod">
        <pc:chgData name="Chang Liu" userId="c9b38d7b-78f3-4370-909c-71431724c8ad" providerId="ADAL" clId="{DA34EE05-D86B-F34B-8C49-1A0BBA1A4396}" dt="2025-09-25T10:00:36.846" v="30" actId="20577"/>
        <pc:sldMkLst>
          <pc:docMk/>
          <pc:sldMk cId="461944156" sldId="2147471165"/>
        </pc:sldMkLst>
      </pc:sldChg>
      <pc:sldChg chg="modSp mod">
        <pc:chgData name="Chang Liu" userId="c9b38d7b-78f3-4370-909c-71431724c8ad" providerId="ADAL" clId="{DA34EE05-D86B-F34B-8C49-1A0BBA1A4396}" dt="2025-09-25T19:51:41.490" v="1538" actId="20577"/>
        <pc:sldMkLst>
          <pc:docMk/>
          <pc:sldMk cId="2629266134" sldId="2147471176"/>
        </pc:sldMkLst>
      </pc:sldChg>
      <pc:sldChg chg="modSp mod">
        <pc:chgData name="Chang Liu" userId="c9b38d7b-78f3-4370-909c-71431724c8ad" providerId="ADAL" clId="{DA34EE05-D86B-F34B-8C49-1A0BBA1A4396}" dt="2025-09-25T10:00:29.241" v="15" actId="20577"/>
        <pc:sldMkLst>
          <pc:docMk/>
          <pc:sldMk cId="3020876459" sldId="2147471177"/>
        </pc:sldMkLst>
      </pc:sldChg>
      <pc:sldChg chg="modSp add del mod">
        <pc:chgData name="Chang Liu" userId="c9b38d7b-78f3-4370-909c-71431724c8ad" providerId="ADAL" clId="{DA34EE05-D86B-F34B-8C49-1A0BBA1A4396}" dt="2025-09-25T10:36:18.264" v="119" actId="2696"/>
        <pc:sldMkLst>
          <pc:docMk/>
          <pc:sldMk cId="1006597971" sldId="2147471179"/>
        </pc:sldMkLst>
      </pc:sldChg>
      <pc:sldChg chg="addSp delSp modSp add del mod">
        <pc:chgData name="Chang Liu" userId="c9b38d7b-78f3-4370-909c-71431724c8ad" providerId="ADAL" clId="{DA34EE05-D86B-F34B-8C49-1A0BBA1A4396}" dt="2025-09-25T11:08:05.335" v="290" actId="2696"/>
        <pc:sldMkLst>
          <pc:docMk/>
          <pc:sldMk cId="2169157092" sldId="2147471180"/>
        </pc:sldMkLst>
      </pc:sldChg>
      <pc:sldChg chg="modSp add del mod">
        <pc:chgData name="Chang Liu" userId="c9b38d7b-78f3-4370-909c-71431724c8ad" providerId="ADAL" clId="{DA34EE05-D86B-F34B-8C49-1A0BBA1A4396}" dt="2025-09-25T10:36:15.261" v="117" actId="2696"/>
        <pc:sldMkLst>
          <pc:docMk/>
          <pc:sldMk cId="814509962" sldId="2147471181"/>
        </pc:sldMkLst>
      </pc:sldChg>
      <pc:sldChg chg="addSp delSp modSp add del mod">
        <pc:chgData name="Chang Liu" userId="c9b38d7b-78f3-4370-909c-71431724c8ad" providerId="ADAL" clId="{DA34EE05-D86B-F34B-8C49-1A0BBA1A4396}" dt="2025-09-25T21:25:13.224" v="2153" actId="478"/>
        <pc:sldMkLst>
          <pc:docMk/>
          <pc:sldMk cId="1686631918" sldId="2147471181"/>
        </pc:sldMkLst>
        <pc:spChg chg="mod">
          <ac:chgData name="Chang Liu" userId="c9b38d7b-78f3-4370-909c-71431724c8ad" providerId="ADAL" clId="{DA34EE05-D86B-F34B-8C49-1A0BBA1A4396}" dt="2025-09-25T15:39:04.134" v="592" actId="20577"/>
          <ac:spMkLst>
            <pc:docMk/>
            <pc:sldMk cId="1686631918" sldId="2147471181"/>
            <ac:spMk id="2" creationId="{73F48AD1-8E58-39D4-F589-E1FA0AD91CB1}"/>
          </ac:spMkLst>
        </pc:spChg>
        <pc:spChg chg="add mod">
          <ac:chgData name="Chang Liu" userId="c9b38d7b-78f3-4370-909c-71431724c8ad" providerId="ADAL" clId="{DA34EE05-D86B-F34B-8C49-1A0BBA1A4396}" dt="2025-09-25T16:53:46.385" v="783" actId="14100"/>
          <ac:spMkLst>
            <pc:docMk/>
            <pc:sldMk cId="1686631918" sldId="2147471181"/>
            <ac:spMk id="3" creationId="{3AA9D996-A94F-7EEA-BAE9-F121FFA70907}"/>
          </ac:spMkLst>
        </pc:spChg>
        <pc:spChg chg="add mod">
          <ac:chgData name="Chang Liu" userId="c9b38d7b-78f3-4370-909c-71431724c8ad" providerId="ADAL" clId="{DA34EE05-D86B-F34B-8C49-1A0BBA1A4396}" dt="2025-09-25T21:25:10.935" v="2152"/>
          <ac:spMkLst>
            <pc:docMk/>
            <pc:sldMk cId="1686631918" sldId="2147471181"/>
            <ac:spMk id="5" creationId="{5BE834BB-9F4C-8864-0050-055476F17D5F}"/>
          </ac:spMkLst>
        </pc:spChg>
        <pc:spChg chg="mod topLvl">
          <ac:chgData name="Chang Liu" userId="c9b38d7b-78f3-4370-909c-71431724c8ad" providerId="ADAL" clId="{DA34EE05-D86B-F34B-8C49-1A0BBA1A4396}" dt="2025-09-25T17:53:58.402" v="952" actId="164"/>
          <ac:spMkLst>
            <pc:docMk/>
            <pc:sldMk cId="1686631918" sldId="2147471181"/>
            <ac:spMk id="6" creationId="{E37DA05A-DF18-E1CB-06DC-54015438A781}"/>
          </ac:spMkLst>
        </pc:spChg>
        <pc:spChg chg="mod topLvl">
          <ac:chgData name="Chang Liu" userId="c9b38d7b-78f3-4370-909c-71431724c8ad" providerId="ADAL" clId="{DA34EE05-D86B-F34B-8C49-1A0BBA1A4396}" dt="2025-09-25T17:54:04.055" v="953" actId="164"/>
          <ac:spMkLst>
            <pc:docMk/>
            <pc:sldMk cId="1686631918" sldId="2147471181"/>
            <ac:spMk id="9" creationId="{3D4FD144-1FBD-DED0-B9B8-D4BAE6B539CA}"/>
          </ac:spMkLst>
        </pc:spChg>
        <pc:spChg chg="add mod">
          <ac:chgData name="Chang Liu" userId="c9b38d7b-78f3-4370-909c-71431724c8ad" providerId="ADAL" clId="{DA34EE05-D86B-F34B-8C49-1A0BBA1A4396}" dt="2025-09-25T17:53:58.402" v="952" actId="164"/>
          <ac:spMkLst>
            <pc:docMk/>
            <pc:sldMk cId="1686631918" sldId="2147471181"/>
            <ac:spMk id="13" creationId="{F7C612AD-3590-E4F4-85F8-68DAA1E9429F}"/>
          </ac:spMkLst>
        </pc:spChg>
        <pc:spChg chg="add mod">
          <ac:chgData name="Chang Liu" userId="c9b38d7b-78f3-4370-909c-71431724c8ad" providerId="ADAL" clId="{DA34EE05-D86B-F34B-8C49-1A0BBA1A4396}" dt="2025-09-25T17:54:04.055" v="953" actId="164"/>
          <ac:spMkLst>
            <pc:docMk/>
            <pc:sldMk cId="1686631918" sldId="2147471181"/>
            <ac:spMk id="15" creationId="{B4AA44DE-0300-2A94-BDD4-BA14EE90CB5C}"/>
          </ac:spMkLst>
        </pc:spChg>
        <pc:grpChg chg="add mod">
          <ac:chgData name="Chang Liu" userId="c9b38d7b-78f3-4370-909c-71431724c8ad" providerId="ADAL" clId="{DA34EE05-D86B-F34B-8C49-1A0BBA1A4396}" dt="2025-09-25T17:53:58.402" v="952" actId="164"/>
          <ac:grpSpMkLst>
            <pc:docMk/>
            <pc:sldMk cId="1686631918" sldId="2147471181"/>
            <ac:grpSpMk id="17" creationId="{D3B153A7-CE77-2946-BCDF-BED4531EFBCB}"/>
          </ac:grpSpMkLst>
        </pc:grpChg>
        <pc:grpChg chg="add mod">
          <ac:chgData name="Chang Liu" userId="c9b38d7b-78f3-4370-909c-71431724c8ad" providerId="ADAL" clId="{DA34EE05-D86B-F34B-8C49-1A0BBA1A4396}" dt="2025-09-25T17:54:04.055" v="953" actId="164"/>
          <ac:grpSpMkLst>
            <pc:docMk/>
            <pc:sldMk cId="1686631918" sldId="2147471181"/>
            <ac:grpSpMk id="18" creationId="{0FDEA362-F847-7181-2C14-664A466912DA}"/>
          </ac:grpSpMkLst>
        </pc:grpChg>
        <pc:picChg chg="mod">
          <ac:chgData name="Chang Liu" userId="c9b38d7b-78f3-4370-909c-71431724c8ad" providerId="ADAL" clId="{DA34EE05-D86B-F34B-8C49-1A0BBA1A4396}" dt="2025-09-25T16:59:00.667" v="869" actId="1076"/>
          <ac:picMkLst>
            <pc:docMk/>
            <pc:sldMk cId="1686631918" sldId="2147471181"/>
            <ac:picMk id="21" creationId="{FC880F05-BF38-263B-E65F-D80F4D86B9CD}"/>
          </ac:picMkLst>
        </pc:picChg>
      </pc:sldChg>
      <pc:sldChg chg="addSp delSp modSp add mod">
        <pc:chgData name="Chang Liu" userId="c9b38d7b-78f3-4370-909c-71431724c8ad" providerId="ADAL" clId="{DA34EE05-D86B-F34B-8C49-1A0BBA1A4396}" dt="2025-09-25T21:24:08.992" v="2144" actId="478"/>
        <pc:sldMkLst>
          <pc:docMk/>
          <pc:sldMk cId="399826916" sldId="2147471182"/>
        </pc:sldMkLst>
        <pc:spChg chg="mod">
          <ac:chgData name="Chang Liu" userId="c9b38d7b-78f3-4370-909c-71431724c8ad" providerId="ADAL" clId="{DA34EE05-D86B-F34B-8C49-1A0BBA1A4396}" dt="2025-09-25T15:38:49.243" v="582" actId="20577"/>
          <ac:spMkLst>
            <pc:docMk/>
            <pc:sldMk cId="399826916" sldId="2147471182"/>
            <ac:spMk id="2" creationId="{A8CFC8A2-2492-10F3-1F37-8E0D092D8CF1}"/>
          </ac:spMkLst>
        </pc:spChg>
        <pc:spChg chg="add mod">
          <ac:chgData name="Chang Liu" userId="c9b38d7b-78f3-4370-909c-71431724c8ad" providerId="ADAL" clId="{DA34EE05-D86B-F34B-8C49-1A0BBA1A4396}" dt="2025-09-25T21:24:05.425" v="2143"/>
          <ac:spMkLst>
            <pc:docMk/>
            <pc:sldMk cId="399826916" sldId="2147471182"/>
            <ac:spMk id="5" creationId="{355E9988-041D-28AC-3B89-855AF7B82966}"/>
          </ac:spMkLst>
        </pc:spChg>
        <pc:picChg chg="add mod">
          <ac:chgData name="Chang Liu" userId="c9b38d7b-78f3-4370-909c-71431724c8ad" providerId="ADAL" clId="{DA34EE05-D86B-F34B-8C49-1A0BBA1A4396}" dt="2025-09-25T14:41:41.688" v="308" actId="1076"/>
          <ac:picMkLst>
            <pc:docMk/>
            <pc:sldMk cId="399826916" sldId="2147471182"/>
            <ac:picMk id="3" creationId="{E4CCA84B-7F48-6797-AA1B-843E3606F7A0}"/>
          </ac:picMkLst>
        </pc:picChg>
        <pc:picChg chg="mod">
          <ac:chgData name="Chang Liu" userId="c9b38d7b-78f3-4370-909c-71431724c8ad" providerId="ADAL" clId="{DA34EE05-D86B-F34B-8C49-1A0BBA1A4396}" dt="2025-09-25T14:41:32.909" v="305" actId="14100"/>
          <ac:picMkLst>
            <pc:docMk/>
            <pc:sldMk cId="399826916" sldId="2147471182"/>
            <ac:picMk id="1026" creationId="{7482D4EA-60A2-07D4-EFE5-EE038123F198}"/>
          </ac:picMkLst>
        </pc:picChg>
      </pc:sldChg>
      <pc:sldChg chg="add del">
        <pc:chgData name="Chang Liu" userId="c9b38d7b-78f3-4370-909c-71431724c8ad" providerId="ADAL" clId="{DA34EE05-D86B-F34B-8C49-1A0BBA1A4396}" dt="2025-09-25T14:21:16.188" v="293" actId="2696"/>
        <pc:sldMkLst>
          <pc:docMk/>
          <pc:sldMk cId="1098979409" sldId="2147471183"/>
        </pc:sldMkLst>
      </pc:sldChg>
      <pc:sldChg chg="addSp delSp modSp add mod">
        <pc:chgData name="Chang Liu" userId="c9b38d7b-78f3-4370-909c-71431724c8ad" providerId="ADAL" clId="{DA34EE05-D86B-F34B-8C49-1A0BBA1A4396}" dt="2025-09-25T23:08:40.590" v="2234" actId="20577"/>
        <pc:sldMkLst>
          <pc:docMk/>
          <pc:sldMk cId="3177065986" sldId="2147471183"/>
        </pc:sldMkLst>
        <pc:spChg chg="mod">
          <ac:chgData name="Chang Liu" userId="c9b38d7b-78f3-4370-909c-71431724c8ad" providerId="ADAL" clId="{DA34EE05-D86B-F34B-8C49-1A0BBA1A4396}" dt="2025-09-25T18:20:06.059" v="1048" actId="20577"/>
          <ac:spMkLst>
            <pc:docMk/>
            <pc:sldMk cId="3177065986" sldId="2147471183"/>
            <ac:spMk id="2" creationId="{C33D6B22-1B33-BD3A-FD80-31D93C988477}"/>
          </ac:spMkLst>
        </pc:spChg>
        <pc:spChg chg="add mod">
          <ac:chgData name="Chang Liu" userId="c9b38d7b-78f3-4370-909c-71431724c8ad" providerId="ADAL" clId="{DA34EE05-D86B-F34B-8C49-1A0BBA1A4396}" dt="2025-09-25T21:25:52.536" v="2168"/>
          <ac:spMkLst>
            <pc:docMk/>
            <pc:sldMk cId="3177065986" sldId="2147471183"/>
            <ac:spMk id="3" creationId="{0A229E26-CA46-B024-EDA5-F5CE1227884A}"/>
          </ac:spMkLst>
        </pc:spChg>
        <pc:spChg chg="add mod">
          <ac:chgData name="Chang Liu" userId="c9b38d7b-78f3-4370-909c-71431724c8ad" providerId="ADAL" clId="{DA34EE05-D86B-F34B-8C49-1A0BBA1A4396}" dt="2025-09-25T23:07:30.976" v="2199"/>
          <ac:spMkLst>
            <pc:docMk/>
            <pc:sldMk cId="3177065986" sldId="2147471183"/>
            <ac:spMk id="15" creationId="{94229FC3-BCE2-CA39-F4A3-453C9341D7EE}"/>
          </ac:spMkLst>
        </pc:spChg>
        <pc:spChg chg="mod">
          <ac:chgData name="Chang Liu" userId="c9b38d7b-78f3-4370-909c-71431724c8ad" providerId="ADAL" clId="{DA34EE05-D86B-F34B-8C49-1A0BBA1A4396}" dt="2025-09-25T23:08:40.590" v="2234" actId="20577"/>
          <ac:spMkLst>
            <pc:docMk/>
            <pc:sldMk cId="3177065986" sldId="2147471183"/>
            <ac:spMk id="18" creationId="{095906D4-3015-3ACF-3552-91E46E9A5593}"/>
          </ac:spMkLst>
        </pc:spChg>
        <pc:spChg chg="mod">
          <ac:chgData name="Chang Liu" userId="c9b38d7b-78f3-4370-909c-71431724c8ad" providerId="ADAL" clId="{DA34EE05-D86B-F34B-8C49-1A0BBA1A4396}" dt="2025-09-25T17:56:37.867" v="954"/>
          <ac:spMkLst>
            <pc:docMk/>
            <pc:sldMk cId="3177065986" sldId="2147471183"/>
            <ac:spMk id="19" creationId="{D9B4338D-E379-3D09-A14A-195EE559A02D}"/>
          </ac:spMkLst>
        </pc:spChg>
        <pc:spChg chg="mod">
          <ac:chgData name="Chang Liu" userId="c9b38d7b-78f3-4370-909c-71431724c8ad" providerId="ADAL" clId="{DA34EE05-D86B-F34B-8C49-1A0BBA1A4396}" dt="2025-09-25T18:41:15.372" v="1306"/>
          <ac:spMkLst>
            <pc:docMk/>
            <pc:sldMk cId="3177065986" sldId="2147471183"/>
            <ac:spMk id="28" creationId="{338E9B5D-1BF8-5139-0DC9-7AB447F01AB0}"/>
          </ac:spMkLst>
        </pc:spChg>
        <pc:spChg chg="mod">
          <ac:chgData name="Chang Liu" userId="c9b38d7b-78f3-4370-909c-71431724c8ad" providerId="ADAL" clId="{DA34EE05-D86B-F34B-8C49-1A0BBA1A4396}" dt="2025-09-25T18:32:42.559" v="1179"/>
          <ac:spMkLst>
            <pc:docMk/>
            <pc:sldMk cId="3177065986" sldId="2147471183"/>
            <ac:spMk id="29" creationId="{DD783B13-D267-0BDA-2AF8-A4DF3E8589E5}"/>
          </ac:spMkLst>
        </pc:spChg>
        <pc:grpChg chg="add mod">
          <ac:chgData name="Chang Liu" userId="c9b38d7b-78f3-4370-909c-71431724c8ad" providerId="ADAL" clId="{DA34EE05-D86B-F34B-8C49-1A0BBA1A4396}" dt="2025-09-25T18:20:20.197" v="1050" actId="1076"/>
          <ac:grpSpMkLst>
            <pc:docMk/>
            <pc:sldMk cId="3177065986" sldId="2147471183"/>
            <ac:grpSpMk id="17" creationId="{0268132D-C43D-C949-B94D-B96C0C205F69}"/>
          </ac:grpSpMkLst>
        </pc:grpChg>
        <pc:grpChg chg="add mod">
          <ac:chgData name="Chang Liu" userId="c9b38d7b-78f3-4370-909c-71431724c8ad" providerId="ADAL" clId="{DA34EE05-D86B-F34B-8C49-1A0BBA1A4396}" dt="2025-09-25T18:41:41.170" v="1307" actId="1076"/>
          <ac:grpSpMkLst>
            <pc:docMk/>
            <pc:sldMk cId="3177065986" sldId="2147471183"/>
            <ac:grpSpMk id="27" creationId="{EC155510-098D-A727-E13B-69F0021B25EE}"/>
          </ac:grpSpMkLst>
        </pc:grpChg>
        <pc:picChg chg="add mod">
          <ac:chgData name="Chang Liu" userId="c9b38d7b-78f3-4370-909c-71431724c8ad" providerId="ADAL" clId="{DA34EE05-D86B-F34B-8C49-1A0BBA1A4396}" dt="2025-09-25T23:08:11.059" v="2205" actId="1076"/>
          <ac:picMkLst>
            <pc:docMk/>
            <pc:sldMk cId="3177065986" sldId="2147471183"/>
            <ac:picMk id="4098" creationId="{531C4424-FCD3-96FC-DCA0-92B218B76ABC}"/>
          </ac:picMkLst>
        </pc:picChg>
      </pc:sldChg>
      <pc:sldChg chg="addSp delSp modSp add mod">
        <pc:chgData name="Chang Liu" userId="c9b38d7b-78f3-4370-909c-71431724c8ad" providerId="ADAL" clId="{DA34EE05-D86B-F34B-8C49-1A0BBA1A4396}" dt="2025-09-25T21:26:22.666" v="2173" actId="1076"/>
        <pc:sldMkLst>
          <pc:docMk/>
          <pc:sldMk cId="1506645307" sldId="2147471184"/>
        </pc:sldMkLst>
        <pc:spChg chg="mod">
          <ac:chgData name="Chang Liu" userId="c9b38d7b-78f3-4370-909c-71431724c8ad" providerId="ADAL" clId="{DA34EE05-D86B-F34B-8C49-1A0BBA1A4396}" dt="2025-09-25T18:50:43.860" v="1324" actId="20577"/>
          <ac:spMkLst>
            <pc:docMk/>
            <pc:sldMk cId="1506645307" sldId="2147471184"/>
            <ac:spMk id="2" creationId="{B81B18E5-7F78-DD1E-E783-571ABA2E73C1}"/>
          </ac:spMkLst>
        </pc:spChg>
        <pc:spChg chg="add mod">
          <ac:chgData name="Chang Liu" userId="c9b38d7b-78f3-4370-909c-71431724c8ad" providerId="ADAL" clId="{DA34EE05-D86B-F34B-8C49-1A0BBA1A4396}" dt="2025-09-25T21:26:14.635" v="2171"/>
          <ac:spMkLst>
            <pc:docMk/>
            <pc:sldMk cId="1506645307" sldId="2147471184"/>
            <ac:spMk id="3" creationId="{B49DCA2F-2F96-6501-2558-6FB16FFD6C6A}"/>
          </ac:spMkLst>
        </pc:spChg>
        <pc:spChg chg="add mod">
          <ac:chgData name="Chang Liu" userId="c9b38d7b-78f3-4370-909c-71431724c8ad" providerId="ADAL" clId="{DA34EE05-D86B-F34B-8C49-1A0BBA1A4396}" dt="2025-09-25T18:54:21.233" v="1325"/>
          <ac:spMkLst>
            <pc:docMk/>
            <pc:sldMk cId="1506645307" sldId="2147471184"/>
            <ac:spMk id="15" creationId="{3499DCEB-7233-EC8E-EDEC-D2BA1CBF9337}"/>
          </ac:spMkLst>
        </pc:spChg>
        <pc:spChg chg="mod">
          <ac:chgData name="Chang Liu" userId="c9b38d7b-78f3-4370-909c-71431724c8ad" providerId="ADAL" clId="{DA34EE05-D86B-F34B-8C49-1A0BBA1A4396}" dt="2025-09-25T18:58:26.163" v="1368" actId="20577"/>
          <ac:spMkLst>
            <pc:docMk/>
            <pc:sldMk cId="1506645307" sldId="2147471184"/>
            <ac:spMk id="18" creationId="{308FA93F-FDB1-B404-77C3-EBC28C78F81D}"/>
          </ac:spMkLst>
        </pc:spChg>
        <pc:spChg chg="mod">
          <ac:chgData name="Chang Liu" userId="c9b38d7b-78f3-4370-909c-71431724c8ad" providerId="ADAL" clId="{DA34EE05-D86B-F34B-8C49-1A0BBA1A4396}" dt="2025-09-25T18:54:30.574" v="1326"/>
          <ac:spMkLst>
            <pc:docMk/>
            <pc:sldMk cId="1506645307" sldId="2147471184"/>
            <ac:spMk id="19" creationId="{E518300D-7689-E082-6CC1-DA27BF38806C}"/>
          </ac:spMkLst>
        </pc:spChg>
        <pc:spChg chg="mod">
          <ac:chgData name="Chang Liu" userId="c9b38d7b-78f3-4370-909c-71431724c8ad" providerId="ADAL" clId="{DA34EE05-D86B-F34B-8C49-1A0BBA1A4396}" dt="2025-09-25T19:12:15.252" v="1447" actId="20577"/>
          <ac:spMkLst>
            <pc:docMk/>
            <pc:sldMk cId="1506645307" sldId="2147471184"/>
            <ac:spMk id="25" creationId="{1DFB4B44-1A1B-0A2C-4218-733B2519E409}"/>
          </ac:spMkLst>
        </pc:spChg>
        <pc:spChg chg="mod">
          <ac:chgData name="Chang Liu" userId="c9b38d7b-78f3-4370-909c-71431724c8ad" providerId="ADAL" clId="{DA34EE05-D86B-F34B-8C49-1A0BBA1A4396}" dt="2025-09-25T19:09:05.912" v="1426"/>
          <ac:spMkLst>
            <pc:docMk/>
            <pc:sldMk cId="1506645307" sldId="2147471184"/>
            <ac:spMk id="26" creationId="{535E48D8-E741-AE9A-0E1E-BC030157342B}"/>
          </ac:spMkLst>
        </pc:spChg>
        <pc:grpChg chg="add mod">
          <ac:chgData name="Chang Liu" userId="c9b38d7b-78f3-4370-909c-71431724c8ad" providerId="ADAL" clId="{DA34EE05-D86B-F34B-8C49-1A0BBA1A4396}" dt="2025-09-25T19:12:27.742" v="1448" actId="1076"/>
          <ac:grpSpMkLst>
            <pc:docMk/>
            <pc:sldMk cId="1506645307" sldId="2147471184"/>
            <ac:grpSpMk id="17" creationId="{77BF7478-E234-35A2-32A2-8C262104D0D6}"/>
          </ac:grpSpMkLst>
        </pc:grpChg>
        <pc:grpChg chg="add mod">
          <ac:chgData name="Chang Liu" userId="c9b38d7b-78f3-4370-909c-71431724c8ad" providerId="ADAL" clId="{DA34EE05-D86B-F34B-8C49-1A0BBA1A4396}" dt="2025-09-25T19:54:42.201" v="1539" actId="14100"/>
          <ac:grpSpMkLst>
            <pc:docMk/>
            <pc:sldMk cId="1506645307" sldId="2147471184"/>
            <ac:grpSpMk id="24" creationId="{D4C1354F-E036-CC25-A4FA-C88AD6F30109}"/>
          </ac:grpSpMkLst>
        </pc:grpChg>
        <pc:picChg chg="add mod">
          <ac:chgData name="Chang Liu" userId="c9b38d7b-78f3-4370-909c-71431724c8ad" providerId="ADAL" clId="{DA34EE05-D86B-F34B-8C49-1A0BBA1A4396}" dt="2025-09-25T21:26:22.666" v="2173" actId="1076"/>
          <ac:picMkLst>
            <pc:docMk/>
            <pc:sldMk cId="1506645307" sldId="2147471184"/>
            <ac:picMk id="5122" creationId="{2E3044AC-2C02-8D05-232C-390B09FB051D}"/>
          </ac:picMkLst>
        </pc:picChg>
      </pc:sldChg>
      <pc:sldChg chg="modSp add mod ord">
        <pc:chgData name="Chang Liu" userId="c9b38d7b-78f3-4370-909c-71431724c8ad" providerId="ADAL" clId="{DA34EE05-D86B-F34B-8C49-1A0BBA1A4396}" dt="2025-09-25T19:23:38.544" v="1478" actId="20577"/>
        <pc:sldMkLst>
          <pc:docMk/>
          <pc:sldMk cId="3099030782" sldId="2147471185"/>
        </pc:sldMkLst>
      </pc:sldChg>
      <pc:sldChg chg="addSp delSp modSp add mod">
        <pc:chgData name="Chang Liu" userId="c9b38d7b-78f3-4370-909c-71431724c8ad" providerId="ADAL" clId="{DA34EE05-D86B-F34B-8C49-1A0BBA1A4396}" dt="2025-09-25T21:24:48.842" v="2150" actId="1076"/>
        <pc:sldMkLst>
          <pc:docMk/>
          <pc:sldMk cId="2840461110" sldId="2147471186"/>
        </pc:sldMkLst>
        <pc:spChg chg="mod">
          <ac:chgData name="Chang Liu" userId="c9b38d7b-78f3-4370-909c-71431724c8ad" providerId="ADAL" clId="{DA34EE05-D86B-F34B-8C49-1A0BBA1A4396}" dt="2025-09-25T15:38:40.735" v="572" actId="20577"/>
          <ac:spMkLst>
            <pc:docMk/>
            <pc:sldMk cId="2840461110" sldId="2147471186"/>
            <ac:spMk id="2" creationId="{D8A22B41-9426-FB99-6518-167F32645B43}"/>
          </ac:spMkLst>
        </pc:spChg>
        <pc:spChg chg="add mod">
          <ac:chgData name="Chang Liu" userId="c9b38d7b-78f3-4370-909c-71431724c8ad" providerId="ADAL" clId="{DA34EE05-D86B-F34B-8C49-1A0BBA1A4396}" dt="2025-09-25T21:24:37.528" v="2147" actId="14100"/>
          <ac:spMkLst>
            <pc:docMk/>
            <pc:sldMk cId="2840461110" sldId="2147471186"/>
            <ac:spMk id="3" creationId="{A627882D-02B4-7E5C-DDF6-18862639CB22}"/>
          </ac:spMkLst>
        </pc:spChg>
        <pc:spChg chg="mod topLvl">
          <ac:chgData name="Chang Liu" userId="c9b38d7b-78f3-4370-909c-71431724c8ad" providerId="ADAL" clId="{DA34EE05-D86B-F34B-8C49-1A0BBA1A4396}" dt="2025-09-25T15:53:19.745" v="690" actId="164"/>
          <ac:spMkLst>
            <pc:docMk/>
            <pc:sldMk cId="2840461110" sldId="2147471186"/>
            <ac:spMk id="6" creationId="{22760D9B-DDC7-4D31-62ED-D03AEF1A50CD}"/>
          </ac:spMkLst>
        </pc:spChg>
        <pc:spChg chg="mod topLvl">
          <ac:chgData name="Chang Liu" userId="c9b38d7b-78f3-4370-909c-71431724c8ad" providerId="ADAL" clId="{DA34EE05-D86B-F34B-8C49-1A0BBA1A4396}" dt="2025-09-25T15:53:19.745" v="690" actId="164"/>
          <ac:spMkLst>
            <pc:docMk/>
            <pc:sldMk cId="2840461110" sldId="2147471186"/>
            <ac:spMk id="11" creationId="{230D2A8D-8356-90AB-57A1-36D99FBED3F7}"/>
          </ac:spMkLst>
        </pc:spChg>
        <pc:spChg chg="add del mod">
          <ac:chgData name="Chang Liu" userId="c9b38d7b-78f3-4370-909c-71431724c8ad" providerId="ADAL" clId="{DA34EE05-D86B-F34B-8C49-1A0BBA1A4396}" dt="2025-09-25T16:02:55.163" v="723" actId="20577"/>
          <ac:spMkLst>
            <pc:docMk/>
            <pc:sldMk cId="2840461110" sldId="2147471186"/>
            <ac:spMk id="14" creationId="{81282B4A-55FB-E85F-035E-61D851C33876}"/>
          </ac:spMkLst>
        </pc:spChg>
        <pc:spChg chg="mod">
          <ac:chgData name="Chang Liu" userId="c9b38d7b-78f3-4370-909c-71431724c8ad" providerId="ADAL" clId="{DA34EE05-D86B-F34B-8C49-1A0BBA1A4396}" dt="2025-09-25T15:57:10.904" v="696"/>
          <ac:spMkLst>
            <pc:docMk/>
            <pc:sldMk cId="2840461110" sldId="2147471186"/>
            <ac:spMk id="20" creationId="{B44AF2DC-682D-820C-D9F0-F14C32BAD54A}"/>
          </ac:spMkLst>
        </pc:spChg>
        <pc:spChg chg="mod">
          <ac:chgData name="Chang Liu" userId="c9b38d7b-78f3-4370-909c-71431724c8ad" providerId="ADAL" clId="{DA34EE05-D86B-F34B-8C49-1A0BBA1A4396}" dt="2025-09-25T15:55:20.243" v="693"/>
          <ac:spMkLst>
            <pc:docMk/>
            <pc:sldMk cId="2840461110" sldId="2147471186"/>
            <ac:spMk id="21" creationId="{F243A13C-CE8B-03F2-15F6-F5ECA2E6E765}"/>
          </ac:spMkLst>
        </pc:spChg>
        <pc:grpChg chg="add mod">
          <ac:chgData name="Chang Liu" userId="c9b38d7b-78f3-4370-909c-71431724c8ad" providerId="ADAL" clId="{DA34EE05-D86B-F34B-8C49-1A0BBA1A4396}" dt="2025-09-25T16:23:22.346" v="730" actId="1076"/>
          <ac:grpSpMkLst>
            <pc:docMk/>
            <pc:sldMk cId="2840461110" sldId="2147471186"/>
            <ac:grpSpMk id="18" creationId="{C44EB9C1-9F9B-9407-6656-9784B72D926C}"/>
          </ac:grpSpMkLst>
        </pc:grpChg>
        <pc:grpChg chg="add mod">
          <ac:chgData name="Chang Liu" userId="c9b38d7b-78f3-4370-909c-71431724c8ad" providerId="ADAL" clId="{DA34EE05-D86B-F34B-8C49-1A0BBA1A4396}" dt="2025-09-25T16:23:26.566" v="731" actId="1076"/>
          <ac:grpSpMkLst>
            <pc:docMk/>
            <pc:sldMk cId="2840461110" sldId="2147471186"/>
            <ac:grpSpMk id="19" creationId="{3DE5DF5F-4C32-A7A1-D39F-AB7C652D8B80}"/>
          </ac:grpSpMkLst>
        </pc:grpChg>
        <pc:picChg chg="add mod">
          <ac:chgData name="Chang Liu" userId="c9b38d7b-78f3-4370-909c-71431724c8ad" providerId="ADAL" clId="{DA34EE05-D86B-F34B-8C49-1A0BBA1A4396}" dt="2025-09-25T21:24:48.842" v="2150" actId="1076"/>
          <ac:picMkLst>
            <pc:docMk/>
            <pc:sldMk cId="2840461110" sldId="2147471186"/>
            <ac:picMk id="25" creationId="{2091546D-7F6B-C952-5DE3-75EC9F9E0CFC}"/>
          </ac:picMkLst>
        </pc:picChg>
      </pc:sldChg>
      <pc:sldChg chg="addSp delSp modSp add mod">
        <pc:chgData name="Chang Liu" userId="c9b38d7b-78f3-4370-909c-71431724c8ad" providerId="ADAL" clId="{DA34EE05-D86B-F34B-8C49-1A0BBA1A4396}" dt="2025-09-25T21:25:38.094" v="2166" actId="478"/>
        <pc:sldMkLst>
          <pc:docMk/>
          <pc:sldMk cId="130526124" sldId="2147471187"/>
        </pc:sldMkLst>
        <pc:spChg chg="mod">
          <ac:chgData name="Chang Liu" userId="c9b38d7b-78f3-4370-909c-71431724c8ad" providerId="ADAL" clId="{DA34EE05-D86B-F34B-8C49-1A0BBA1A4396}" dt="2025-09-25T15:39:19.938" v="610" actId="20577"/>
          <ac:spMkLst>
            <pc:docMk/>
            <pc:sldMk cId="130526124" sldId="2147471187"/>
            <ac:spMk id="2" creationId="{1B523CA3-1553-5D7B-970E-35927AB2F7BC}"/>
          </ac:spMkLst>
        </pc:spChg>
        <pc:spChg chg="add mod">
          <ac:chgData name="Chang Liu" userId="c9b38d7b-78f3-4370-909c-71431724c8ad" providerId="ADAL" clId="{DA34EE05-D86B-F34B-8C49-1A0BBA1A4396}" dt="2025-09-25T21:25:34.682" v="2165" actId="20577"/>
          <ac:spMkLst>
            <pc:docMk/>
            <pc:sldMk cId="130526124" sldId="2147471187"/>
            <ac:spMk id="3" creationId="{A501B764-85F0-686B-5855-69CDBA87B6B8}"/>
          </ac:spMkLst>
        </pc:spChg>
        <pc:spChg chg="add mod">
          <ac:chgData name="Chang Liu" userId="c9b38d7b-78f3-4370-909c-71431724c8ad" providerId="ADAL" clId="{DA34EE05-D86B-F34B-8C49-1A0BBA1A4396}" dt="2025-09-25T17:15:29.114" v="912" actId="1076"/>
          <ac:spMkLst>
            <pc:docMk/>
            <pc:sldMk cId="130526124" sldId="2147471187"/>
            <ac:spMk id="5" creationId="{F133D61C-CB22-8D6B-BA2C-0F628E153B49}"/>
          </ac:spMkLst>
        </pc:spChg>
        <pc:spChg chg="mod">
          <ac:chgData name="Chang Liu" userId="c9b38d7b-78f3-4370-909c-71431724c8ad" providerId="ADAL" clId="{DA34EE05-D86B-F34B-8C49-1A0BBA1A4396}" dt="2025-09-25T17:02:20.157" v="877"/>
          <ac:spMkLst>
            <pc:docMk/>
            <pc:sldMk cId="130526124" sldId="2147471187"/>
            <ac:spMk id="7" creationId="{672062F2-D67C-8F19-ADC3-7FBBE23FC498}"/>
          </ac:spMkLst>
        </pc:spChg>
        <pc:spChg chg="mod">
          <ac:chgData name="Chang Liu" userId="c9b38d7b-78f3-4370-909c-71431724c8ad" providerId="ADAL" clId="{DA34EE05-D86B-F34B-8C49-1A0BBA1A4396}" dt="2025-09-25T17:01:19.283" v="875"/>
          <ac:spMkLst>
            <pc:docMk/>
            <pc:sldMk cId="130526124" sldId="2147471187"/>
            <ac:spMk id="8" creationId="{C2FADF7A-1668-4E6F-559F-1365D75CD2D3}"/>
          </ac:spMkLst>
        </pc:spChg>
        <pc:spChg chg="mod">
          <ac:chgData name="Chang Liu" userId="c9b38d7b-78f3-4370-909c-71431724c8ad" providerId="ADAL" clId="{DA34EE05-D86B-F34B-8C49-1A0BBA1A4396}" dt="2025-09-25T17:04:25.406" v="893"/>
          <ac:spMkLst>
            <pc:docMk/>
            <pc:sldMk cId="130526124" sldId="2147471187"/>
            <ac:spMk id="10" creationId="{B61FEECB-D5C8-4100-ACD8-BFF3CD927AC4}"/>
          </ac:spMkLst>
        </pc:spChg>
        <pc:spChg chg="mod">
          <ac:chgData name="Chang Liu" userId="c9b38d7b-78f3-4370-909c-71431724c8ad" providerId="ADAL" clId="{DA34EE05-D86B-F34B-8C49-1A0BBA1A4396}" dt="2025-09-25T17:03:47.500" v="889"/>
          <ac:spMkLst>
            <pc:docMk/>
            <pc:sldMk cId="130526124" sldId="2147471187"/>
            <ac:spMk id="11" creationId="{56EB46B6-AD04-091E-0B45-22679F1A256F}"/>
          </ac:spMkLst>
        </pc:spChg>
        <pc:grpChg chg="add mod">
          <ac:chgData name="Chang Liu" userId="c9b38d7b-78f3-4370-909c-71431724c8ad" providerId="ADAL" clId="{DA34EE05-D86B-F34B-8C49-1A0BBA1A4396}" dt="2025-09-25T17:01:19.283" v="875"/>
          <ac:grpSpMkLst>
            <pc:docMk/>
            <pc:sldMk cId="130526124" sldId="2147471187"/>
            <ac:grpSpMk id="6" creationId="{1CACB126-D868-F18B-3CDD-2542342C0D77}"/>
          </ac:grpSpMkLst>
        </pc:grpChg>
        <pc:grpChg chg="add mod">
          <ac:chgData name="Chang Liu" userId="c9b38d7b-78f3-4370-909c-71431724c8ad" providerId="ADAL" clId="{DA34EE05-D86B-F34B-8C49-1A0BBA1A4396}" dt="2025-09-25T17:40:03.004" v="929" actId="1076"/>
          <ac:grpSpMkLst>
            <pc:docMk/>
            <pc:sldMk cId="130526124" sldId="2147471187"/>
            <ac:grpSpMk id="9" creationId="{A352235C-54EE-09FA-5633-8FB670102E1F}"/>
          </ac:grpSpMkLst>
        </pc:grpChg>
        <pc:picChg chg="add mod">
          <ac:chgData name="Chang Liu" userId="c9b38d7b-78f3-4370-909c-71431724c8ad" providerId="ADAL" clId="{DA34EE05-D86B-F34B-8C49-1A0BBA1A4396}" dt="2025-09-25T17:40:11.808" v="933" actId="1076"/>
          <ac:picMkLst>
            <pc:docMk/>
            <pc:sldMk cId="130526124" sldId="2147471187"/>
            <ac:picMk id="11266" creationId="{D2CC8AAF-D5A8-AE98-FBB6-4BB9EF743FB2}"/>
          </ac:picMkLst>
        </pc:picChg>
        <pc:picChg chg="add mod">
          <ac:chgData name="Chang Liu" userId="c9b38d7b-78f3-4370-909c-71431724c8ad" providerId="ADAL" clId="{DA34EE05-D86B-F34B-8C49-1A0BBA1A4396}" dt="2025-09-25T17:40:10.085" v="932" actId="1076"/>
          <ac:picMkLst>
            <pc:docMk/>
            <pc:sldMk cId="130526124" sldId="2147471187"/>
            <ac:picMk id="11268" creationId="{18988EBD-2679-7013-25A6-807C108312F3}"/>
          </ac:picMkLst>
        </pc:picChg>
      </pc:sldChg>
      <pc:sldChg chg="modSp add del mod">
        <pc:chgData name="Chang Liu" userId="c9b38d7b-78f3-4370-909c-71431724c8ad" providerId="ADAL" clId="{DA34EE05-D86B-F34B-8C49-1A0BBA1A4396}" dt="2025-09-25T18:20:08.123" v="1049" actId="2696"/>
        <pc:sldMkLst>
          <pc:docMk/>
          <pc:sldMk cId="3011028427" sldId="2147471188"/>
        </pc:sldMkLst>
      </pc:sldChg>
      <pc:sldChg chg="modSp add del mod">
        <pc:chgData name="Chang Liu" userId="c9b38d7b-78f3-4370-909c-71431724c8ad" providerId="ADAL" clId="{DA34EE05-D86B-F34B-8C49-1A0BBA1A4396}" dt="2025-09-25T18:50:31.611" v="1310" actId="2696"/>
        <pc:sldMkLst>
          <pc:docMk/>
          <pc:sldMk cId="2456803042" sldId="2147471189"/>
        </pc:sldMkLst>
      </pc:sldChg>
      <pc:sldChg chg="modSp del mod">
        <pc:chgData name="Chang Liu" userId="c9b38d7b-78f3-4370-909c-71431724c8ad" providerId="ADAL" clId="{DA34EE05-D86B-F34B-8C49-1A0BBA1A4396}" dt="2025-09-26T00:20:27.591" v="2241" actId="2696"/>
        <pc:sldMkLst>
          <pc:docMk/>
          <pc:sldMk cId="1449165222" sldId="2147471196"/>
        </pc:sldMkLst>
      </pc:sldChg>
      <pc:sldChg chg="addSp delSp modSp del mod">
        <pc:chgData name="Chang Liu" userId="c9b38d7b-78f3-4370-909c-71431724c8ad" providerId="ADAL" clId="{DA34EE05-D86B-F34B-8C49-1A0BBA1A4396}" dt="2025-09-25T20:08:55.022" v="1577" actId="2696"/>
        <pc:sldMkLst>
          <pc:docMk/>
          <pc:sldMk cId="2538595265" sldId="2147471197"/>
        </pc:sldMkLst>
      </pc:sldChg>
      <pc:sldChg chg="modSp add mod">
        <pc:chgData name="Chang Liu" userId="c9b38d7b-78f3-4370-909c-71431724c8ad" providerId="ADAL" clId="{DA34EE05-D86B-F34B-8C49-1A0BBA1A4396}" dt="2025-09-25T19:24:09.049" v="1512" actId="20577"/>
        <pc:sldMkLst>
          <pc:docMk/>
          <pc:sldMk cId="174193464" sldId="2147471198"/>
        </pc:sldMkLst>
        <pc:spChg chg="mod">
          <ac:chgData name="Chang Liu" userId="c9b38d7b-78f3-4370-909c-71431724c8ad" providerId="ADAL" clId="{DA34EE05-D86B-F34B-8C49-1A0BBA1A4396}" dt="2025-09-25T19:24:09.049" v="1512" actId="20577"/>
          <ac:spMkLst>
            <pc:docMk/>
            <pc:sldMk cId="174193464" sldId="2147471198"/>
            <ac:spMk id="2" creationId="{F6BBF307-9EBE-A1BD-A638-9BE1E2704008}"/>
          </ac:spMkLst>
        </pc:spChg>
      </pc:sldChg>
      <pc:sldChg chg="ord">
        <pc:chgData name="Chang Liu" userId="c9b38d7b-78f3-4370-909c-71431724c8ad" providerId="ADAL" clId="{DA34EE05-D86B-F34B-8C49-1A0BBA1A4396}" dt="2025-09-25T21:20:52.682" v="2137" actId="20578"/>
        <pc:sldMkLst>
          <pc:docMk/>
          <pc:sldMk cId="2760874305" sldId="2147471199"/>
        </pc:sldMkLst>
      </pc:sldChg>
      <pc:sldChg chg="addSp delSp modSp add mod ord">
        <pc:chgData name="Chang Liu" userId="c9b38d7b-78f3-4370-909c-71431724c8ad" providerId="ADAL" clId="{DA34EE05-D86B-F34B-8C49-1A0BBA1A4396}" dt="2025-09-25T23:39:03.503" v="2240" actId="20577"/>
        <pc:sldMkLst>
          <pc:docMk/>
          <pc:sldMk cId="794516454" sldId="2147471200"/>
        </pc:sldMkLst>
      </pc:sldChg>
      <pc:sldChg chg="add">
        <pc:chgData name="Chang Liu" userId="c9b38d7b-78f3-4370-909c-71431724c8ad" providerId="ADAL" clId="{DA34EE05-D86B-F34B-8C49-1A0BBA1A4396}" dt="2025-09-25T20:04:53.318" v="1551" actId="2890"/>
        <pc:sldMkLst>
          <pc:docMk/>
          <pc:sldMk cId="1177391329" sldId="2147471201"/>
        </pc:sldMkLst>
      </pc:sldChg>
      <pc:sldChg chg="delSp modSp add mod ord">
        <pc:chgData name="Chang Liu" userId="c9b38d7b-78f3-4370-909c-71431724c8ad" providerId="ADAL" clId="{DA34EE05-D86B-F34B-8C49-1A0BBA1A4396}" dt="2025-09-25T21:29:45.067" v="2179" actId="20577"/>
        <pc:sldMkLst>
          <pc:docMk/>
          <pc:sldMk cId="2078241759" sldId="2147471202"/>
        </pc:sldMkLst>
      </pc:sldChg>
      <pc:sldChg chg="addSp delSp modSp add mod ord">
        <pc:chgData name="Chang Liu" userId="c9b38d7b-78f3-4370-909c-71431724c8ad" providerId="ADAL" clId="{DA34EE05-D86B-F34B-8C49-1A0BBA1A4396}" dt="2025-09-25T23:16:19.867" v="2236" actId="20577"/>
        <pc:sldMkLst>
          <pc:docMk/>
          <pc:sldMk cId="2870764370" sldId="2147471204"/>
        </pc:sldMkLst>
        <pc:spChg chg="mod">
          <ac:chgData name="Chang Liu" userId="c9b38d7b-78f3-4370-909c-71431724c8ad" providerId="ADAL" clId="{DA34EE05-D86B-F34B-8C49-1A0BBA1A4396}" dt="2025-09-25T20:56:57.435" v="1980" actId="20577"/>
          <ac:spMkLst>
            <pc:docMk/>
            <pc:sldMk cId="2870764370" sldId="2147471204"/>
            <ac:spMk id="3" creationId="{3F407EB5-20B2-B6A9-B401-2012A6B0E2EA}"/>
          </ac:spMkLst>
        </pc:spChg>
        <pc:spChg chg="mod">
          <ac:chgData name="Chang Liu" userId="c9b38d7b-78f3-4370-909c-71431724c8ad" providerId="ADAL" clId="{DA34EE05-D86B-F34B-8C49-1A0BBA1A4396}" dt="2025-09-25T23:16:19.867" v="2236" actId="20577"/>
          <ac:spMkLst>
            <pc:docMk/>
            <pc:sldMk cId="2870764370" sldId="2147471204"/>
            <ac:spMk id="4" creationId="{06256622-7EB8-CC17-A7F4-60E7679A4B9E}"/>
          </ac:spMkLst>
        </pc:spChg>
        <pc:spChg chg="mod">
          <ac:chgData name="Chang Liu" userId="c9b38d7b-78f3-4370-909c-71431724c8ad" providerId="ADAL" clId="{DA34EE05-D86B-F34B-8C49-1A0BBA1A4396}" dt="2025-09-25T21:14:08.687" v="2065" actId="20577"/>
          <ac:spMkLst>
            <pc:docMk/>
            <pc:sldMk cId="2870764370" sldId="2147471204"/>
            <ac:spMk id="5" creationId="{5BD9FDA8-0084-7C8C-0B1B-CA1F36CE6C2B}"/>
          </ac:spMkLst>
        </pc:spChg>
        <pc:spChg chg="mod">
          <ac:chgData name="Chang Liu" userId="c9b38d7b-78f3-4370-909c-71431724c8ad" providerId="ADAL" clId="{DA34EE05-D86B-F34B-8C49-1A0BBA1A4396}" dt="2025-09-25T21:20:46.467" v="2136" actId="20577"/>
          <ac:spMkLst>
            <pc:docMk/>
            <pc:sldMk cId="2870764370" sldId="2147471204"/>
            <ac:spMk id="8" creationId="{89604BEB-D1D4-5917-4799-42134B710BEC}"/>
          </ac:spMkLst>
        </pc:spChg>
        <pc:spChg chg="mod">
          <ac:chgData name="Chang Liu" userId="c9b38d7b-78f3-4370-909c-71431724c8ad" providerId="ADAL" clId="{DA34EE05-D86B-F34B-8C49-1A0BBA1A4396}" dt="2025-09-25T21:15:50.654" v="2089" actId="20577"/>
          <ac:spMkLst>
            <pc:docMk/>
            <pc:sldMk cId="2870764370" sldId="2147471204"/>
            <ac:spMk id="9" creationId="{1FA1B667-605E-0C05-B514-EC62DCC715A3}"/>
          </ac:spMkLst>
        </pc:spChg>
        <pc:spChg chg="mod">
          <ac:chgData name="Chang Liu" userId="c9b38d7b-78f3-4370-909c-71431724c8ad" providerId="ADAL" clId="{DA34EE05-D86B-F34B-8C49-1A0BBA1A4396}" dt="2025-09-25T21:13:02.768" v="2050" actId="20577"/>
          <ac:spMkLst>
            <pc:docMk/>
            <pc:sldMk cId="2870764370" sldId="2147471204"/>
            <ac:spMk id="12" creationId="{A27ECCE5-303D-599A-2596-2996A88E9CDC}"/>
          </ac:spMkLst>
        </pc:spChg>
        <pc:spChg chg="mod">
          <ac:chgData name="Chang Liu" userId="c9b38d7b-78f3-4370-909c-71431724c8ad" providerId="ADAL" clId="{DA34EE05-D86B-F34B-8C49-1A0BBA1A4396}" dt="2025-09-25T21:16:21.618" v="2096" actId="20577"/>
          <ac:spMkLst>
            <pc:docMk/>
            <pc:sldMk cId="2870764370" sldId="2147471204"/>
            <ac:spMk id="13" creationId="{4742B5C9-5550-B28B-3552-5DB869D7C3D0}"/>
          </ac:spMkLst>
        </pc:spChg>
        <pc:spChg chg="mod">
          <ac:chgData name="Chang Liu" userId="c9b38d7b-78f3-4370-909c-71431724c8ad" providerId="ADAL" clId="{DA34EE05-D86B-F34B-8C49-1A0BBA1A4396}" dt="2025-09-25T21:13:04.766" v="2052" actId="20577"/>
          <ac:spMkLst>
            <pc:docMk/>
            <pc:sldMk cId="2870764370" sldId="2147471204"/>
            <ac:spMk id="17" creationId="{976E4ED5-38BC-0F22-09F7-ECEC569BFF8A}"/>
          </ac:spMkLst>
        </pc:spChg>
        <pc:spChg chg="mod">
          <ac:chgData name="Chang Liu" userId="c9b38d7b-78f3-4370-909c-71431724c8ad" providerId="ADAL" clId="{DA34EE05-D86B-F34B-8C49-1A0BBA1A4396}" dt="2025-09-25T21:17:16.390" v="2111" actId="1076"/>
          <ac:spMkLst>
            <pc:docMk/>
            <pc:sldMk cId="2870764370" sldId="2147471204"/>
            <ac:spMk id="18" creationId="{2ABB812D-54BB-604E-6A5B-C4FD75897C90}"/>
          </ac:spMkLst>
        </pc:spChg>
        <pc:spChg chg="mod">
          <ac:chgData name="Chang Liu" userId="c9b38d7b-78f3-4370-909c-71431724c8ad" providerId="ADAL" clId="{DA34EE05-D86B-F34B-8C49-1A0BBA1A4396}" dt="2025-09-25T21:13:06.707" v="2054" actId="20577"/>
          <ac:spMkLst>
            <pc:docMk/>
            <pc:sldMk cId="2870764370" sldId="2147471204"/>
            <ac:spMk id="21" creationId="{AE6AFBF5-B97F-FA8F-6E3D-5908DFDC0F82}"/>
          </ac:spMkLst>
        </pc:spChg>
        <pc:spChg chg="mod">
          <ac:chgData name="Chang Liu" userId="c9b38d7b-78f3-4370-909c-71431724c8ad" providerId="ADAL" clId="{DA34EE05-D86B-F34B-8C49-1A0BBA1A4396}" dt="2025-09-25T21:17:56.731" v="2125" actId="20577"/>
          <ac:spMkLst>
            <pc:docMk/>
            <pc:sldMk cId="2870764370" sldId="2147471204"/>
            <ac:spMk id="22" creationId="{D3EE8179-FFED-F037-3161-C1D78C4FB730}"/>
          </ac:spMkLst>
        </pc:spChg>
        <pc:grpChg chg="add mod">
          <ac:chgData name="Chang Liu" userId="c9b38d7b-78f3-4370-909c-71431724c8ad" providerId="ADAL" clId="{DA34EE05-D86B-F34B-8C49-1A0BBA1A4396}" dt="2025-09-25T21:27:42.296" v="2174" actId="164"/>
          <ac:grpSpMkLst>
            <pc:docMk/>
            <pc:sldMk cId="2870764370" sldId="2147471204"/>
            <ac:grpSpMk id="2" creationId="{3E2624C9-EA18-8E4F-DC1B-651FB049BD5D}"/>
          </ac:grpSpMkLst>
        </pc:grpChg>
        <pc:grpChg chg="add mod">
          <ac:chgData name="Chang Liu" userId="c9b38d7b-78f3-4370-909c-71431724c8ad" providerId="ADAL" clId="{DA34EE05-D86B-F34B-8C49-1A0BBA1A4396}" dt="2025-09-25T21:27:42.296" v="2174" actId="164"/>
          <ac:grpSpMkLst>
            <pc:docMk/>
            <pc:sldMk cId="2870764370" sldId="2147471204"/>
            <ac:grpSpMk id="7" creationId="{6CDA7C8B-0B7A-D098-AA94-82B6D75E212D}"/>
          </ac:grpSpMkLst>
        </pc:grpChg>
        <pc:grpChg chg="add mod">
          <ac:chgData name="Chang Liu" userId="c9b38d7b-78f3-4370-909c-71431724c8ad" providerId="ADAL" clId="{DA34EE05-D86B-F34B-8C49-1A0BBA1A4396}" dt="2025-09-25T21:27:42.296" v="2174" actId="164"/>
          <ac:grpSpMkLst>
            <pc:docMk/>
            <pc:sldMk cId="2870764370" sldId="2147471204"/>
            <ac:grpSpMk id="11" creationId="{7B014087-28CF-21F8-3A4B-854DCCC55C41}"/>
          </ac:grpSpMkLst>
        </pc:grpChg>
        <pc:grpChg chg="add mod">
          <ac:chgData name="Chang Liu" userId="c9b38d7b-78f3-4370-909c-71431724c8ad" providerId="ADAL" clId="{DA34EE05-D86B-F34B-8C49-1A0BBA1A4396}" dt="2025-09-25T21:27:42.296" v="2174" actId="164"/>
          <ac:grpSpMkLst>
            <pc:docMk/>
            <pc:sldMk cId="2870764370" sldId="2147471204"/>
            <ac:grpSpMk id="16" creationId="{3FBCD7A2-414E-C56D-8758-CA71B993FE76}"/>
          </ac:grpSpMkLst>
        </pc:grpChg>
        <pc:grpChg chg="add mod">
          <ac:chgData name="Chang Liu" userId="c9b38d7b-78f3-4370-909c-71431724c8ad" providerId="ADAL" clId="{DA34EE05-D86B-F34B-8C49-1A0BBA1A4396}" dt="2025-09-25T21:27:42.296" v="2174" actId="164"/>
          <ac:grpSpMkLst>
            <pc:docMk/>
            <pc:sldMk cId="2870764370" sldId="2147471204"/>
            <ac:grpSpMk id="20" creationId="{76A4084C-9C9C-8919-9F30-9930D10355EA}"/>
          </ac:grpSpMkLst>
        </pc:grpChg>
        <pc:grpChg chg="add mod">
          <ac:chgData name="Chang Liu" userId="c9b38d7b-78f3-4370-909c-71431724c8ad" providerId="ADAL" clId="{DA34EE05-D86B-F34B-8C49-1A0BBA1A4396}" dt="2025-09-25T21:27:46.581" v="2175" actId="1076"/>
          <ac:grpSpMkLst>
            <pc:docMk/>
            <pc:sldMk cId="2870764370" sldId="2147471204"/>
            <ac:grpSpMk id="52" creationId="{B78C2F06-1A19-48D1-02D7-5BB5FC0E3832}"/>
          </ac:grpSpMkLst>
        </pc:grpChg>
        <pc:picChg chg="add mod">
          <ac:chgData name="Chang Liu" userId="c9b38d7b-78f3-4370-909c-71431724c8ad" providerId="ADAL" clId="{DA34EE05-D86B-F34B-8C49-1A0BBA1A4396}" dt="2025-09-25T21:27:42.296" v="2174" actId="164"/>
          <ac:picMkLst>
            <pc:docMk/>
            <pc:sldMk cId="2870764370" sldId="2147471204"/>
            <ac:picMk id="33" creationId="{DC07A982-1671-2034-AA70-D33035D9F781}"/>
          </ac:picMkLst>
        </pc:picChg>
        <pc:picChg chg="add mod">
          <ac:chgData name="Chang Liu" userId="c9b38d7b-78f3-4370-909c-71431724c8ad" providerId="ADAL" clId="{DA34EE05-D86B-F34B-8C49-1A0BBA1A4396}" dt="2025-09-25T21:27:42.296" v="2174" actId="164"/>
          <ac:picMkLst>
            <pc:docMk/>
            <pc:sldMk cId="2870764370" sldId="2147471204"/>
            <ac:picMk id="38" creationId="{D6292F1D-126B-5AFD-D290-673DC91F0EFB}"/>
          </ac:picMkLst>
        </pc:picChg>
        <pc:picChg chg="add mod">
          <ac:chgData name="Chang Liu" userId="c9b38d7b-78f3-4370-909c-71431724c8ad" providerId="ADAL" clId="{DA34EE05-D86B-F34B-8C49-1A0BBA1A4396}" dt="2025-09-25T21:27:42.296" v="2174" actId="164"/>
          <ac:picMkLst>
            <pc:docMk/>
            <pc:sldMk cId="2870764370" sldId="2147471204"/>
            <ac:picMk id="43" creationId="{81EAC07D-3C57-1229-4FCF-DF7D33E4A239}"/>
          </ac:picMkLst>
        </pc:picChg>
        <pc:picChg chg="add mod">
          <ac:chgData name="Chang Liu" userId="c9b38d7b-78f3-4370-909c-71431724c8ad" providerId="ADAL" clId="{DA34EE05-D86B-F34B-8C49-1A0BBA1A4396}" dt="2025-09-25T21:27:42.296" v="2174" actId="164"/>
          <ac:picMkLst>
            <pc:docMk/>
            <pc:sldMk cId="2870764370" sldId="2147471204"/>
            <ac:picMk id="48" creationId="{8BCB82B6-055D-B718-6AB9-610FF11A1531}"/>
          </ac:picMkLst>
        </pc:picChg>
        <pc:picChg chg="add mod">
          <ac:chgData name="Chang Liu" userId="c9b38d7b-78f3-4370-909c-71431724c8ad" providerId="ADAL" clId="{DA34EE05-D86B-F34B-8C49-1A0BBA1A4396}" dt="2025-09-25T21:27:42.296" v="2174" actId="164"/>
          <ac:picMkLst>
            <pc:docMk/>
            <pc:sldMk cId="2870764370" sldId="2147471204"/>
            <ac:picMk id="51" creationId="{C5290FEF-ECF8-5E0D-45E9-8B443473AC43}"/>
          </ac:picMkLst>
        </pc:picChg>
        <pc:cxnChg chg="mod">
          <ac:chgData name="Chang Liu" userId="c9b38d7b-78f3-4370-909c-71431724c8ad" providerId="ADAL" clId="{DA34EE05-D86B-F34B-8C49-1A0BBA1A4396}" dt="2025-09-25T21:11:37.133" v="2027" actId="404"/>
          <ac:cxnSpMkLst>
            <pc:docMk/>
            <pc:sldMk cId="2870764370" sldId="2147471204"/>
            <ac:cxnSpMk id="6" creationId="{E19ECBB8-CFAB-DB54-A372-3D69C7E3B57A}"/>
          </ac:cxnSpMkLst>
        </pc:cxnChg>
        <pc:cxnChg chg="mod">
          <ac:chgData name="Chang Liu" userId="c9b38d7b-78f3-4370-909c-71431724c8ad" providerId="ADAL" clId="{DA34EE05-D86B-F34B-8C49-1A0BBA1A4396}" dt="2025-09-25T21:11:41.207" v="2028" actId="404"/>
          <ac:cxnSpMkLst>
            <pc:docMk/>
            <pc:sldMk cId="2870764370" sldId="2147471204"/>
            <ac:cxnSpMk id="10" creationId="{EBBBAA64-0EDD-17F1-42C0-243C6F8D5C62}"/>
          </ac:cxnSpMkLst>
        </pc:cxnChg>
        <pc:cxnChg chg="mod">
          <ac:chgData name="Chang Liu" userId="c9b38d7b-78f3-4370-909c-71431724c8ad" providerId="ADAL" clId="{DA34EE05-D86B-F34B-8C49-1A0BBA1A4396}" dt="2025-09-25T21:12:24.006" v="2042" actId="20577"/>
          <ac:cxnSpMkLst>
            <pc:docMk/>
            <pc:sldMk cId="2870764370" sldId="2147471204"/>
            <ac:cxnSpMk id="15" creationId="{D2D0E8E7-3DF1-6A55-5141-0FD041D0C1C1}"/>
          </ac:cxnSpMkLst>
        </pc:cxnChg>
        <pc:cxnChg chg="mod">
          <ac:chgData name="Chang Liu" userId="c9b38d7b-78f3-4370-909c-71431724c8ad" providerId="ADAL" clId="{DA34EE05-D86B-F34B-8C49-1A0BBA1A4396}" dt="2025-09-25T21:17:16.390" v="2111" actId="1076"/>
          <ac:cxnSpMkLst>
            <pc:docMk/>
            <pc:sldMk cId="2870764370" sldId="2147471204"/>
            <ac:cxnSpMk id="19" creationId="{737ED5E9-DF77-B668-FF4D-E41AD6EB34E7}"/>
          </ac:cxnSpMkLst>
        </pc:cxnChg>
        <pc:cxnChg chg="mod">
          <ac:chgData name="Chang Liu" userId="c9b38d7b-78f3-4370-909c-71431724c8ad" providerId="ADAL" clId="{DA34EE05-D86B-F34B-8C49-1A0BBA1A4396}" dt="2025-09-25T21:12:57.850" v="2046" actId="404"/>
          <ac:cxnSpMkLst>
            <pc:docMk/>
            <pc:sldMk cId="2870764370" sldId="2147471204"/>
            <ac:cxnSpMk id="23" creationId="{59E3DC1C-2685-0055-3EF6-E26F26A73E05}"/>
          </ac:cxnSpMkLst>
        </pc:cxnChg>
      </pc:sldChg>
    </pc:docChg>
  </pc:docChgLst>
  <pc:docChgLst>
    <pc:chgData name="Ritesh Kumar" userId="7edd467b-0259-4175-b217-dced0d6e2d58" providerId="ADAL" clId="{81D220D8-D7F1-894A-BAB3-E8F3B432FB58}"/>
    <pc:docChg chg="undo custSel addSld delSld modSld sldOrd">
      <pc:chgData name="Ritesh Kumar" userId="7edd467b-0259-4175-b217-dced0d6e2d58" providerId="ADAL" clId="{81D220D8-D7F1-894A-BAB3-E8F3B432FB58}" dt="2025-09-26T02:08:23.353" v="1472" actId="123"/>
      <pc:docMkLst>
        <pc:docMk/>
      </pc:docMkLst>
      <pc:sldChg chg="modSp mod">
        <pc:chgData name="Ritesh Kumar" userId="7edd467b-0259-4175-b217-dced0d6e2d58" providerId="ADAL" clId="{81D220D8-D7F1-894A-BAB3-E8F3B432FB58}" dt="2025-09-26T00:15:21.068" v="1262" actId="20577"/>
        <pc:sldMkLst>
          <pc:docMk/>
          <pc:sldMk cId="3643194968" sldId="298"/>
        </pc:sldMkLst>
        <pc:spChg chg="mod">
          <ac:chgData name="Ritesh Kumar" userId="7edd467b-0259-4175-b217-dced0d6e2d58" providerId="ADAL" clId="{81D220D8-D7F1-894A-BAB3-E8F3B432FB58}" dt="2025-09-26T00:15:21.068" v="1262" actId="20577"/>
          <ac:spMkLst>
            <pc:docMk/>
            <pc:sldMk cId="3643194968" sldId="298"/>
            <ac:spMk id="3" creationId="{2E7B62A7-8EDC-06F9-8E27-465A1588CEEC}"/>
          </ac:spMkLst>
        </pc:spChg>
      </pc:sldChg>
      <pc:sldChg chg="modSp mod">
        <pc:chgData name="Ritesh Kumar" userId="7edd467b-0259-4175-b217-dced0d6e2d58" providerId="ADAL" clId="{81D220D8-D7F1-894A-BAB3-E8F3B432FB58}" dt="2025-09-25T22:33:57.998" v="1251" actId="20577"/>
        <pc:sldMkLst>
          <pc:docMk/>
          <pc:sldMk cId="3922965850" sldId="2147471130"/>
        </pc:sldMkLst>
        <pc:spChg chg="mod">
          <ac:chgData name="Ritesh Kumar" userId="7edd467b-0259-4175-b217-dced0d6e2d58" providerId="ADAL" clId="{81D220D8-D7F1-894A-BAB3-E8F3B432FB58}" dt="2025-09-25T22:33:57.998" v="1251" actId="20577"/>
          <ac:spMkLst>
            <pc:docMk/>
            <pc:sldMk cId="3922965850" sldId="2147471130"/>
            <ac:spMk id="40" creationId="{CF9D86FD-98B9-4020-FA87-8859A63D06C4}"/>
          </ac:spMkLst>
        </pc:spChg>
      </pc:sldChg>
      <pc:sldChg chg="add">
        <pc:chgData name="Ritesh Kumar" userId="7edd467b-0259-4175-b217-dced0d6e2d58" providerId="ADAL" clId="{81D220D8-D7F1-894A-BAB3-E8F3B432FB58}" dt="2025-09-25T22:01:15.997" v="1110"/>
        <pc:sldMkLst>
          <pc:docMk/>
          <pc:sldMk cId="1240772326" sldId="2147471164"/>
        </pc:sldMkLst>
      </pc:sldChg>
      <pc:sldChg chg="del">
        <pc:chgData name="Ritesh Kumar" userId="7edd467b-0259-4175-b217-dced0d6e2d58" providerId="ADAL" clId="{81D220D8-D7F1-894A-BAB3-E8F3B432FB58}" dt="2025-09-26T00:23:57.254" v="1263" actId="2696"/>
        <pc:sldMkLst>
          <pc:docMk/>
          <pc:sldMk cId="461944156" sldId="2147471165"/>
        </pc:sldMkLst>
      </pc:sldChg>
      <pc:sldChg chg="del">
        <pc:chgData name="Ritesh Kumar" userId="7edd467b-0259-4175-b217-dced0d6e2d58" providerId="ADAL" clId="{81D220D8-D7F1-894A-BAB3-E8F3B432FB58}" dt="2025-09-26T00:24:01.139" v="1264" actId="2696"/>
        <pc:sldMkLst>
          <pc:docMk/>
          <pc:sldMk cId="2254330652" sldId="2147471166"/>
        </pc:sldMkLst>
      </pc:sldChg>
      <pc:sldChg chg="del">
        <pc:chgData name="Ritesh Kumar" userId="7edd467b-0259-4175-b217-dced0d6e2d58" providerId="ADAL" clId="{81D220D8-D7F1-894A-BAB3-E8F3B432FB58}" dt="2025-09-25T23:39:13.979" v="1256" actId="2696"/>
        <pc:sldMkLst>
          <pc:docMk/>
          <pc:sldMk cId="3817334071" sldId="2147471168"/>
        </pc:sldMkLst>
      </pc:sldChg>
      <pc:sldChg chg="del">
        <pc:chgData name="Ritesh Kumar" userId="7edd467b-0259-4175-b217-dced0d6e2d58" providerId="ADAL" clId="{81D220D8-D7F1-894A-BAB3-E8F3B432FB58}" dt="2025-09-26T00:24:35.220" v="1267" actId="2696"/>
        <pc:sldMkLst>
          <pc:docMk/>
          <pc:sldMk cId="4040518352" sldId="2147471170"/>
        </pc:sldMkLst>
      </pc:sldChg>
      <pc:sldChg chg="modSp del mod">
        <pc:chgData name="Ritesh Kumar" userId="7edd467b-0259-4175-b217-dced0d6e2d58" providerId="ADAL" clId="{81D220D8-D7F1-894A-BAB3-E8F3B432FB58}" dt="2025-09-26T00:24:04.092" v="1265" actId="2696"/>
        <pc:sldMkLst>
          <pc:docMk/>
          <pc:sldMk cId="4190344003" sldId="2147471172"/>
        </pc:sldMkLst>
      </pc:sldChg>
      <pc:sldChg chg="del">
        <pc:chgData name="Ritesh Kumar" userId="7edd467b-0259-4175-b217-dced0d6e2d58" providerId="ADAL" clId="{81D220D8-D7F1-894A-BAB3-E8F3B432FB58}" dt="2025-09-26T00:24:09.093" v="1266" actId="2696"/>
        <pc:sldMkLst>
          <pc:docMk/>
          <pc:sldMk cId="1813354205" sldId="2147471173"/>
        </pc:sldMkLst>
      </pc:sldChg>
      <pc:sldChg chg="modSp mod">
        <pc:chgData name="Ritesh Kumar" userId="7edd467b-0259-4175-b217-dced0d6e2d58" providerId="ADAL" clId="{81D220D8-D7F1-894A-BAB3-E8F3B432FB58}" dt="2025-09-25T21:31:08.030" v="1061" actId="20577"/>
        <pc:sldMkLst>
          <pc:docMk/>
          <pc:sldMk cId="4073882546" sldId="2147471174"/>
        </pc:sldMkLst>
      </pc:sldChg>
      <pc:sldChg chg="modSp mod">
        <pc:chgData name="Ritesh Kumar" userId="7edd467b-0259-4175-b217-dced0d6e2d58" providerId="ADAL" clId="{81D220D8-D7F1-894A-BAB3-E8F3B432FB58}" dt="2025-09-25T22:37:18.056" v="1252" actId="20577"/>
        <pc:sldMkLst>
          <pc:docMk/>
          <pc:sldMk cId="2629266134" sldId="2147471176"/>
        </pc:sldMkLst>
      </pc:sldChg>
      <pc:sldChg chg="addSp delSp modSp add mod">
        <pc:chgData name="Ritesh Kumar" userId="7edd467b-0259-4175-b217-dced0d6e2d58" providerId="ADAL" clId="{81D220D8-D7F1-894A-BAB3-E8F3B432FB58}" dt="2025-09-25T21:21:32.664" v="869" actId="20577"/>
        <pc:sldMkLst>
          <pc:docMk/>
          <pc:sldMk cId="543059158" sldId="2147471190"/>
        </pc:sldMkLst>
        <pc:spChg chg="add mod">
          <ac:chgData name="Ritesh Kumar" userId="7edd467b-0259-4175-b217-dced0d6e2d58" providerId="ADAL" clId="{81D220D8-D7F1-894A-BAB3-E8F3B432FB58}" dt="2025-09-25T19:18:16.365" v="749" actId="14100"/>
          <ac:spMkLst>
            <pc:docMk/>
            <pc:sldMk cId="543059158" sldId="2147471190"/>
            <ac:spMk id="4" creationId="{CAD29229-AFE5-7330-EBBD-CF5C1D4E3E45}"/>
          </ac:spMkLst>
        </pc:spChg>
        <pc:spChg chg="add mod">
          <ac:chgData name="Ritesh Kumar" userId="7edd467b-0259-4175-b217-dced0d6e2d58" providerId="ADAL" clId="{81D220D8-D7F1-894A-BAB3-E8F3B432FB58}" dt="2025-09-25T19:03:21.003" v="481" actId="1076"/>
          <ac:spMkLst>
            <pc:docMk/>
            <pc:sldMk cId="543059158" sldId="2147471190"/>
            <ac:spMk id="10" creationId="{0B1018F7-13CC-08B2-962B-A5BC9A3810FD}"/>
          </ac:spMkLst>
        </pc:spChg>
        <pc:spChg chg="add mod">
          <ac:chgData name="Ritesh Kumar" userId="7edd467b-0259-4175-b217-dced0d6e2d58" providerId="ADAL" clId="{81D220D8-D7F1-894A-BAB3-E8F3B432FB58}" dt="2025-09-25T19:05:32.279" v="537" actId="767"/>
          <ac:spMkLst>
            <pc:docMk/>
            <pc:sldMk cId="543059158" sldId="2147471190"/>
            <ac:spMk id="14" creationId="{DB6CE871-9817-7964-B199-64DDA40D5A85}"/>
          </ac:spMkLst>
        </pc:spChg>
        <pc:spChg chg="add mod">
          <ac:chgData name="Ritesh Kumar" userId="7edd467b-0259-4175-b217-dced0d6e2d58" providerId="ADAL" clId="{81D220D8-D7F1-894A-BAB3-E8F3B432FB58}" dt="2025-09-25T19:05:50.868" v="570" actId="207"/>
          <ac:spMkLst>
            <pc:docMk/>
            <pc:sldMk cId="543059158" sldId="2147471190"/>
            <ac:spMk id="16" creationId="{D54F5BAC-C096-FA89-44B6-7D916B9A7B83}"/>
          </ac:spMkLst>
        </pc:spChg>
        <pc:spChg chg="add mod">
          <ac:chgData name="Ritesh Kumar" userId="7edd467b-0259-4175-b217-dced0d6e2d58" providerId="ADAL" clId="{81D220D8-D7F1-894A-BAB3-E8F3B432FB58}" dt="2025-09-25T19:09:04.053" v="676" actId="767"/>
          <ac:spMkLst>
            <pc:docMk/>
            <pc:sldMk cId="543059158" sldId="2147471190"/>
            <ac:spMk id="18" creationId="{7B03A456-4206-3B53-4675-C15F391E765C}"/>
          </ac:spMkLst>
        </pc:spChg>
        <pc:spChg chg="add mod">
          <ac:chgData name="Ritesh Kumar" userId="7edd467b-0259-4175-b217-dced0d6e2d58" providerId="ADAL" clId="{81D220D8-D7F1-894A-BAB3-E8F3B432FB58}" dt="2025-09-25T19:18:09.515" v="748" actId="1076"/>
          <ac:spMkLst>
            <pc:docMk/>
            <pc:sldMk cId="543059158" sldId="2147471190"/>
            <ac:spMk id="21" creationId="{80F039B8-68E5-47F8-772A-1640CA157362}"/>
          </ac:spMkLst>
        </pc:spChg>
        <pc:spChg chg="add mod">
          <ac:chgData name="Ritesh Kumar" userId="7edd467b-0259-4175-b217-dced0d6e2d58" providerId="ADAL" clId="{81D220D8-D7F1-894A-BAB3-E8F3B432FB58}" dt="2025-09-25T19:20:03.478" v="776" actId="20577"/>
          <ac:spMkLst>
            <pc:docMk/>
            <pc:sldMk cId="543059158" sldId="2147471190"/>
            <ac:spMk id="22" creationId="{81736C24-7A30-F8A6-A86E-368453320BC5}"/>
          </ac:spMkLst>
        </pc:spChg>
        <pc:spChg chg="add mod">
          <ac:chgData name="Ritesh Kumar" userId="7edd467b-0259-4175-b217-dced0d6e2d58" providerId="ADAL" clId="{81D220D8-D7F1-894A-BAB3-E8F3B432FB58}" dt="2025-09-25T21:21:32.664" v="869" actId="20577"/>
          <ac:spMkLst>
            <pc:docMk/>
            <pc:sldMk cId="543059158" sldId="2147471190"/>
            <ac:spMk id="23" creationId="{C387314F-937A-8444-48A3-E1FE0D3D5A54}"/>
          </ac:spMkLst>
        </pc:spChg>
        <pc:spChg chg="add mod">
          <ac:chgData name="Ritesh Kumar" userId="7edd467b-0259-4175-b217-dced0d6e2d58" providerId="ADAL" clId="{81D220D8-D7F1-894A-BAB3-E8F3B432FB58}" dt="2025-09-25T19:19:56.141" v="767" actId="767"/>
          <ac:spMkLst>
            <pc:docMk/>
            <pc:sldMk cId="543059158" sldId="2147471190"/>
            <ac:spMk id="24" creationId="{DDE0D2BD-209C-D61B-4C16-67EB910F1516}"/>
          </ac:spMkLst>
        </pc:spChg>
        <pc:spChg chg="add mod">
          <ac:chgData name="Ritesh Kumar" userId="7edd467b-0259-4175-b217-dced0d6e2d58" providerId="ADAL" clId="{81D220D8-D7F1-894A-BAB3-E8F3B432FB58}" dt="2025-09-25T20:01:01.135" v="789" actId="14100"/>
          <ac:spMkLst>
            <pc:docMk/>
            <pc:sldMk cId="543059158" sldId="2147471190"/>
            <ac:spMk id="25" creationId="{5EE23162-E12F-FA39-072E-E474E5AF31D3}"/>
          </ac:spMkLst>
        </pc:spChg>
      </pc:sldChg>
      <pc:sldChg chg="modSp del mod">
        <pc:chgData name="Ritesh Kumar" userId="7edd467b-0259-4175-b217-dced0d6e2d58" providerId="ADAL" clId="{81D220D8-D7F1-894A-BAB3-E8F3B432FB58}" dt="2025-09-25T23:38:36.964" v="1255" actId="2696"/>
        <pc:sldMkLst>
          <pc:docMk/>
          <pc:sldMk cId="381904997" sldId="2147471201"/>
        </pc:sldMkLst>
      </pc:sldChg>
      <pc:sldChg chg="modSp mod">
        <pc:chgData name="Ritesh Kumar" userId="7edd467b-0259-4175-b217-dced0d6e2d58" providerId="ADAL" clId="{81D220D8-D7F1-894A-BAB3-E8F3B432FB58}" dt="2025-09-25T21:23:29.240" v="915" actId="20577"/>
        <pc:sldMkLst>
          <pc:docMk/>
          <pc:sldMk cId="749830704" sldId="2147471205"/>
        </pc:sldMkLst>
        <pc:spChg chg="mod">
          <ac:chgData name="Ritesh Kumar" userId="7edd467b-0259-4175-b217-dced0d6e2d58" providerId="ADAL" clId="{81D220D8-D7F1-894A-BAB3-E8F3B432FB58}" dt="2025-09-25T21:23:29.240" v="915" actId="20577"/>
          <ac:spMkLst>
            <pc:docMk/>
            <pc:sldMk cId="749830704" sldId="2147471205"/>
            <ac:spMk id="23" creationId="{C387314F-937A-8444-48A3-E1FE0D3D5A54}"/>
          </ac:spMkLst>
        </pc:spChg>
      </pc:sldChg>
      <pc:sldChg chg="addSp modSp mod">
        <pc:chgData name="Ritesh Kumar" userId="7edd467b-0259-4175-b217-dced0d6e2d58" providerId="ADAL" clId="{81D220D8-D7F1-894A-BAB3-E8F3B432FB58}" dt="2025-09-25T21:29:39.222" v="1059" actId="20577"/>
        <pc:sldMkLst>
          <pc:docMk/>
          <pc:sldMk cId="650272301" sldId="2147471206"/>
        </pc:sldMkLst>
        <pc:spChg chg="add mod">
          <ac:chgData name="Ritesh Kumar" userId="7edd467b-0259-4175-b217-dced0d6e2d58" providerId="ADAL" clId="{81D220D8-D7F1-894A-BAB3-E8F3B432FB58}" dt="2025-09-25T21:22:28.559" v="894" actId="767"/>
          <ac:spMkLst>
            <pc:docMk/>
            <pc:sldMk cId="650272301" sldId="2147471206"/>
            <ac:spMk id="3" creationId="{DBA03970-27EF-C53D-9908-CAA25F511DB6}"/>
          </ac:spMkLst>
        </pc:spChg>
        <pc:spChg chg="mod">
          <ac:chgData name="Ritesh Kumar" userId="7edd467b-0259-4175-b217-dced0d6e2d58" providerId="ADAL" clId="{81D220D8-D7F1-894A-BAB3-E8F3B432FB58}" dt="2025-09-25T21:29:39.222" v="1059" actId="20577"/>
          <ac:spMkLst>
            <pc:docMk/>
            <pc:sldMk cId="650272301" sldId="2147471206"/>
            <ac:spMk id="23" creationId="{C387314F-937A-8444-48A3-E1FE0D3D5A54}"/>
          </ac:spMkLst>
        </pc:spChg>
      </pc:sldChg>
      <pc:sldChg chg="addSp modSp mod">
        <pc:chgData name="Ritesh Kumar" userId="7edd467b-0259-4175-b217-dced0d6e2d58" providerId="ADAL" clId="{81D220D8-D7F1-894A-BAB3-E8F3B432FB58}" dt="2025-09-25T21:31:48.408" v="1074" actId="20577"/>
        <pc:sldMkLst>
          <pc:docMk/>
          <pc:sldMk cId="338562812" sldId="2147471207"/>
        </pc:sldMkLst>
        <pc:spChg chg="add mod">
          <ac:chgData name="Ritesh Kumar" userId="7edd467b-0259-4175-b217-dced0d6e2d58" providerId="ADAL" clId="{81D220D8-D7F1-894A-BAB3-E8F3B432FB58}" dt="2025-09-25T21:22:35.899" v="899" actId="767"/>
          <ac:spMkLst>
            <pc:docMk/>
            <pc:sldMk cId="338562812" sldId="2147471207"/>
            <ac:spMk id="3" creationId="{9C5859FF-39BF-D095-EB15-37814D0CFD79}"/>
          </ac:spMkLst>
        </pc:spChg>
        <pc:spChg chg="add mod">
          <ac:chgData name="Ritesh Kumar" userId="7edd467b-0259-4175-b217-dced0d6e2d58" providerId="ADAL" clId="{81D220D8-D7F1-894A-BAB3-E8F3B432FB58}" dt="2025-09-25T21:22:36.959" v="900" actId="767"/>
          <ac:spMkLst>
            <pc:docMk/>
            <pc:sldMk cId="338562812" sldId="2147471207"/>
            <ac:spMk id="5" creationId="{810DA2C0-3CD9-0C91-CC51-3E33654BB7C1}"/>
          </ac:spMkLst>
        </pc:spChg>
        <pc:spChg chg="mod">
          <ac:chgData name="Ritesh Kumar" userId="7edd467b-0259-4175-b217-dced0d6e2d58" providerId="ADAL" clId="{81D220D8-D7F1-894A-BAB3-E8F3B432FB58}" dt="2025-09-25T21:31:48.408" v="1074" actId="20577"/>
          <ac:spMkLst>
            <pc:docMk/>
            <pc:sldMk cId="338562812" sldId="2147471207"/>
            <ac:spMk id="23" creationId="{C387314F-937A-8444-48A3-E1FE0D3D5A54}"/>
          </ac:spMkLst>
        </pc:spChg>
      </pc:sldChg>
      <pc:sldChg chg="modSp mod ord">
        <pc:chgData name="Ritesh Kumar" userId="7edd467b-0259-4175-b217-dced0d6e2d58" providerId="ADAL" clId="{81D220D8-D7F1-894A-BAB3-E8F3B432FB58}" dt="2025-09-25T21:25:21.594" v="967" actId="20577"/>
        <pc:sldMkLst>
          <pc:docMk/>
          <pc:sldMk cId="1394491106" sldId="2147471208"/>
        </pc:sldMkLst>
        <pc:spChg chg="mod">
          <ac:chgData name="Ritesh Kumar" userId="7edd467b-0259-4175-b217-dced0d6e2d58" providerId="ADAL" clId="{81D220D8-D7F1-894A-BAB3-E8F3B432FB58}" dt="2025-09-25T21:25:21.594" v="967" actId="20577"/>
          <ac:spMkLst>
            <pc:docMk/>
            <pc:sldMk cId="1394491106" sldId="2147471208"/>
            <ac:spMk id="23" creationId="{C387314F-937A-8444-48A3-E1FE0D3D5A54}"/>
          </ac:spMkLst>
        </pc:spChg>
      </pc:sldChg>
      <pc:sldChg chg="modSp mod ord">
        <pc:chgData name="Ritesh Kumar" userId="7edd467b-0259-4175-b217-dced0d6e2d58" providerId="ADAL" clId="{81D220D8-D7F1-894A-BAB3-E8F3B432FB58}" dt="2025-09-25T21:27:02.822" v="1004" actId="20577"/>
        <pc:sldMkLst>
          <pc:docMk/>
          <pc:sldMk cId="3279120085" sldId="2147471209"/>
        </pc:sldMkLst>
        <pc:spChg chg="mod">
          <ac:chgData name="Ritesh Kumar" userId="7edd467b-0259-4175-b217-dced0d6e2d58" providerId="ADAL" clId="{81D220D8-D7F1-894A-BAB3-E8F3B432FB58}" dt="2025-09-25T21:27:02.822" v="1004" actId="20577"/>
          <ac:spMkLst>
            <pc:docMk/>
            <pc:sldMk cId="3279120085" sldId="2147471209"/>
            <ac:spMk id="23" creationId="{C387314F-937A-8444-48A3-E1FE0D3D5A54}"/>
          </ac:spMkLst>
        </pc:spChg>
      </pc:sldChg>
      <pc:sldChg chg="modSp mod ord">
        <pc:chgData name="Ritesh Kumar" userId="7edd467b-0259-4175-b217-dced0d6e2d58" providerId="ADAL" clId="{81D220D8-D7F1-894A-BAB3-E8F3B432FB58}" dt="2025-09-25T21:28:36.078" v="1048" actId="313"/>
        <pc:sldMkLst>
          <pc:docMk/>
          <pc:sldMk cId="396445448" sldId="2147471210"/>
        </pc:sldMkLst>
        <pc:spChg chg="mod">
          <ac:chgData name="Ritesh Kumar" userId="7edd467b-0259-4175-b217-dced0d6e2d58" providerId="ADAL" clId="{81D220D8-D7F1-894A-BAB3-E8F3B432FB58}" dt="2025-09-25T21:28:36.078" v="1048" actId="313"/>
          <ac:spMkLst>
            <pc:docMk/>
            <pc:sldMk cId="396445448" sldId="2147471210"/>
            <ac:spMk id="23" creationId="{C387314F-937A-8444-48A3-E1FE0D3D5A54}"/>
          </ac:spMkLst>
        </pc:spChg>
      </pc:sldChg>
      <pc:sldChg chg="modSp mod">
        <pc:chgData name="Ritesh Kumar" userId="7edd467b-0259-4175-b217-dced0d6e2d58" providerId="ADAL" clId="{81D220D8-D7F1-894A-BAB3-E8F3B432FB58}" dt="2025-09-25T21:33:14.400" v="1109" actId="313"/>
        <pc:sldMkLst>
          <pc:docMk/>
          <pc:sldMk cId="1661809649" sldId="2147471211"/>
        </pc:sldMkLst>
        <pc:spChg chg="mod">
          <ac:chgData name="Ritesh Kumar" userId="7edd467b-0259-4175-b217-dced0d6e2d58" providerId="ADAL" clId="{81D220D8-D7F1-894A-BAB3-E8F3B432FB58}" dt="2025-09-25T21:09:00.270" v="797" actId="20577"/>
          <ac:spMkLst>
            <pc:docMk/>
            <pc:sldMk cId="1661809649" sldId="2147471211"/>
            <ac:spMk id="4" creationId="{CAD29229-AFE5-7330-EBBD-CF5C1D4E3E45}"/>
          </ac:spMkLst>
        </pc:spChg>
        <pc:spChg chg="mod">
          <ac:chgData name="Ritesh Kumar" userId="7edd467b-0259-4175-b217-dced0d6e2d58" providerId="ADAL" clId="{81D220D8-D7F1-894A-BAB3-E8F3B432FB58}" dt="2025-09-25T21:33:14.400" v="1109" actId="313"/>
          <ac:spMkLst>
            <pc:docMk/>
            <pc:sldMk cId="1661809649" sldId="2147471211"/>
            <ac:spMk id="23" creationId="{C387314F-937A-8444-48A3-E1FE0D3D5A54}"/>
          </ac:spMkLst>
        </pc:spChg>
      </pc:sldChg>
      <pc:sldChg chg="del">
        <pc:chgData name="Ritesh Kumar" userId="7edd467b-0259-4175-b217-dced0d6e2d58" providerId="ADAL" clId="{81D220D8-D7F1-894A-BAB3-E8F3B432FB58}" dt="2025-09-25T21:14:06.487" v="802" actId="2696"/>
        <pc:sldMkLst>
          <pc:docMk/>
          <pc:sldMk cId="3881351363" sldId="2147471212"/>
        </pc:sldMkLst>
      </pc:sldChg>
      <pc:sldChg chg="modSp mod ord">
        <pc:chgData name="Ritesh Kumar" userId="7edd467b-0259-4175-b217-dced0d6e2d58" providerId="ADAL" clId="{81D220D8-D7F1-894A-BAB3-E8F3B432FB58}" dt="2025-09-25T21:24:52.538" v="947" actId="20577"/>
        <pc:sldMkLst>
          <pc:docMk/>
          <pc:sldMk cId="3954178758" sldId="2147471213"/>
        </pc:sldMkLst>
        <pc:spChg chg="mod">
          <ac:chgData name="Ritesh Kumar" userId="7edd467b-0259-4175-b217-dced0d6e2d58" providerId="ADAL" clId="{81D220D8-D7F1-894A-BAB3-E8F3B432FB58}" dt="2025-09-25T21:24:52.538" v="947" actId="20577"/>
          <ac:spMkLst>
            <pc:docMk/>
            <pc:sldMk cId="3954178758" sldId="2147471213"/>
            <ac:spMk id="23" creationId="{C387314F-937A-8444-48A3-E1FE0D3D5A54}"/>
          </ac:spMkLst>
        </pc:spChg>
      </pc:sldChg>
      <pc:sldChg chg="addSp delSp modSp add mod">
        <pc:chgData name="Ritesh Kumar" userId="7edd467b-0259-4175-b217-dced0d6e2d58" providerId="ADAL" clId="{81D220D8-D7F1-894A-BAB3-E8F3B432FB58}" dt="2025-09-25T22:33:34.784" v="1246" actId="1076"/>
        <pc:sldMkLst>
          <pc:docMk/>
          <pc:sldMk cId="1307032133" sldId="2147471214"/>
        </pc:sldMkLst>
        <pc:spChg chg="mod">
          <ac:chgData name="Ritesh Kumar" userId="7edd467b-0259-4175-b217-dced0d6e2d58" providerId="ADAL" clId="{81D220D8-D7F1-894A-BAB3-E8F3B432FB58}" dt="2025-09-25T22:28:05.500" v="1218" actId="20577"/>
          <ac:spMkLst>
            <pc:docMk/>
            <pc:sldMk cId="1307032133" sldId="2147471214"/>
            <ac:spMk id="2" creationId="{84998425-5FD3-E832-8D65-13484F3B1253}"/>
          </ac:spMkLst>
        </pc:spChg>
        <pc:spChg chg="add mod">
          <ac:chgData name="Ritesh Kumar" userId="7edd467b-0259-4175-b217-dced0d6e2d58" providerId="ADAL" clId="{81D220D8-D7F1-894A-BAB3-E8F3B432FB58}" dt="2025-09-25T22:33:34.784" v="1246" actId="1076"/>
          <ac:spMkLst>
            <pc:docMk/>
            <pc:sldMk cId="1307032133" sldId="2147471214"/>
            <ac:spMk id="5" creationId="{79E13BA0-50F0-39BA-DCC8-8E09ED319AC7}"/>
          </ac:spMkLst>
        </pc:spChg>
        <pc:picChg chg="add mod">
          <ac:chgData name="Ritesh Kumar" userId="7edd467b-0259-4175-b217-dced0d6e2d58" providerId="ADAL" clId="{81D220D8-D7F1-894A-BAB3-E8F3B432FB58}" dt="2025-09-25T22:32:34.120" v="1241" actId="1076"/>
          <ac:picMkLst>
            <pc:docMk/>
            <pc:sldMk cId="1307032133" sldId="2147471214"/>
            <ac:picMk id="14" creationId="{33D0906E-4F93-0840-7C37-84C4CC3B1AC5}"/>
          </ac:picMkLst>
        </pc:picChg>
      </pc:sldChg>
      <pc:sldChg chg="addSp delSp modSp add mod">
        <pc:chgData name="Ritesh Kumar" userId="7edd467b-0259-4175-b217-dced0d6e2d58" providerId="ADAL" clId="{81D220D8-D7F1-894A-BAB3-E8F3B432FB58}" dt="2025-09-26T00:37:17.631" v="1383" actId="14100"/>
        <pc:sldMkLst>
          <pc:docMk/>
          <pc:sldMk cId="3043670588" sldId="2147471224"/>
        </pc:sldMkLst>
        <pc:spChg chg="mod">
          <ac:chgData name="Ritesh Kumar" userId="7edd467b-0259-4175-b217-dced0d6e2d58" providerId="ADAL" clId="{81D220D8-D7F1-894A-BAB3-E8F3B432FB58}" dt="2025-09-26T00:35:40.571" v="1361" actId="20577"/>
          <ac:spMkLst>
            <pc:docMk/>
            <pc:sldMk cId="3043670588" sldId="2147471224"/>
            <ac:spMk id="2" creationId="{61BE2746-08A9-38C2-FBB7-75520BBB10E3}"/>
          </ac:spMkLst>
        </pc:spChg>
        <pc:spChg chg="del mod">
          <ac:chgData name="Ritesh Kumar" userId="7edd467b-0259-4175-b217-dced0d6e2d58" providerId="ADAL" clId="{81D220D8-D7F1-894A-BAB3-E8F3B432FB58}" dt="2025-09-26T00:34:58.187" v="1309" actId="478"/>
          <ac:spMkLst>
            <pc:docMk/>
            <pc:sldMk cId="3043670588" sldId="2147471224"/>
            <ac:spMk id="5" creationId="{71E8310C-3BA5-4D63-56A5-991979B4905E}"/>
          </ac:spMkLst>
        </pc:spChg>
        <pc:picChg chg="add mod">
          <ac:chgData name="Ritesh Kumar" userId="7edd467b-0259-4175-b217-dced0d6e2d58" providerId="ADAL" clId="{81D220D8-D7F1-894A-BAB3-E8F3B432FB58}" dt="2025-09-26T00:37:17.631" v="1383" actId="14100"/>
          <ac:picMkLst>
            <pc:docMk/>
            <pc:sldMk cId="3043670588" sldId="2147471224"/>
            <ac:picMk id="4" creationId="{55598731-F6A9-F1D8-5182-F9D3CA14CBB3}"/>
          </ac:picMkLst>
        </pc:picChg>
        <pc:picChg chg="del">
          <ac:chgData name="Ritesh Kumar" userId="7edd467b-0259-4175-b217-dced0d6e2d58" providerId="ADAL" clId="{81D220D8-D7F1-894A-BAB3-E8F3B432FB58}" dt="2025-09-26T00:25:45.071" v="1281" actId="478"/>
          <ac:picMkLst>
            <pc:docMk/>
            <pc:sldMk cId="3043670588" sldId="2147471224"/>
            <ac:picMk id="1026" creationId="{777BAD9F-7E73-C78E-6F1D-DF959403992C}"/>
          </ac:picMkLst>
        </pc:picChg>
      </pc:sldChg>
      <pc:sldChg chg="add del">
        <pc:chgData name="Ritesh Kumar" userId="7edd467b-0259-4175-b217-dced0d6e2d58" providerId="ADAL" clId="{81D220D8-D7F1-894A-BAB3-E8F3B432FB58}" dt="2025-09-26T00:26:04.438" v="1303"/>
        <pc:sldMkLst>
          <pc:docMk/>
          <pc:sldMk cId="1326038318" sldId="2147471225"/>
        </pc:sldMkLst>
      </pc:sldChg>
      <pc:sldChg chg="addSp delSp modSp add mod modClrScheme chgLayout">
        <pc:chgData name="Ritesh Kumar" userId="7edd467b-0259-4175-b217-dced0d6e2d58" providerId="ADAL" clId="{81D220D8-D7F1-894A-BAB3-E8F3B432FB58}" dt="2025-09-26T00:37:53.240" v="1400" actId="20577"/>
        <pc:sldMkLst>
          <pc:docMk/>
          <pc:sldMk cId="1563334041" sldId="2147471225"/>
        </pc:sldMkLst>
        <pc:spChg chg="mod">
          <ac:chgData name="Ritesh Kumar" userId="7edd467b-0259-4175-b217-dced0d6e2d58" providerId="ADAL" clId="{81D220D8-D7F1-894A-BAB3-E8F3B432FB58}" dt="2025-09-26T00:37:53.240" v="1400" actId="20577"/>
          <ac:spMkLst>
            <pc:docMk/>
            <pc:sldMk cId="1563334041" sldId="2147471225"/>
            <ac:spMk id="2" creationId="{096D01D3-6761-2015-E85B-1C39A2703CEF}"/>
          </ac:spMkLst>
        </pc:spChg>
        <pc:spChg chg="del">
          <ac:chgData name="Ritesh Kumar" userId="7edd467b-0259-4175-b217-dced0d6e2d58" providerId="ADAL" clId="{81D220D8-D7F1-894A-BAB3-E8F3B432FB58}" dt="2025-09-26T00:36:18.216" v="1371" actId="478"/>
          <ac:spMkLst>
            <pc:docMk/>
            <pc:sldMk cId="1563334041" sldId="2147471225"/>
            <ac:spMk id="3" creationId="{EC30DC0C-1BC4-D802-6620-148690C67C85}"/>
          </ac:spMkLst>
        </pc:spChg>
        <pc:spChg chg="del">
          <ac:chgData name="Ritesh Kumar" userId="7edd467b-0259-4175-b217-dced0d6e2d58" providerId="ADAL" clId="{81D220D8-D7F1-894A-BAB3-E8F3B432FB58}" dt="2025-09-26T00:36:20.186" v="1372" actId="478"/>
          <ac:spMkLst>
            <pc:docMk/>
            <pc:sldMk cId="1563334041" sldId="2147471225"/>
            <ac:spMk id="5" creationId="{84FE79A4-2F29-6B1B-6B71-00BAEA5EA831}"/>
          </ac:spMkLst>
        </pc:spChg>
        <pc:spChg chg="ord">
          <ac:chgData name="Ritesh Kumar" userId="7edd467b-0259-4175-b217-dced0d6e2d58" providerId="ADAL" clId="{81D220D8-D7F1-894A-BAB3-E8F3B432FB58}" dt="2025-09-26T00:36:25.086" v="1374" actId="26606"/>
          <ac:spMkLst>
            <pc:docMk/>
            <pc:sldMk cId="1563334041" sldId="2147471225"/>
            <ac:spMk id="16" creationId="{4C239EA4-2FFE-B9F9-800E-2CB508D45CD8}"/>
          </ac:spMkLst>
        </pc:spChg>
        <pc:picChg chg="add mod">
          <ac:chgData name="Ritesh Kumar" userId="7edd467b-0259-4175-b217-dced0d6e2d58" providerId="ADAL" clId="{81D220D8-D7F1-894A-BAB3-E8F3B432FB58}" dt="2025-09-26T00:37:23.265" v="1384" actId="14100"/>
          <ac:picMkLst>
            <pc:docMk/>
            <pc:sldMk cId="1563334041" sldId="2147471225"/>
            <ac:picMk id="4" creationId="{8BC29D19-5ACE-E7C7-83D5-83D6314C34A9}"/>
          </ac:picMkLst>
        </pc:picChg>
      </pc:sldChg>
      <pc:sldChg chg="add del">
        <pc:chgData name="Ritesh Kumar" userId="7edd467b-0259-4175-b217-dced0d6e2d58" providerId="ADAL" clId="{81D220D8-D7F1-894A-BAB3-E8F3B432FB58}" dt="2025-09-26T00:25:32.557" v="1273" actId="2696"/>
        <pc:sldMkLst>
          <pc:docMk/>
          <pc:sldMk cId="1984434502" sldId="2147471225"/>
        </pc:sldMkLst>
      </pc:sldChg>
      <pc:sldChg chg="add del">
        <pc:chgData name="Ritesh Kumar" userId="7edd467b-0259-4175-b217-dced0d6e2d58" providerId="ADAL" clId="{81D220D8-D7F1-894A-BAB3-E8F3B432FB58}" dt="2025-09-26T00:25:32.563" v="1274" actId="2696"/>
        <pc:sldMkLst>
          <pc:docMk/>
          <pc:sldMk cId="1756124969" sldId="2147471226"/>
        </pc:sldMkLst>
      </pc:sldChg>
      <pc:sldChg chg="add del">
        <pc:chgData name="Ritesh Kumar" userId="7edd467b-0259-4175-b217-dced0d6e2d58" providerId="ADAL" clId="{81D220D8-D7F1-894A-BAB3-E8F3B432FB58}" dt="2025-09-26T00:26:03.899" v="1302"/>
        <pc:sldMkLst>
          <pc:docMk/>
          <pc:sldMk cId="2931703331" sldId="2147471226"/>
        </pc:sldMkLst>
      </pc:sldChg>
      <pc:sldChg chg="add">
        <pc:chgData name="Ritesh Kumar" userId="7edd467b-0259-4175-b217-dced0d6e2d58" providerId="ADAL" clId="{81D220D8-D7F1-894A-BAB3-E8F3B432FB58}" dt="2025-09-26T00:26:08.474" v="1305"/>
        <pc:sldMkLst>
          <pc:docMk/>
          <pc:sldMk cId="3327836130" sldId="2147471226"/>
        </pc:sldMkLst>
      </pc:sldChg>
      <pc:sldChg chg="add del">
        <pc:chgData name="Ritesh Kumar" userId="7edd467b-0259-4175-b217-dced0d6e2d58" providerId="ADAL" clId="{81D220D8-D7F1-894A-BAB3-E8F3B432FB58}" dt="2025-09-26T00:25:32.568" v="1275" actId="2696"/>
        <pc:sldMkLst>
          <pc:docMk/>
          <pc:sldMk cId="1088328131" sldId="2147471227"/>
        </pc:sldMkLst>
      </pc:sldChg>
      <pc:sldChg chg="add">
        <pc:chgData name="Ritesh Kumar" userId="7edd467b-0259-4175-b217-dced0d6e2d58" providerId="ADAL" clId="{81D220D8-D7F1-894A-BAB3-E8F3B432FB58}" dt="2025-09-26T00:26:09.174" v="1306"/>
        <pc:sldMkLst>
          <pc:docMk/>
          <pc:sldMk cId="3817875491" sldId="2147471227"/>
        </pc:sldMkLst>
      </pc:sldChg>
      <pc:sldChg chg="add">
        <pc:chgData name="Ritesh Kumar" userId="7edd467b-0259-4175-b217-dced0d6e2d58" providerId="ADAL" clId="{81D220D8-D7F1-894A-BAB3-E8F3B432FB58}" dt="2025-09-26T00:26:11.075" v="1307"/>
        <pc:sldMkLst>
          <pc:docMk/>
          <pc:sldMk cId="339736611" sldId="2147471228"/>
        </pc:sldMkLst>
      </pc:sldChg>
      <pc:sldChg chg="add del">
        <pc:chgData name="Ritesh Kumar" userId="7edd467b-0259-4175-b217-dced0d6e2d58" providerId="ADAL" clId="{81D220D8-D7F1-894A-BAB3-E8F3B432FB58}" dt="2025-09-26T00:25:32.572" v="1276" actId="2696"/>
        <pc:sldMkLst>
          <pc:docMk/>
          <pc:sldMk cId="657490619" sldId="2147471228"/>
        </pc:sldMkLst>
      </pc:sldChg>
      <pc:sldChg chg="modSp mod">
        <pc:chgData name="Ritesh Kumar" userId="7edd467b-0259-4175-b217-dced0d6e2d58" providerId="ADAL" clId="{81D220D8-D7F1-894A-BAB3-E8F3B432FB58}" dt="2025-09-26T02:08:23.353" v="1472" actId="123"/>
        <pc:sldMkLst>
          <pc:docMk/>
          <pc:sldMk cId="3817875491" sldId="2147471229"/>
        </pc:sldMkLst>
        <pc:spChg chg="mod">
          <ac:chgData name="Ritesh Kumar" userId="7edd467b-0259-4175-b217-dced0d6e2d58" providerId="ADAL" clId="{81D220D8-D7F1-894A-BAB3-E8F3B432FB58}" dt="2025-09-26T02:05:18.656" v="1428" actId="113"/>
          <ac:spMkLst>
            <pc:docMk/>
            <pc:sldMk cId="3817875491" sldId="2147471229"/>
            <ac:spMk id="2" creationId="{9AE084C9-D6CC-7ABD-6B70-89C8AA38DFB5}"/>
          </ac:spMkLst>
        </pc:spChg>
        <pc:spChg chg="mod">
          <ac:chgData name="Ritesh Kumar" userId="7edd467b-0259-4175-b217-dced0d6e2d58" providerId="ADAL" clId="{81D220D8-D7F1-894A-BAB3-E8F3B432FB58}" dt="2025-09-26T02:08:23.353" v="1472" actId="123"/>
          <ac:spMkLst>
            <pc:docMk/>
            <pc:sldMk cId="3817875491" sldId="2147471229"/>
            <ac:spMk id="5" creationId="{B1609E29-2B7E-8974-5C83-97F911A3A528}"/>
          </ac:spMkLst>
        </pc:spChg>
      </pc:sldChg>
    </pc:docChg>
  </pc:docChgLst>
  <pc:docChgLst>
    <pc:chgData name="Mujtaba Ali Bhutto" userId="S::mujtaba_ali.bhutto@fs-students.de::1ddd518f-3c3c-43fd-b2cd-4bea84d6cb42" providerId="AD" clId="Web-{74CE4C2C-2FCE-1BFD-2A6E-520006683733}"/>
    <pc:docChg chg="modSld">
      <pc:chgData name="Mujtaba Ali Bhutto" userId="S::mujtaba_ali.bhutto@fs-students.de::1ddd518f-3c3c-43fd-b2cd-4bea84d6cb42" providerId="AD" clId="Web-{74CE4C2C-2FCE-1BFD-2A6E-520006683733}" dt="2025-09-25T22:16:55.637" v="19" actId="1076"/>
      <pc:docMkLst>
        <pc:docMk/>
      </pc:docMkLst>
      <pc:sldChg chg="addSp delSp modSp">
        <pc:chgData name="Mujtaba Ali Bhutto" userId="S::mujtaba_ali.bhutto@fs-students.de::1ddd518f-3c3c-43fd-b2cd-4bea84d6cb42" providerId="AD" clId="Web-{74CE4C2C-2FCE-1BFD-2A6E-520006683733}" dt="2025-09-25T22:16:55.637" v="19" actId="1076"/>
        <pc:sldMkLst>
          <pc:docMk/>
          <pc:sldMk cId="174193464" sldId="2147471198"/>
        </pc:sldMkLst>
      </pc:sldChg>
    </pc:docChg>
  </pc:docChgLst>
  <pc:docChgLst>
    <pc:chgData name="Mujtaba Ali Bhutto" userId="S::mujtaba_ali.bhutto@fs-students.de::1ddd518f-3c3c-43fd-b2cd-4bea84d6cb42" providerId="AD" clId="Web-{92035C16-378F-4D0E-E52B-5623920CBA88}"/>
    <pc:docChg chg="addSld delSld modSld">
      <pc:chgData name="Mujtaba Ali Bhutto" userId="S::mujtaba_ali.bhutto@fs-students.de::1ddd518f-3c3c-43fd-b2cd-4bea84d6cb42" providerId="AD" clId="Web-{92035C16-378F-4D0E-E52B-5623920CBA88}" dt="2025-09-26T03:16:20.242" v="172" actId="20577"/>
      <pc:docMkLst>
        <pc:docMk/>
      </pc:docMkLst>
      <pc:sldChg chg="modSp">
        <pc:chgData name="Mujtaba Ali Bhutto" userId="S::mujtaba_ali.bhutto@fs-students.de::1ddd518f-3c3c-43fd-b2cd-4bea84d6cb42" providerId="AD" clId="Web-{92035C16-378F-4D0E-E52B-5623920CBA88}" dt="2025-09-26T02:11:42.384" v="55" actId="20577"/>
        <pc:sldMkLst>
          <pc:docMk/>
          <pc:sldMk cId="3643194968" sldId="298"/>
        </pc:sldMkLst>
        <pc:spChg chg="mod">
          <ac:chgData name="Mujtaba Ali Bhutto" userId="S::mujtaba_ali.bhutto@fs-students.de::1ddd518f-3c3c-43fd-b2cd-4bea84d6cb42" providerId="AD" clId="Web-{92035C16-378F-4D0E-E52B-5623920CBA88}" dt="2025-09-26T02:11:42.384" v="55" actId="20577"/>
          <ac:spMkLst>
            <pc:docMk/>
            <pc:sldMk cId="3643194968" sldId="298"/>
            <ac:spMk id="3" creationId="{2E7B62A7-8EDC-06F9-8E27-465A1588CEEC}"/>
          </ac:spMkLst>
        </pc:spChg>
      </pc:sldChg>
      <pc:sldChg chg="modSp">
        <pc:chgData name="Mujtaba Ali Bhutto" userId="S::mujtaba_ali.bhutto@fs-students.de::1ddd518f-3c3c-43fd-b2cd-4bea84d6cb42" providerId="AD" clId="Web-{92035C16-378F-4D0E-E52B-5623920CBA88}" dt="2025-09-26T03:16:20.242" v="172" actId="20577"/>
        <pc:sldMkLst>
          <pc:docMk/>
          <pc:sldMk cId="3922965850" sldId="2147471130"/>
        </pc:sldMkLst>
        <pc:spChg chg="mod">
          <ac:chgData name="Mujtaba Ali Bhutto" userId="S::mujtaba_ali.bhutto@fs-students.de::1ddd518f-3c3c-43fd-b2cd-4bea84d6cb42" providerId="AD" clId="Web-{92035C16-378F-4D0E-E52B-5623920CBA88}" dt="2025-09-26T03:16:20.242" v="172" actId="20577"/>
          <ac:spMkLst>
            <pc:docMk/>
            <pc:sldMk cId="3922965850" sldId="2147471130"/>
            <ac:spMk id="47" creationId="{ACB7A6FC-E790-8DCE-67E2-F403179BE2FB}"/>
          </ac:spMkLst>
        </pc:spChg>
      </pc:sldChg>
      <pc:sldChg chg="modSp">
        <pc:chgData name="Mujtaba Ali Bhutto" userId="S::mujtaba_ali.bhutto@fs-students.de::1ddd518f-3c3c-43fd-b2cd-4bea84d6cb42" providerId="AD" clId="Web-{92035C16-378F-4D0E-E52B-5623920CBA88}" dt="2025-09-26T02:04:58.721" v="1" actId="20577"/>
        <pc:sldMkLst>
          <pc:docMk/>
          <pc:sldMk cId="1240772326" sldId="2147471164"/>
        </pc:sldMkLst>
        <pc:spChg chg="mod">
          <ac:chgData name="Mujtaba Ali Bhutto" userId="S::mujtaba_ali.bhutto@fs-students.de::1ddd518f-3c3c-43fd-b2cd-4bea84d6cb42" providerId="AD" clId="Web-{92035C16-378F-4D0E-E52B-5623920CBA88}" dt="2025-09-26T02:04:58.721" v="1" actId="20577"/>
          <ac:spMkLst>
            <pc:docMk/>
            <pc:sldMk cId="1240772326" sldId="2147471164"/>
            <ac:spMk id="2" creationId="{EFAF865F-3FA0-AC4C-EB01-E84BBD8AD576}"/>
          </ac:spMkLst>
        </pc:spChg>
      </pc:sldChg>
      <pc:sldChg chg="modSp">
        <pc:chgData name="Mujtaba Ali Bhutto" userId="S::mujtaba_ali.bhutto@fs-students.de::1ddd518f-3c3c-43fd-b2cd-4bea84d6cb42" providerId="AD" clId="Web-{92035C16-378F-4D0E-E52B-5623920CBA88}" dt="2025-09-26T02:09:57.605" v="47" actId="20577"/>
        <pc:sldMkLst>
          <pc:docMk/>
          <pc:sldMk cId="3817875491" sldId="2147471229"/>
        </pc:sldMkLst>
        <pc:spChg chg="mod">
          <ac:chgData name="Mujtaba Ali Bhutto" userId="S::mujtaba_ali.bhutto@fs-students.de::1ddd518f-3c3c-43fd-b2cd-4bea84d6cb42" providerId="AD" clId="Web-{92035C16-378F-4D0E-E52B-5623920CBA88}" dt="2025-09-26T02:09:57.605" v="47" actId="20577"/>
          <ac:spMkLst>
            <pc:docMk/>
            <pc:sldMk cId="3817875491" sldId="2147471229"/>
            <ac:spMk id="2" creationId="{9AE084C9-D6CC-7ABD-6B70-89C8AA38DFB5}"/>
          </ac:spMkLst>
        </pc:spChg>
      </pc:sldChg>
      <pc:sldChg chg="add del replId">
        <pc:chgData name="Mujtaba Ali Bhutto" userId="S::mujtaba_ali.bhutto@fs-students.de::1ddd518f-3c3c-43fd-b2cd-4bea84d6cb42" providerId="AD" clId="Web-{92035C16-378F-4D0E-E52B-5623920CBA88}" dt="2025-09-26T02:19:56.217" v="58"/>
        <pc:sldMkLst>
          <pc:docMk/>
          <pc:sldMk cId="3050817205" sldId="2147471232"/>
        </pc:sldMkLst>
      </pc:sldChg>
      <pc:sldChg chg="addSp delSp modSp add replId">
        <pc:chgData name="Mujtaba Ali Bhutto" userId="S::mujtaba_ali.bhutto@fs-students.de::1ddd518f-3c3c-43fd-b2cd-4bea84d6cb42" providerId="AD" clId="Web-{92035C16-378F-4D0E-E52B-5623920CBA88}" dt="2025-09-26T02:23:00.808" v="85"/>
        <pc:sldMkLst>
          <pc:docMk/>
          <pc:sldMk cId="3231397181" sldId="2147471233"/>
        </pc:sldMkLst>
        <pc:spChg chg="mod">
          <ac:chgData name="Mujtaba Ali Bhutto" userId="S::mujtaba_ali.bhutto@fs-students.de::1ddd518f-3c3c-43fd-b2cd-4bea84d6cb42" providerId="AD" clId="Web-{92035C16-378F-4D0E-E52B-5623920CBA88}" dt="2025-09-26T02:20:05.312" v="74" actId="20577"/>
          <ac:spMkLst>
            <pc:docMk/>
            <pc:sldMk cId="3231397181" sldId="2147471233"/>
            <ac:spMk id="2" creationId="{64B50621-AF4D-A876-0DFF-7141E9E5EBB0}"/>
          </ac:spMkLst>
        </pc:spChg>
        <pc:graphicFrameChg chg="add del mod">
          <ac:chgData name="Mujtaba Ali Bhutto" userId="S::mujtaba_ali.bhutto@fs-students.de::1ddd518f-3c3c-43fd-b2cd-4bea84d6cb42" providerId="AD" clId="Web-{92035C16-378F-4D0E-E52B-5623920CBA88}" dt="2025-09-26T02:20:50.564" v="77"/>
          <ac:graphicFrameMkLst>
            <pc:docMk/>
            <pc:sldMk cId="3231397181" sldId="2147471233"/>
            <ac:graphicFrameMk id="6" creationId="{E1280210-36BA-943B-7861-3470FE973D49}"/>
          </ac:graphicFrameMkLst>
        </pc:graphicFrameChg>
        <pc:picChg chg="del">
          <ac:chgData name="Mujtaba Ali Bhutto" userId="S::mujtaba_ali.bhutto@fs-students.de::1ddd518f-3c3c-43fd-b2cd-4bea84d6cb42" providerId="AD" clId="Web-{92035C16-378F-4D0E-E52B-5623920CBA88}" dt="2025-09-26T02:20:06.718" v="75"/>
          <ac:picMkLst>
            <pc:docMk/>
            <pc:sldMk cId="3231397181" sldId="2147471233"/>
            <ac:picMk id="4" creationId="{9F5D56D9-1A2C-F5EB-4EB0-CD874B77BE2C}"/>
          </ac:picMkLst>
        </pc:picChg>
        <pc:picChg chg="add mod">
          <ac:chgData name="Mujtaba Ali Bhutto" userId="S::mujtaba_ali.bhutto@fs-students.de::1ddd518f-3c3c-43fd-b2cd-4bea84d6cb42" providerId="AD" clId="Web-{92035C16-378F-4D0E-E52B-5623920CBA88}" dt="2025-09-26T02:23:00.761" v="84"/>
          <ac:picMkLst>
            <pc:docMk/>
            <pc:sldMk cId="3231397181" sldId="2147471233"/>
            <ac:picMk id="7" creationId="{59900BD8-251C-8599-99C8-8F312E462417}"/>
          </ac:picMkLst>
        </pc:picChg>
        <pc:picChg chg="add mod">
          <ac:chgData name="Mujtaba Ali Bhutto" userId="S::mujtaba_ali.bhutto@fs-students.de::1ddd518f-3c3c-43fd-b2cd-4bea84d6cb42" providerId="AD" clId="Web-{92035C16-378F-4D0E-E52B-5623920CBA88}" dt="2025-09-26T02:23:00.808" v="85"/>
          <ac:picMkLst>
            <pc:docMk/>
            <pc:sldMk cId="3231397181" sldId="2147471233"/>
            <ac:picMk id="8" creationId="{95FD2A0C-AC24-0E10-4752-EB0031E91DB6}"/>
          </ac:picMkLst>
        </pc:picChg>
      </pc:sldChg>
      <pc:sldChg chg="addSp delSp modSp add mod replId modClrScheme chgLayout">
        <pc:chgData name="Mujtaba Ali Bhutto" userId="S::mujtaba_ali.bhutto@fs-students.de::1ddd518f-3c3c-43fd-b2cd-4bea84d6cb42" providerId="AD" clId="Web-{92035C16-378F-4D0E-E52B-5623920CBA88}" dt="2025-09-26T02:30:55.267" v="149" actId="20577"/>
        <pc:sldMkLst>
          <pc:docMk/>
          <pc:sldMk cId="1197573642" sldId="2147471234"/>
        </pc:sldMkLst>
        <pc:spChg chg="mod">
          <ac:chgData name="Mujtaba Ali Bhutto" userId="S::mujtaba_ali.bhutto@fs-students.de::1ddd518f-3c3c-43fd-b2cd-4bea84d6cb42" providerId="AD" clId="Web-{92035C16-378F-4D0E-E52B-5623920CBA88}" dt="2025-09-26T02:30:55.267" v="149" actId="20577"/>
          <ac:spMkLst>
            <pc:docMk/>
            <pc:sldMk cId="1197573642" sldId="2147471234"/>
            <ac:spMk id="2" creationId="{8C2BD453-436F-4D04-43E4-1CE27070B372}"/>
          </ac:spMkLst>
        </pc:spChg>
        <pc:picChg chg="add del mod">
          <ac:chgData name="Mujtaba Ali Bhutto" userId="S::mujtaba_ali.bhutto@fs-students.de::1ddd518f-3c3c-43fd-b2cd-4bea84d6cb42" providerId="AD" clId="Web-{92035C16-378F-4D0E-E52B-5623920CBA88}" dt="2025-09-26T02:24:53.546" v="102"/>
          <ac:picMkLst>
            <pc:docMk/>
            <pc:sldMk cId="1197573642" sldId="2147471234"/>
            <ac:picMk id="4" creationId="{B247CE4F-AF3F-CAE6-5EBC-4418175601E6}"/>
          </ac:picMkLst>
        </pc:picChg>
        <pc:picChg chg="add del mod">
          <ac:chgData name="Mujtaba Ali Bhutto" userId="S::mujtaba_ali.bhutto@fs-students.de::1ddd518f-3c3c-43fd-b2cd-4bea84d6cb42" providerId="AD" clId="Web-{92035C16-378F-4D0E-E52B-5623920CBA88}" dt="2025-09-26T02:28:39.960" v="124"/>
          <ac:picMkLst>
            <pc:docMk/>
            <pc:sldMk cId="1197573642" sldId="2147471234"/>
            <ac:picMk id="5" creationId="{6F157D4D-C569-1A68-8E09-9FC3CA8BCFC1}"/>
          </ac:picMkLst>
        </pc:picChg>
        <pc:picChg chg="add del mod ord">
          <ac:chgData name="Mujtaba Ali Bhutto" userId="S::mujtaba_ali.bhutto@fs-students.de::1ddd518f-3c3c-43fd-b2cd-4bea84d6cb42" providerId="AD" clId="Web-{92035C16-378F-4D0E-E52B-5623920CBA88}" dt="2025-09-26T02:28:38.491" v="123"/>
          <ac:picMkLst>
            <pc:docMk/>
            <pc:sldMk cId="1197573642" sldId="2147471234"/>
            <ac:picMk id="6" creationId="{9805796C-99E7-D2AC-4FFE-EFDCCCE767DB}"/>
          </ac:picMkLst>
        </pc:picChg>
        <pc:picChg chg="del">
          <ac:chgData name="Mujtaba Ali Bhutto" userId="S::mujtaba_ali.bhutto@fs-students.de::1ddd518f-3c3c-43fd-b2cd-4bea84d6cb42" providerId="AD" clId="Web-{92035C16-378F-4D0E-E52B-5623920CBA88}" dt="2025-09-26T02:23:15.058" v="100"/>
          <ac:picMkLst>
            <pc:docMk/>
            <pc:sldMk cId="1197573642" sldId="2147471234"/>
            <ac:picMk id="7" creationId="{62BF12A4-0A45-5402-9CAA-A79D48160492}"/>
          </ac:picMkLst>
        </pc:picChg>
        <pc:picChg chg="del">
          <ac:chgData name="Mujtaba Ali Bhutto" userId="S::mujtaba_ali.bhutto@fs-students.de::1ddd518f-3c3c-43fd-b2cd-4bea84d6cb42" providerId="AD" clId="Web-{92035C16-378F-4D0E-E52B-5623920CBA88}" dt="2025-09-26T02:23:15.058" v="99"/>
          <ac:picMkLst>
            <pc:docMk/>
            <pc:sldMk cId="1197573642" sldId="2147471234"/>
            <ac:picMk id="8" creationId="{8AF1DCE2-ACB3-56D8-8483-6203CDF48386}"/>
          </ac:picMkLst>
        </pc:picChg>
      </pc:sldChg>
      <pc:sldChg chg="addSp delSp modSp add replId">
        <pc:chgData name="Mujtaba Ali Bhutto" userId="S::mujtaba_ali.bhutto@fs-students.de::1ddd518f-3c3c-43fd-b2cd-4bea84d6cb42" providerId="AD" clId="Web-{92035C16-378F-4D0E-E52B-5623920CBA88}" dt="2025-09-26T02:30:26.046" v="144" actId="1076"/>
        <pc:sldMkLst>
          <pc:docMk/>
          <pc:sldMk cId="2155133583" sldId="2147471235"/>
        </pc:sldMkLst>
        <pc:spChg chg="mod">
          <ac:chgData name="Mujtaba Ali Bhutto" userId="S::mujtaba_ali.bhutto@fs-students.de::1ddd518f-3c3c-43fd-b2cd-4bea84d6cb42" providerId="AD" clId="Web-{92035C16-378F-4D0E-E52B-5623920CBA88}" dt="2025-09-26T02:28:57.071" v="133" actId="20577"/>
          <ac:spMkLst>
            <pc:docMk/>
            <pc:sldMk cId="2155133583" sldId="2147471235"/>
            <ac:spMk id="2" creationId="{150CF1D8-0C2C-B168-A12F-3F52216E9571}"/>
          </ac:spMkLst>
        </pc:spChg>
        <pc:picChg chg="add del mod">
          <ac:chgData name="Mujtaba Ali Bhutto" userId="S::mujtaba_ali.bhutto@fs-students.de::1ddd518f-3c3c-43fd-b2cd-4bea84d6cb42" providerId="AD" clId="Web-{92035C16-378F-4D0E-E52B-5623920CBA88}" dt="2025-09-26T02:30:13.124" v="139"/>
          <ac:picMkLst>
            <pc:docMk/>
            <pc:sldMk cId="2155133583" sldId="2147471235"/>
            <ac:picMk id="4" creationId="{A046CE1E-A890-FAC9-87F3-CF9AC5B47161}"/>
          </ac:picMkLst>
        </pc:picChg>
        <pc:picChg chg="del">
          <ac:chgData name="Mujtaba Ali Bhutto" userId="S::mujtaba_ali.bhutto@fs-students.de::1ddd518f-3c3c-43fd-b2cd-4bea84d6cb42" providerId="AD" clId="Web-{92035C16-378F-4D0E-E52B-5623920CBA88}" dt="2025-09-26T02:28:59.274" v="134"/>
          <ac:picMkLst>
            <pc:docMk/>
            <pc:sldMk cId="2155133583" sldId="2147471235"/>
            <ac:picMk id="5" creationId="{E18CDFCD-2080-1799-19B9-F57FE7C30626}"/>
          </ac:picMkLst>
        </pc:picChg>
        <pc:picChg chg="add mod">
          <ac:chgData name="Mujtaba Ali Bhutto" userId="S::mujtaba_ali.bhutto@fs-students.de::1ddd518f-3c3c-43fd-b2cd-4bea84d6cb42" providerId="AD" clId="Web-{92035C16-378F-4D0E-E52B-5623920CBA88}" dt="2025-09-26T02:30:26.046" v="144" actId="1076"/>
          <ac:picMkLst>
            <pc:docMk/>
            <pc:sldMk cId="2155133583" sldId="2147471235"/>
            <ac:picMk id="6" creationId="{0B36171E-58DD-02C9-97EE-C17532078768}"/>
          </ac:picMkLst>
        </pc:picChg>
      </pc:sldChg>
      <pc:sldChg chg="add del replId">
        <pc:chgData name="Mujtaba Ali Bhutto" userId="S::mujtaba_ali.bhutto@fs-students.de::1ddd518f-3c3c-43fd-b2cd-4bea84d6cb42" providerId="AD" clId="Web-{92035C16-378F-4D0E-E52B-5623920CBA88}" dt="2025-09-26T02:30:35.078" v="146"/>
        <pc:sldMkLst>
          <pc:docMk/>
          <pc:sldMk cId="249804359" sldId="2147471236"/>
        </pc:sldMkLst>
      </pc:sldChg>
      <pc:sldChg chg="addSp delSp modSp add replId">
        <pc:chgData name="Mujtaba Ali Bhutto" userId="S::mujtaba_ali.bhutto@fs-students.de::1ddd518f-3c3c-43fd-b2cd-4bea84d6cb42" providerId="AD" clId="Web-{92035C16-378F-4D0E-E52B-5623920CBA88}" dt="2025-09-26T02:35:44.467" v="156" actId="1076"/>
        <pc:sldMkLst>
          <pc:docMk/>
          <pc:sldMk cId="2867743117" sldId="2147471236"/>
        </pc:sldMkLst>
        <pc:spChg chg="mod">
          <ac:chgData name="Mujtaba Ali Bhutto" userId="S::mujtaba_ali.bhutto@fs-students.de::1ddd518f-3c3c-43fd-b2cd-4bea84d6cb42" providerId="AD" clId="Web-{92035C16-378F-4D0E-E52B-5623920CBA88}" dt="2025-09-26T02:31:13.690" v="151" actId="20577"/>
          <ac:spMkLst>
            <pc:docMk/>
            <pc:sldMk cId="2867743117" sldId="2147471236"/>
            <ac:spMk id="2" creationId="{5B3F06BE-884E-6D8B-5CAE-98B721E801AD}"/>
          </ac:spMkLst>
        </pc:spChg>
        <pc:picChg chg="add mod">
          <ac:chgData name="Mujtaba Ali Bhutto" userId="S::mujtaba_ali.bhutto@fs-students.de::1ddd518f-3c3c-43fd-b2cd-4bea84d6cb42" providerId="AD" clId="Web-{92035C16-378F-4D0E-E52B-5623920CBA88}" dt="2025-09-26T02:35:44.467" v="156" actId="1076"/>
          <ac:picMkLst>
            <pc:docMk/>
            <pc:sldMk cId="2867743117" sldId="2147471236"/>
            <ac:picMk id="4" creationId="{24A708F5-82E1-C2C8-BB93-31F452D74436}"/>
          </ac:picMkLst>
        </pc:picChg>
        <pc:picChg chg="del">
          <ac:chgData name="Mujtaba Ali Bhutto" userId="S::mujtaba_ali.bhutto@fs-students.de::1ddd518f-3c3c-43fd-b2cd-4bea84d6cb42" providerId="AD" clId="Web-{92035C16-378F-4D0E-E52B-5623920CBA88}" dt="2025-09-26T02:31:14.846" v="152"/>
          <ac:picMkLst>
            <pc:docMk/>
            <pc:sldMk cId="2867743117" sldId="2147471236"/>
            <ac:picMk id="6" creationId="{D6640C65-8FBA-93FE-5F5D-ED2F07C1DE49}"/>
          </ac:picMkLst>
        </pc:picChg>
      </pc:sldChg>
      <pc:sldChg chg="modSp add replId">
        <pc:chgData name="Mujtaba Ali Bhutto" userId="S::mujtaba_ali.bhutto@fs-students.de::1ddd518f-3c3c-43fd-b2cd-4bea84d6cb42" providerId="AD" clId="Web-{92035C16-378F-4D0E-E52B-5623920CBA88}" dt="2025-09-26T02:39:35.509" v="163" actId="20577"/>
        <pc:sldMkLst>
          <pc:docMk/>
          <pc:sldMk cId="3177835667" sldId="2147471238"/>
        </pc:sldMkLst>
        <pc:spChg chg="mod">
          <ac:chgData name="Mujtaba Ali Bhutto" userId="S::mujtaba_ali.bhutto@fs-students.de::1ddd518f-3c3c-43fd-b2cd-4bea84d6cb42" providerId="AD" clId="Web-{92035C16-378F-4D0E-E52B-5623920CBA88}" dt="2025-09-26T02:39:35.509" v="163" actId="20577"/>
          <ac:spMkLst>
            <pc:docMk/>
            <pc:sldMk cId="3177835667" sldId="2147471238"/>
            <ac:spMk id="2" creationId="{D5919C2F-E628-FC1C-BF82-F2F43C488A80}"/>
          </ac:spMkLst>
        </pc:spChg>
      </pc:sldChg>
    </pc:docChg>
  </pc:docChgLst>
  <pc:docChgLst>
    <pc:chgData name="Ying Liu" userId="S::ying.liu@fs-students.de::74dceb18-539c-4b02-8e07-7c7ff25fe8b4" providerId="AD" clId="Web-{6A0AF34E-CD60-D692-ED33-651DA5BD0D21}"/>
    <pc:docChg chg="modSld">
      <pc:chgData name="Ying Liu" userId="S::ying.liu@fs-students.de::74dceb18-539c-4b02-8e07-7c7ff25fe8b4" providerId="AD" clId="Web-{6A0AF34E-CD60-D692-ED33-651DA5BD0D21}" dt="2025-09-25T08:29:22.146" v="1" actId="1076"/>
      <pc:docMkLst>
        <pc:docMk/>
      </pc:docMkLst>
      <pc:sldChg chg="modSp">
        <pc:chgData name="Ying Liu" userId="S::ying.liu@fs-students.de::74dceb18-539c-4b02-8e07-7c7ff25fe8b4" providerId="AD" clId="Web-{6A0AF34E-CD60-D692-ED33-651DA5BD0D21}" dt="2025-09-25T08:29:22.146" v="1" actId="1076"/>
        <pc:sldMkLst>
          <pc:docMk/>
          <pc:sldMk cId="3643194968" sldId="298"/>
        </pc:sldMkLst>
        <pc:spChg chg="mod">
          <ac:chgData name="Ying Liu" userId="S::ying.liu@fs-students.de::74dceb18-539c-4b02-8e07-7c7ff25fe8b4" providerId="AD" clId="Web-{6A0AF34E-CD60-D692-ED33-651DA5BD0D21}" dt="2025-09-25T08:29:22.146" v="1" actId="1076"/>
          <ac:spMkLst>
            <pc:docMk/>
            <pc:sldMk cId="3643194968" sldId="298"/>
            <ac:spMk id="3" creationId="{2E7B62A7-8EDC-06F9-8E27-465A1588CEEC}"/>
          </ac:spMkLst>
        </pc:spChg>
      </pc:sldChg>
    </pc:docChg>
  </pc:docChgLst>
  <pc:docChgLst>
    <pc:chgData name="Mujtaba Ali Bhutto" userId="S::mujtaba_ali.bhutto@fs-students.de::1ddd518f-3c3c-43fd-b2cd-4bea84d6cb42" providerId="AD" clId="Web-{FC7D2249-2EB4-1FF1-EDFF-CB6CFEC174A2}"/>
    <pc:docChg chg="addSld delSld modSld sldOrd">
      <pc:chgData name="Mujtaba Ali Bhutto" userId="S::mujtaba_ali.bhutto@fs-students.de::1ddd518f-3c3c-43fd-b2cd-4bea84d6cb42" providerId="AD" clId="Web-{FC7D2249-2EB4-1FF1-EDFF-CB6CFEC174A2}" dt="2025-09-26T01:16:21.093" v="163"/>
      <pc:docMkLst>
        <pc:docMk/>
      </pc:docMkLst>
      <pc:sldChg chg="delSp">
        <pc:chgData name="Mujtaba Ali Bhutto" userId="S::mujtaba_ali.bhutto@fs-students.de::1ddd518f-3c3c-43fd-b2cd-4bea84d6cb42" providerId="AD" clId="Web-{FC7D2249-2EB4-1FF1-EDFF-CB6CFEC174A2}" dt="2025-09-26T01:16:21.093" v="163"/>
        <pc:sldMkLst>
          <pc:docMk/>
          <pc:sldMk cId="3922965850" sldId="2147471130"/>
        </pc:sldMkLst>
        <pc:spChg chg="del">
          <ac:chgData name="Mujtaba Ali Bhutto" userId="S::mujtaba_ali.bhutto@fs-students.de::1ddd518f-3c3c-43fd-b2cd-4bea84d6cb42" providerId="AD" clId="Web-{FC7D2249-2EB4-1FF1-EDFF-CB6CFEC174A2}" dt="2025-09-26T01:16:21.093" v="163"/>
          <ac:spMkLst>
            <pc:docMk/>
            <pc:sldMk cId="3922965850" sldId="2147471130"/>
            <ac:spMk id="14" creationId="{B626244D-5ED9-C008-4459-C949AE3A76C8}"/>
          </ac:spMkLst>
        </pc:spChg>
      </pc:sldChg>
      <pc:sldChg chg="delSp">
        <pc:chgData name="Mujtaba Ali Bhutto" userId="S::mujtaba_ali.bhutto@fs-students.de::1ddd518f-3c3c-43fd-b2cd-4bea84d6cb42" providerId="AD" clId="Web-{FC7D2249-2EB4-1FF1-EDFF-CB6CFEC174A2}" dt="2025-09-26T00:44:11.205" v="2"/>
        <pc:sldMkLst>
          <pc:docMk/>
          <pc:sldMk cId="1240772326" sldId="2147471164"/>
        </pc:sldMkLst>
        <pc:spChg chg="del">
          <ac:chgData name="Mujtaba Ali Bhutto" userId="S::mujtaba_ali.bhutto@fs-students.de::1ddd518f-3c3c-43fd-b2cd-4bea84d6cb42" providerId="AD" clId="Web-{FC7D2249-2EB4-1FF1-EDFF-CB6CFEC174A2}" dt="2025-09-26T00:44:11.205" v="0"/>
          <ac:spMkLst>
            <pc:docMk/>
            <pc:sldMk cId="1240772326" sldId="2147471164"/>
            <ac:spMk id="12" creationId="{E1D6D59B-66C8-891B-61A4-CE85E7128665}"/>
          </ac:spMkLst>
        </pc:spChg>
        <pc:graphicFrameChg chg="del">
          <ac:chgData name="Mujtaba Ali Bhutto" userId="S::mujtaba_ali.bhutto@fs-students.de::1ddd518f-3c3c-43fd-b2cd-4bea84d6cb42" providerId="AD" clId="Web-{FC7D2249-2EB4-1FF1-EDFF-CB6CFEC174A2}" dt="2025-09-26T00:44:11.205" v="2"/>
          <ac:graphicFrameMkLst>
            <pc:docMk/>
            <pc:sldMk cId="1240772326" sldId="2147471164"/>
            <ac:graphicFrameMk id="10" creationId="{DEA319C9-87B2-869A-1F1C-CC0E6304DBA8}"/>
          </ac:graphicFrameMkLst>
        </pc:graphicFrameChg>
        <pc:graphicFrameChg chg="del">
          <ac:chgData name="Mujtaba Ali Bhutto" userId="S::mujtaba_ali.bhutto@fs-students.de::1ddd518f-3c3c-43fd-b2cd-4bea84d6cb42" providerId="AD" clId="Web-{FC7D2249-2EB4-1FF1-EDFF-CB6CFEC174A2}" dt="2025-09-26T00:44:11.205" v="1"/>
          <ac:graphicFrameMkLst>
            <pc:docMk/>
            <pc:sldMk cId="1240772326" sldId="2147471164"/>
            <ac:graphicFrameMk id="11" creationId="{9AFDE4D2-9672-BC37-8F89-59AAC2AA4D00}"/>
          </ac:graphicFrameMkLst>
        </pc:graphicFrameChg>
      </pc:sldChg>
      <pc:sldChg chg="del">
        <pc:chgData name="Mujtaba Ali Bhutto" userId="S::mujtaba_ali.bhutto@fs-students.de::1ddd518f-3c3c-43fd-b2cd-4bea84d6cb42" providerId="AD" clId="Web-{FC7D2249-2EB4-1FF1-EDFF-CB6CFEC174A2}" dt="2025-09-26T00:57:20.222" v="7"/>
        <pc:sldMkLst>
          <pc:docMk/>
          <pc:sldMk cId="4073882546" sldId="2147471174"/>
        </pc:sldMkLst>
      </pc:sldChg>
      <pc:sldChg chg="del">
        <pc:chgData name="Mujtaba Ali Bhutto" userId="S::mujtaba_ali.bhutto@fs-students.de::1ddd518f-3c3c-43fd-b2cd-4bea84d6cb42" providerId="AD" clId="Web-{FC7D2249-2EB4-1FF1-EDFF-CB6CFEC174A2}" dt="2025-09-26T00:57:16.566" v="6"/>
        <pc:sldMkLst>
          <pc:docMk/>
          <pc:sldMk cId="3020876459" sldId="2147471177"/>
        </pc:sldMkLst>
      </pc:sldChg>
      <pc:sldChg chg="del">
        <pc:chgData name="Mujtaba Ali Bhutto" userId="S::mujtaba_ali.bhutto@fs-students.de::1ddd518f-3c3c-43fd-b2cd-4bea84d6cb42" providerId="AD" clId="Web-{FC7D2249-2EB4-1FF1-EDFF-CB6CFEC174A2}" dt="2025-09-26T00:58:21.773" v="8"/>
        <pc:sldMkLst>
          <pc:docMk/>
          <pc:sldMk cId="2757455700" sldId="2147471178"/>
        </pc:sldMkLst>
      </pc:sldChg>
      <pc:sldChg chg="modSp">
        <pc:chgData name="Mujtaba Ali Bhutto" userId="S::mujtaba_ali.bhutto@fs-students.de::1ddd518f-3c3c-43fd-b2cd-4bea84d6cb42" providerId="AD" clId="Web-{FC7D2249-2EB4-1FF1-EDFF-CB6CFEC174A2}" dt="2025-09-26T00:56:14.375" v="4"/>
        <pc:sldMkLst>
          <pc:docMk/>
          <pc:sldMk cId="399826916" sldId="2147471182"/>
        </pc:sldMkLst>
        <pc:picChg chg="mod">
          <ac:chgData name="Mujtaba Ali Bhutto" userId="S::mujtaba_ali.bhutto@fs-students.de::1ddd518f-3c3c-43fd-b2cd-4bea84d6cb42" providerId="AD" clId="Web-{FC7D2249-2EB4-1FF1-EDFF-CB6CFEC174A2}" dt="2025-09-26T00:56:14.375" v="4"/>
          <ac:picMkLst>
            <pc:docMk/>
            <pc:sldMk cId="399826916" sldId="2147471182"/>
            <ac:picMk id="3" creationId="{E4CCA84B-7F48-6797-AA1B-843E3606F7A0}"/>
          </ac:picMkLst>
        </pc:picChg>
      </pc:sldChg>
      <pc:sldChg chg="del">
        <pc:chgData name="Mujtaba Ali Bhutto" userId="S::mujtaba_ali.bhutto@fs-students.de::1ddd518f-3c3c-43fd-b2cd-4bea84d6cb42" providerId="AD" clId="Web-{FC7D2249-2EB4-1FF1-EDFF-CB6CFEC174A2}" dt="2025-09-26T00:58:23.976" v="9"/>
        <pc:sldMkLst>
          <pc:docMk/>
          <pc:sldMk cId="3099030782" sldId="2147471185"/>
        </pc:sldMkLst>
      </pc:sldChg>
      <pc:sldChg chg="modSp">
        <pc:chgData name="Mujtaba Ali Bhutto" userId="S::mujtaba_ali.bhutto@fs-students.de::1ddd518f-3c3c-43fd-b2cd-4bea84d6cb42" providerId="AD" clId="Web-{FC7D2249-2EB4-1FF1-EDFF-CB6CFEC174A2}" dt="2025-09-26T01:05:31.886" v="33" actId="14100"/>
        <pc:sldMkLst>
          <pc:docMk/>
          <pc:sldMk cId="1513500012" sldId="2147471195"/>
        </pc:sldMkLst>
        <pc:picChg chg="mod">
          <ac:chgData name="Mujtaba Ali Bhutto" userId="S::mujtaba_ali.bhutto@fs-students.de::1ddd518f-3c3c-43fd-b2cd-4bea84d6cb42" providerId="AD" clId="Web-{FC7D2249-2EB4-1FF1-EDFF-CB6CFEC174A2}" dt="2025-09-26T01:05:31.886" v="33" actId="14100"/>
          <ac:picMkLst>
            <pc:docMk/>
            <pc:sldMk cId="1513500012" sldId="2147471195"/>
            <ac:picMk id="14" creationId="{554EF810-7AB9-5560-B508-CA16091DEBCE}"/>
          </ac:picMkLst>
        </pc:picChg>
      </pc:sldChg>
      <pc:sldChg chg="ord">
        <pc:chgData name="Mujtaba Ali Bhutto" userId="S::mujtaba_ali.bhutto@fs-students.de::1ddd518f-3c3c-43fd-b2cd-4bea84d6cb42" providerId="AD" clId="Web-{FC7D2249-2EB4-1FF1-EDFF-CB6CFEC174A2}" dt="2025-09-26T01:01:06.341" v="14"/>
        <pc:sldMkLst>
          <pc:docMk/>
          <pc:sldMk cId="174193464" sldId="2147471198"/>
        </pc:sldMkLst>
      </pc:sldChg>
      <pc:sldChg chg="del">
        <pc:chgData name="Mujtaba Ali Bhutto" userId="S::mujtaba_ali.bhutto@fs-students.de::1ddd518f-3c3c-43fd-b2cd-4bea84d6cb42" providerId="AD" clId="Web-{FC7D2249-2EB4-1FF1-EDFF-CB6CFEC174A2}" dt="2025-09-26T01:00:09.792" v="10"/>
        <pc:sldMkLst>
          <pc:docMk/>
          <pc:sldMk cId="794516454" sldId="2147471200"/>
        </pc:sldMkLst>
      </pc:sldChg>
      <pc:sldChg chg="modSp ord">
        <pc:chgData name="Mujtaba Ali Bhutto" userId="S::mujtaba_ali.bhutto@fs-students.de::1ddd518f-3c3c-43fd-b2cd-4bea84d6cb42" providerId="AD" clId="Web-{FC7D2249-2EB4-1FF1-EDFF-CB6CFEC174A2}" dt="2025-09-26T01:01:32.717" v="15" actId="1076"/>
        <pc:sldMkLst>
          <pc:docMk/>
          <pc:sldMk cId="1475119925" sldId="2147471219"/>
        </pc:sldMkLst>
        <pc:spChg chg="mod">
          <ac:chgData name="Mujtaba Ali Bhutto" userId="S::mujtaba_ali.bhutto@fs-students.de::1ddd518f-3c3c-43fd-b2cd-4bea84d6cb42" providerId="AD" clId="Web-{FC7D2249-2EB4-1FF1-EDFF-CB6CFEC174A2}" dt="2025-09-26T01:01:32.717" v="15" actId="1076"/>
          <ac:spMkLst>
            <pc:docMk/>
            <pc:sldMk cId="1475119925" sldId="2147471219"/>
            <ac:spMk id="6" creationId="{7699131E-577E-0C2D-324C-882BCDA99318}"/>
          </ac:spMkLst>
        </pc:spChg>
      </pc:sldChg>
      <pc:sldChg chg="ord">
        <pc:chgData name="Mujtaba Ali Bhutto" userId="S::mujtaba_ali.bhutto@fs-students.de::1ddd518f-3c3c-43fd-b2cd-4bea84d6cb42" providerId="AD" clId="Web-{FC7D2249-2EB4-1FF1-EDFF-CB6CFEC174A2}" dt="2025-09-26T00:57:01.096" v="5"/>
        <pc:sldMkLst>
          <pc:docMk/>
          <pc:sldMk cId="11753917" sldId="2147471220"/>
        </pc:sldMkLst>
      </pc:sldChg>
      <pc:sldChg chg="ord">
        <pc:chgData name="Mujtaba Ali Bhutto" userId="S::mujtaba_ali.bhutto@fs-students.de::1ddd518f-3c3c-43fd-b2cd-4bea84d6cb42" providerId="AD" clId="Web-{FC7D2249-2EB4-1FF1-EDFF-CB6CFEC174A2}" dt="2025-09-26T01:03:31.673" v="20"/>
        <pc:sldMkLst>
          <pc:docMk/>
          <pc:sldMk cId="1423579585" sldId="2147471223"/>
        </pc:sldMkLst>
      </pc:sldChg>
      <pc:sldChg chg="ord">
        <pc:chgData name="Mujtaba Ali Bhutto" userId="S::mujtaba_ali.bhutto@fs-students.de::1ddd518f-3c3c-43fd-b2cd-4bea84d6cb42" providerId="AD" clId="Web-{FC7D2249-2EB4-1FF1-EDFF-CB6CFEC174A2}" dt="2025-09-26T01:02:43.125" v="19"/>
        <pc:sldMkLst>
          <pc:docMk/>
          <pc:sldMk cId="3043670588" sldId="2147471224"/>
        </pc:sldMkLst>
      </pc:sldChg>
      <pc:sldChg chg="modSp ord">
        <pc:chgData name="Mujtaba Ali Bhutto" userId="S::mujtaba_ali.bhutto@fs-students.de::1ddd518f-3c3c-43fd-b2cd-4bea84d6cb42" providerId="AD" clId="Web-{FC7D2249-2EB4-1FF1-EDFF-CB6CFEC174A2}" dt="2025-09-26T01:12:42.676" v="58"/>
        <pc:sldMkLst>
          <pc:docMk/>
          <pc:sldMk cId="1563334041" sldId="2147471225"/>
        </pc:sldMkLst>
        <pc:picChg chg="mod">
          <ac:chgData name="Mujtaba Ali Bhutto" userId="S::mujtaba_ali.bhutto@fs-students.de::1ddd518f-3c3c-43fd-b2cd-4bea84d6cb42" providerId="AD" clId="Web-{FC7D2249-2EB4-1FF1-EDFF-CB6CFEC174A2}" dt="2025-09-26T01:12:42.676" v="58"/>
          <ac:picMkLst>
            <pc:docMk/>
            <pc:sldMk cId="1563334041" sldId="2147471225"/>
            <ac:picMk id="4" creationId="{8BC29D19-5ACE-E7C7-83D5-83D6314C34A9}"/>
          </ac:picMkLst>
        </pc:picChg>
      </pc:sldChg>
      <pc:sldChg chg="addSp delSp modSp add del">
        <pc:chgData name="Mujtaba Ali Bhutto" userId="S::mujtaba_ali.bhutto@fs-students.de::1ddd518f-3c3c-43fd-b2cd-4bea84d6cb42" providerId="AD" clId="Web-{FC7D2249-2EB4-1FF1-EDFF-CB6CFEC174A2}" dt="2025-09-26T01:12:53.771" v="60" actId="20577"/>
        <pc:sldMkLst>
          <pc:docMk/>
          <pc:sldMk cId="3327836130" sldId="2147471226"/>
        </pc:sldMkLst>
        <pc:spChg chg="mod">
          <ac:chgData name="Mujtaba Ali Bhutto" userId="S::mujtaba_ali.bhutto@fs-students.de::1ddd518f-3c3c-43fd-b2cd-4bea84d6cb42" providerId="AD" clId="Web-{FC7D2249-2EB4-1FF1-EDFF-CB6CFEC174A2}" dt="2025-09-26T01:12:53.771" v="60" actId="20577"/>
          <ac:spMkLst>
            <pc:docMk/>
            <pc:sldMk cId="3327836130" sldId="2147471226"/>
            <ac:spMk id="2" creationId="{D30D1DC8-DE01-C524-4006-80ADED5722FF}"/>
          </ac:spMkLst>
        </pc:spChg>
        <pc:spChg chg="del">
          <ac:chgData name="Mujtaba Ali Bhutto" userId="S::mujtaba_ali.bhutto@fs-students.de::1ddd518f-3c3c-43fd-b2cd-4bea84d6cb42" providerId="AD" clId="Web-{FC7D2249-2EB4-1FF1-EDFF-CB6CFEC174A2}" dt="2025-09-26T01:09:57.941" v="34"/>
          <ac:spMkLst>
            <pc:docMk/>
            <pc:sldMk cId="3327836130" sldId="2147471226"/>
            <ac:spMk id="5" creationId="{4BF4BCC3-3E0A-3EC7-C883-D15CADB3E34D}"/>
          </ac:spMkLst>
        </pc:spChg>
        <pc:picChg chg="add mod">
          <ac:chgData name="Mujtaba Ali Bhutto" userId="S::mujtaba_ali.bhutto@fs-students.de::1ddd518f-3c3c-43fd-b2cd-4bea84d6cb42" providerId="AD" clId="Web-{FC7D2249-2EB4-1FF1-EDFF-CB6CFEC174A2}" dt="2025-09-26T01:12:35.285" v="57"/>
          <ac:picMkLst>
            <pc:docMk/>
            <pc:sldMk cId="3327836130" sldId="2147471226"/>
            <ac:picMk id="4" creationId="{7DE83FF3-D96F-1C6E-845D-AF0032FFBC4C}"/>
          </ac:picMkLst>
        </pc:picChg>
      </pc:sldChg>
      <pc:sldChg chg="add del">
        <pc:chgData name="Mujtaba Ali Bhutto" userId="S::mujtaba_ali.bhutto@fs-students.de::1ddd518f-3c3c-43fd-b2cd-4bea84d6cb42" providerId="AD" clId="Web-{FC7D2249-2EB4-1FF1-EDFF-CB6CFEC174A2}" dt="2025-09-26T01:04:02.017" v="27"/>
        <pc:sldMkLst>
          <pc:docMk/>
          <pc:sldMk cId="3817875491" sldId="2147471227"/>
        </pc:sldMkLst>
      </pc:sldChg>
      <pc:sldChg chg="addSp delSp modSp add del">
        <pc:chgData name="Mujtaba Ali Bhutto" userId="S::mujtaba_ali.bhutto@fs-students.de::1ddd518f-3c3c-43fd-b2cd-4bea84d6cb42" providerId="AD" clId="Web-{FC7D2249-2EB4-1FF1-EDFF-CB6CFEC174A2}" dt="2025-09-26T01:13:20.600" v="95" actId="20577"/>
        <pc:sldMkLst>
          <pc:docMk/>
          <pc:sldMk cId="339736611" sldId="2147471228"/>
        </pc:sldMkLst>
        <pc:spChg chg="mod">
          <ac:chgData name="Mujtaba Ali Bhutto" userId="S::mujtaba_ali.bhutto@fs-students.de::1ddd518f-3c3c-43fd-b2cd-4bea84d6cb42" providerId="AD" clId="Web-{FC7D2249-2EB4-1FF1-EDFF-CB6CFEC174A2}" dt="2025-09-26T01:13:20.600" v="95" actId="20577"/>
          <ac:spMkLst>
            <pc:docMk/>
            <pc:sldMk cId="339736611" sldId="2147471228"/>
            <ac:spMk id="2" creationId="{4EFAE53C-00DD-8059-9378-24CC2364BCA5}"/>
          </ac:spMkLst>
        </pc:spChg>
        <pc:spChg chg="del mod">
          <ac:chgData name="Mujtaba Ali Bhutto" userId="S::mujtaba_ali.bhutto@fs-students.de::1ddd518f-3c3c-43fd-b2cd-4bea84d6cb42" providerId="AD" clId="Web-{FC7D2249-2EB4-1FF1-EDFF-CB6CFEC174A2}" dt="2025-09-26T01:11:15.214" v="43"/>
          <ac:spMkLst>
            <pc:docMk/>
            <pc:sldMk cId="339736611" sldId="2147471228"/>
            <ac:spMk id="5" creationId="{0C4691A6-8F41-0E03-51A6-FCF904AA0F06}"/>
          </ac:spMkLst>
        </pc:spChg>
        <pc:picChg chg="add mod">
          <ac:chgData name="Mujtaba Ali Bhutto" userId="S::mujtaba_ali.bhutto@fs-students.de::1ddd518f-3c3c-43fd-b2cd-4bea84d6cb42" providerId="AD" clId="Web-{FC7D2249-2EB4-1FF1-EDFF-CB6CFEC174A2}" dt="2025-09-26T01:12:31.878" v="56"/>
          <ac:picMkLst>
            <pc:docMk/>
            <pc:sldMk cId="339736611" sldId="2147471228"/>
            <ac:picMk id="4" creationId="{0583D43D-DABB-C344-B98B-6E6D20128E83}"/>
          </ac:picMkLst>
        </pc:picChg>
      </pc:sldChg>
      <pc:sldChg chg="modSp add">
        <pc:chgData name="Mujtaba Ali Bhutto" userId="S::mujtaba_ali.bhutto@fs-students.de::1ddd518f-3c3c-43fd-b2cd-4bea84d6cb42" providerId="AD" clId="Web-{FC7D2249-2EB4-1FF1-EDFF-CB6CFEC174A2}" dt="2025-09-26T01:04:16.548" v="32" actId="20577"/>
        <pc:sldMkLst>
          <pc:docMk/>
          <pc:sldMk cId="3817875491" sldId="2147471229"/>
        </pc:sldMkLst>
        <pc:spChg chg="mod">
          <ac:chgData name="Mujtaba Ali Bhutto" userId="S::mujtaba_ali.bhutto@fs-students.de::1ddd518f-3c3c-43fd-b2cd-4bea84d6cb42" providerId="AD" clId="Web-{FC7D2249-2EB4-1FF1-EDFF-CB6CFEC174A2}" dt="2025-09-26T01:04:16.548" v="32" actId="20577"/>
          <ac:spMkLst>
            <pc:docMk/>
            <pc:sldMk cId="3817875491" sldId="2147471229"/>
            <ac:spMk id="2" creationId="{9AE084C9-D6CC-7ABD-6B70-89C8AA38DFB5}"/>
          </ac:spMkLst>
        </pc:spChg>
      </pc:sldChg>
      <pc:sldChg chg="addSp delSp modSp add replId">
        <pc:chgData name="Mujtaba Ali Bhutto" userId="S::mujtaba_ali.bhutto@fs-students.de::1ddd518f-3c3c-43fd-b2cd-4bea84d6cb42" providerId="AD" clId="Web-{FC7D2249-2EB4-1FF1-EDFF-CB6CFEC174A2}" dt="2025-09-26T01:14:35.714" v="162" actId="20577"/>
        <pc:sldMkLst>
          <pc:docMk/>
          <pc:sldMk cId="3405651236" sldId="2147471230"/>
        </pc:sldMkLst>
        <pc:spChg chg="mod">
          <ac:chgData name="Mujtaba Ali Bhutto" userId="S::mujtaba_ali.bhutto@fs-students.de::1ddd518f-3c3c-43fd-b2cd-4bea84d6cb42" providerId="AD" clId="Web-{FC7D2249-2EB4-1FF1-EDFF-CB6CFEC174A2}" dt="2025-09-26T01:14:35.714" v="162" actId="20577"/>
          <ac:spMkLst>
            <pc:docMk/>
            <pc:sldMk cId="3405651236" sldId="2147471230"/>
            <ac:spMk id="2" creationId="{804EABF7-B3C9-35A5-93C5-A25B4AEC96AF}"/>
          </ac:spMkLst>
        </pc:spChg>
        <pc:picChg chg="del">
          <ac:chgData name="Mujtaba Ali Bhutto" userId="S::mujtaba_ali.bhutto@fs-students.de::1ddd518f-3c3c-43fd-b2cd-4bea84d6cb42" providerId="AD" clId="Web-{FC7D2249-2EB4-1FF1-EDFF-CB6CFEC174A2}" dt="2025-09-26T01:11:35.669" v="45"/>
          <ac:picMkLst>
            <pc:docMk/>
            <pc:sldMk cId="3405651236" sldId="2147471230"/>
            <ac:picMk id="4" creationId="{460AD74B-E36B-CA27-AA8F-2BF1008C5492}"/>
          </ac:picMkLst>
        </pc:picChg>
        <pc:picChg chg="add mod">
          <ac:chgData name="Mujtaba Ali Bhutto" userId="S::mujtaba_ali.bhutto@fs-students.de::1ddd518f-3c3c-43fd-b2cd-4bea84d6cb42" providerId="AD" clId="Web-{FC7D2249-2EB4-1FF1-EDFF-CB6CFEC174A2}" dt="2025-09-26T01:12:28.878" v="55"/>
          <ac:picMkLst>
            <pc:docMk/>
            <pc:sldMk cId="3405651236" sldId="2147471230"/>
            <ac:picMk id="5" creationId="{C1CF9138-ECC9-0CA5-D722-520BCADED2D1}"/>
          </ac:picMkLst>
        </pc:picChg>
      </pc:sldChg>
      <pc:sldChg chg="addSp delSp modSp add replId">
        <pc:chgData name="Mujtaba Ali Bhutto" userId="S::mujtaba_ali.bhutto@fs-students.de::1ddd518f-3c3c-43fd-b2cd-4bea84d6cb42" providerId="AD" clId="Web-{FC7D2249-2EB4-1FF1-EDFF-CB6CFEC174A2}" dt="2025-09-26T01:14:31.963" v="160" actId="20577"/>
        <pc:sldMkLst>
          <pc:docMk/>
          <pc:sldMk cId="3178128009" sldId="2147471231"/>
        </pc:sldMkLst>
        <pc:spChg chg="mod">
          <ac:chgData name="Mujtaba Ali Bhutto" userId="S::mujtaba_ali.bhutto@fs-students.de::1ddd518f-3c3c-43fd-b2cd-4bea84d6cb42" providerId="AD" clId="Web-{FC7D2249-2EB4-1FF1-EDFF-CB6CFEC174A2}" dt="2025-09-26T01:14:31.963" v="160" actId="20577"/>
          <ac:spMkLst>
            <pc:docMk/>
            <pc:sldMk cId="3178128009" sldId="2147471231"/>
            <ac:spMk id="2" creationId="{6DB2BF37-7761-6634-5F5C-BC3DBC3D8C5C}"/>
          </ac:spMkLst>
        </pc:spChg>
        <pc:picChg chg="add mod">
          <ac:chgData name="Mujtaba Ali Bhutto" userId="S::mujtaba_ali.bhutto@fs-students.de::1ddd518f-3c3c-43fd-b2cd-4bea84d6cb42" providerId="AD" clId="Web-{FC7D2249-2EB4-1FF1-EDFF-CB6CFEC174A2}" dt="2025-09-26T01:12:24.940" v="54"/>
          <ac:picMkLst>
            <pc:docMk/>
            <pc:sldMk cId="3178128009" sldId="2147471231"/>
            <ac:picMk id="4" creationId="{E310C209-91DD-BB11-9488-292A75977E0C}"/>
          </ac:picMkLst>
        </pc:picChg>
        <pc:picChg chg="del">
          <ac:chgData name="Mujtaba Ali Bhutto" userId="S::mujtaba_ali.bhutto@fs-students.de::1ddd518f-3c3c-43fd-b2cd-4bea84d6cb42" providerId="AD" clId="Web-{FC7D2249-2EB4-1FF1-EDFF-CB6CFEC174A2}" dt="2025-09-26T01:11:54.905" v="50"/>
          <ac:picMkLst>
            <pc:docMk/>
            <pc:sldMk cId="3178128009" sldId="2147471231"/>
            <ac:picMk id="5" creationId="{86DD0C36-5B74-01FC-9D94-C8D175E59950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C:\Users\97361\Downloads\Cash%20Flow%20Development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97361\Downloads\DFEDTARU.csv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>
                <a:latin typeface="Arial" panose="020B0604020202020204" pitchFamily="34" charset="0"/>
                <a:cs typeface="Arial" panose="020B0604020202020204" pitchFamily="34" charset="0"/>
              </a:rPr>
              <a:t>Private</a:t>
            </a:r>
            <a:r>
              <a:rPr lang="de-DE" baseline="0">
                <a:latin typeface="Arial" panose="020B0604020202020204" pitchFamily="34" charset="0"/>
                <a:cs typeface="Arial" panose="020B0604020202020204" pitchFamily="34" charset="0"/>
              </a:rPr>
              <a:t> Pension Balance Development</a:t>
            </a:r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Sheet1!$C$8:$AQ$8</c:f>
              <c:numCache>
                <c:formatCode>General</c:formatCode>
                <c:ptCount val="41"/>
                <c:pt idx="0">
                  <c:v>45</c:v>
                </c:pt>
                <c:pt idx="1">
                  <c:v>46</c:v>
                </c:pt>
                <c:pt idx="2">
                  <c:v>47</c:v>
                </c:pt>
                <c:pt idx="3">
                  <c:v>48</c:v>
                </c:pt>
                <c:pt idx="4">
                  <c:v>49</c:v>
                </c:pt>
                <c:pt idx="5">
                  <c:v>50</c:v>
                </c:pt>
                <c:pt idx="6">
                  <c:v>51</c:v>
                </c:pt>
                <c:pt idx="7">
                  <c:v>52</c:v>
                </c:pt>
                <c:pt idx="8">
                  <c:v>53</c:v>
                </c:pt>
                <c:pt idx="9">
                  <c:v>54</c:v>
                </c:pt>
                <c:pt idx="10">
                  <c:v>55</c:v>
                </c:pt>
                <c:pt idx="11">
                  <c:v>56</c:v>
                </c:pt>
                <c:pt idx="12">
                  <c:v>57</c:v>
                </c:pt>
                <c:pt idx="13">
                  <c:v>58</c:v>
                </c:pt>
                <c:pt idx="14">
                  <c:v>59</c:v>
                </c:pt>
                <c:pt idx="15">
                  <c:v>60</c:v>
                </c:pt>
                <c:pt idx="16">
                  <c:v>61</c:v>
                </c:pt>
                <c:pt idx="17">
                  <c:v>62</c:v>
                </c:pt>
                <c:pt idx="18">
                  <c:v>63</c:v>
                </c:pt>
                <c:pt idx="19">
                  <c:v>64</c:v>
                </c:pt>
                <c:pt idx="20">
                  <c:v>65</c:v>
                </c:pt>
                <c:pt idx="21">
                  <c:v>66</c:v>
                </c:pt>
                <c:pt idx="22">
                  <c:v>67</c:v>
                </c:pt>
                <c:pt idx="23">
                  <c:v>68</c:v>
                </c:pt>
                <c:pt idx="24">
                  <c:v>69</c:v>
                </c:pt>
                <c:pt idx="25">
                  <c:v>70</c:v>
                </c:pt>
                <c:pt idx="26">
                  <c:v>71</c:v>
                </c:pt>
                <c:pt idx="27">
                  <c:v>72</c:v>
                </c:pt>
                <c:pt idx="28">
                  <c:v>73</c:v>
                </c:pt>
                <c:pt idx="29">
                  <c:v>74</c:v>
                </c:pt>
                <c:pt idx="30">
                  <c:v>75</c:v>
                </c:pt>
                <c:pt idx="31">
                  <c:v>76</c:v>
                </c:pt>
                <c:pt idx="32">
                  <c:v>77</c:v>
                </c:pt>
                <c:pt idx="33">
                  <c:v>78</c:v>
                </c:pt>
                <c:pt idx="34">
                  <c:v>79</c:v>
                </c:pt>
                <c:pt idx="35">
                  <c:v>80</c:v>
                </c:pt>
                <c:pt idx="36">
                  <c:v>81</c:v>
                </c:pt>
                <c:pt idx="37">
                  <c:v>82</c:v>
                </c:pt>
                <c:pt idx="38">
                  <c:v>83</c:v>
                </c:pt>
                <c:pt idx="39">
                  <c:v>84</c:v>
                </c:pt>
                <c:pt idx="40">
                  <c:v>85</c:v>
                </c:pt>
              </c:numCache>
            </c:numRef>
          </c:xVal>
          <c:yVal>
            <c:numRef>
              <c:f>Sheet1!$C$7:$AQ$7</c:f>
              <c:numCache>
                <c:formatCode>General</c:formatCode>
                <c:ptCount val="41"/>
                <c:pt idx="0">
                  <c:v>250</c:v>
                </c:pt>
                <c:pt idx="1">
                  <c:v>265</c:v>
                </c:pt>
                <c:pt idx="2">
                  <c:v>280.26400000000001</c:v>
                </c:pt>
                <c:pt idx="3">
                  <c:v>295.73457279999997</c:v>
                </c:pt>
                <c:pt idx="4">
                  <c:v>311.34935824383996</c:v>
                </c:pt>
                <c:pt idx="5">
                  <c:v>327.04136589932949</c:v>
                </c:pt>
                <c:pt idx="6">
                  <c:v>342.73935146249732</c:v>
                </c:pt>
                <c:pt idx="7">
                  <c:v>358.36826588918723</c:v>
                </c:pt>
                <c:pt idx="8">
                  <c:v>373.8497749756001</c:v>
                </c:pt>
                <c:pt idx="9">
                  <c:v>389.10284579460455</c:v>
                </c:pt>
                <c:pt idx="10">
                  <c:v>404.04439507311736</c:v>
                </c:pt>
                <c:pt idx="11">
                  <c:v>418.58999329574959</c:v>
                </c:pt>
                <c:pt idx="12">
                  <c:v>432.65461707048684</c:v>
                </c:pt>
                <c:pt idx="13">
                  <c:v>446.15344112308605</c:v>
                </c:pt>
                <c:pt idx="14">
                  <c:v>459.00266022743091</c:v>
                </c:pt>
                <c:pt idx="15">
                  <c:v>471.1203304574351</c:v>
                </c:pt>
                <c:pt idx="16">
                  <c:v>482.42721838841356</c:v>
                </c:pt>
                <c:pt idx="17">
                  <c:v>492.84764630560335</c:v>
                </c:pt>
                <c:pt idx="18">
                  <c:v>502.31032111467101</c:v>
                </c:pt>
                <c:pt idx="19">
                  <c:v>510.74913450939744</c:v>
                </c:pt>
                <c:pt idx="20">
                  <c:v>518.10392204633274</c:v>
                </c:pt>
                <c:pt idx="21">
                  <c:v>524.32116911088872</c:v>
                </c:pt>
                <c:pt idx="22">
                  <c:v>529.35465233435332</c:v>
                </c:pt>
                <c:pt idx="23">
                  <c:v>499.94606053800038</c:v>
                </c:pt>
                <c:pt idx="24">
                  <c:v>470.53746874164744</c:v>
                </c:pt>
                <c:pt idx="25">
                  <c:v>441.12887694529451</c:v>
                </c:pt>
                <c:pt idx="26">
                  <c:v>411.72028514894157</c:v>
                </c:pt>
                <c:pt idx="27">
                  <c:v>382.31169335258863</c:v>
                </c:pt>
                <c:pt idx="28">
                  <c:v>352.9031015562357</c:v>
                </c:pt>
                <c:pt idx="29">
                  <c:v>323.49450975988276</c:v>
                </c:pt>
                <c:pt idx="30">
                  <c:v>294.08591796352982</c:v>
                </c:pt>
                <c:pt idx="31">
                  <c:v>264.67732616717689</c:v>
                </c:pt>
                <c:pt idx="32">
                  <c:v>235.26873437082392</c:v>
                </c:pt>
                <c:pt idx="33">
                  <c:v>205.86014257447096</c:v>
                </c:pt>
                <c:pt idx="34">
                  <c:v>176.45155077811799</c:v>
                </c:pt>
                <c:pt idx="35">
                  <c:v>147.04295898176503</c:v>
                </c:pt>
                <c:pt idx="36">
                  <c:v>117.63436718541206</c:v>
                </c:pt>
                <c:pt idx="37">
                  <c:v>88.225775389059095</c:v>
                </c:pt>
                <c:pt idx="38">
                  <c:v>58.81718359270613</c:v>
                </c:pt>
                <c:pt idx="39">
                  <c:v>29.408591796353168</c:v>
                </c:pt>
                <c:pt idx="40">
                  <c:v>2.0605739337042905E-13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3BBA-49F8-B62D-EA662B5177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23598000"/>
        <c:axId val="1223573040"/>
      </c:scatterChart>
      <c:valAx>
        <c:axId val="1223598000"/>
        <c:scaling>
          <c:orientation val="minMax"/>
          <c:max val="85"/>
          <c:min val="45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223573040"/>
        <c:crosses val="autoZero"/>
        <c:crossBetween val="midCat"/>
      </c:valAx>
      <c:valAx>
        <c:axId val="1223573040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22359800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GB">
                <a:solidFill>
                  <a:schemeClr val="bg1"/>
                </a:solidFill>
              </a:rPr>
              <a:t>Central Bank Rates</a:t>
            </a:r>
            <a:r>
              <a:rPr lang="en-GB" baseline="0">
                <a:solidFill>
                  <a:schemeClr val="bg1"/>
                </a:solidFill>
              </a:rPr>
              <a:t> From 2022 to date</a:t>
            </a:r>
            <a:endParaRPr lang="en-GB">
              <a:solidFill>
                <a:schemeClr val="bg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GB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DFEDTARU!$B$1</c:f>
              <c:strCache>
                <c:ptCount val="1"/>
                <c:pt idx="0">
                  <c:v>Federal  Funds Target Range - Upper Limit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DFEDTARU!$A$2:$A$1342</c:f>
              <c:numCache>
                <c:formatCode>m/d/yyyy</c:formatCode>
                <c:ptCount val="1341"/>
                <c:pt idx="0">
                  <c:v>44583</c:v>
                </c:pt>
                <c:pt idx="1">
                  <c:v>44584</c:v>
                </c:pt>
                <c:pt idx="2">
                  <c:v>44585</c:v>
                </c:pt>
                <c:pt idx="3">
                  <c:v>44586</c:v>
                </c:pt>
                <c:pt idx="4">
                  <c:v>44587</c:v>
                </c:pt>
                <c:pt idx="5">
                  <c:v>44588</c:v>
                </c:pt>
                <c:pt idx="6">
                  <c:v>44589</c:v>
                </c:pt>
                <c:pt idx="7">
                  <c:v>44590</c:v>
                </c:pt>
                <c:pt idx="8">
                  <c:v>44591</c:v>
                </c:pt>
                <c:pt idx="9">
                  <c:v>44592</c:v>
                </c:pt>
                <c:pt idx="10">
                  <c:v>44593</c:v>
                </c:pt>
                <c:pt idx="11">
                  <c:v>44594</c:v>
                </c:pt>
                <c:pt idx="12">
                  <c:v>44595</c:v>
                </c:pt>
                <c:pt idx="13">
                  <c:v>44596</c:v>
                </c:pt>
                <c:pt idx="14">
                  <c:v>44597</c:v>
                </c:pt>
                <c:pt idx="15">
                  <c:v>44598</c:v>
                </c:pt>
                <c:pt idx="16">
                  <c:v>44599</c:v>
                </c:pt>
                <c:pt idx="17">
                  <c:v>44600</c:v>
                </c:pt>
                <c:pt idx="18">
                  <c:v>44601</c:v>
                </c:pt>
                <c:pt idx="19">
                  <c:v>44602</c:v>
                </c:pt>
                <c:pt idx="20">
                  <c:v>44603</c:v>
                </c:pt>
                <c:pt idx="21">
                  <c:v>44604</c:v>
                </c:pt>
                <c:pt idx="22">
                  <c:v>44605</c:v>
                </c:pt>
                <c:pt idx="23">
                  <c:v>44606</c:v>
                </c:pt>
                <c:pt idx="24">
                  <c:v>44607</c:v>
                </c:pt>
                <c:pt idx="25">
                  <c:v>44608</c:v>
                </c:pt>
                <c:pt idx="26">
                  <c:v>44609</c:v>
                </c:pt>
                <c:pt idx="27">
                  <c:v>44610</c:v>
                </c:pt>
                <c:pt idx="28">
                  <c:v>44611</c:v>
                </c:pt>
                <c:pt idx="29">
                  <c:v>44612</c:v>
                </c:pt>
                <c:pt idx="30">
                  <c:v>44613</c:v>
                </c:pt>
                <c:pt idx="31">
                  <c:v>44614</c:v>
                </c:pt>
                <c:pt idx="32">
                  <c:v>44615</c:v>
                </c:pt>
                <c:pt idx="33">
                  <c:v>44616</c:v>
                </c:pt>
                <c:pt idx="34">
                  <c:v>44617</c:v>
                </c:pt>
                <c:pt idx="35">
                  <c:v>44618</c:v>
                </c:pt>
                <c:pt idx="36">
                  <c:v>44619</c:v>
                </c:pt>
                <c:pt idx="37">
                  <c:v>44620</c:v>
                </c:pt>
                <c:pt idx="38">
                  <c:v>44621</c:v>
                </c:pt>
                <c:pt idx="39">
                  <c:v>44622</c:v>
                </c:pt>
                <c:pt idx="40">
                  <c:v>44623</c:v>
                </c:pt>
                <c:pt idx="41">
                  <c:v>44624</c:v>
                </c:pt>
                <c:pt idx="42">
                  <c:v>44625</c:v>
                </c:pt>
                <c:pt idx="43">
                  <c:v>44626</c:v>
                </c:pt>
                <c:pt idx="44">
                  <c:v>44627</c:v>
                </c:pt>
                <c:pt idx="45">
                  <c:v>44628</c:v>
                </c:pt>
                <c:pt idx="46">
                  <c:v>44629</c:v>
                </c:pt>
                <c:pt idx="47">
                  <c:v>44630</c:v>
                </c:pt>
                <c:pt idx="48">
                  <c:v>44631</c:v>
                </c:pt>
                <c:pt idx="49">
                  <c:v>44632</c:v>
                </c:pt>
                <c:pt idx="50">
                  <c:v>44633</c:v>
                </c:pt>
                <c:pt idx="51">
                  <c:v>44634</c:v>
                </c:pt>
                <c:pt idx="52">
                  <c:v>44635</c:v>
                </c:pt>
                <c:pt idx="53">
                  <c:v>44636</c:v>
                </c:pt>
                <c:pt idx="54">
                  <c:v>44637</c:v>
                </c:pt>
                <c:pt idx="55">
                  <c:v>44638</c:v>
                </c:pt>
                <c:pt idx="56">
                  <c:v>44639</c:v>
                </c:pt>
                <c:pt idx="57">
                  <c:v>44640</c:v>
                </c:pt>
                <c:pt idx="58">
                  <c:v>44641</c:v>
                </c:pt>
                <c:pt idx="59">
                  <c:v>44642</c:v>
                </c:pt>
                <c:pt idx="60">
                  <c:v>44643</c:v>
                </c:pt>
                <c:pt idx="61">
                  <c:v>44644</c:v>
                </c:pt>
                <c:pt idx="62">
                  <c:v>44645</c:v>
                </c:pt>
                <c:pt idx="63">
                  <c:v>44646</c:v>
                </c:pt>
                <c:pt idx="64">
                  <c:v>44647</c:v>
                </c:pt>
                <c:pt idx="65">
                  <c:v>44648</c:v>
                </c:pt>
                <c:pt idx="66">
                  <c:v>44649</c:v>
                </c:pt>
                <c:pt idx="67">
                  <c:v>44650</c:v>
                </c:pt>
                <c:pt idx="68">
                  <c:v>44651</c:v>
                </c:pt>
                <c:pt idx="69">
                  <c:v>44652</c:v>
                </c:pt>
                <c:pt idx="70">
                  <c:v>44653</c:v>
                </c:pt>
                <c:pt idx="71">
                  <c:v>44654</c:v>
                </c:pt>
                <c:pt idx="72">
                  <c:v>44655</c:v>
                </c:pt>
                <c:pt idx="73">
                  <c:v>44656</c:v>
                </c:pt>
                <c:pt idx="74">
                  <c:v>44657</c:v>
                </c:pt>
                <c:pt idx="75">
                  <c:v>44658</c:v>
                </c:pt>
                <c:pt idx="76">
                  <c:v>44659</c:v>
                </c:pt>
                <c:pt idx="77">
                  <c:v>44660</c:v>
                </c:pt>
                <c:pt idx="78">
                  <c:v>44661</c:v>
                </c:pt>
                <c:pt idx="79">
                  <c:v>44662</c:v>
                </c:pt>
                <c:pt idx="80">
                  <c:v>44663</c:v>
                </c:pt>
                <c:pt idx="81">
                  <c:v>44664</c:v>
                </c:pt>
                <c:pt idx="82">
                  <c:v>44665</c:v>
                </c:pt>
                <c:pt idx="83">
                  <c:v>44666</c:v>
                </c:pt>
                <c:pt idx="84">
                  <c:v>44667</c:v>
                </c:pt>
                <c:pt idx="85">
                  <c:v>44668</c:v>
                </c:pt>
                <c:pt idx="86">
                  <c:v>44669</c:v>
                </c:pt>
                <c:pt idx="87">
                  <c:v>44670</c:v>
                </c:pt>
                <c:pt idx="88">
                  <c:v>44671</c:v>
                </c:pt>
                <c:pt idx="89">
                  <c:v>44672</c:v>
                </c:pt>
                <c:pt idx="90">
                  <c:v>44673</c:v>
                </c:pt>
                <c:pt idx="91">
                  <c:v>44674</c:v>
                </c:pt>
                <c:pt idx="92">
                  <c:v>44675</c:v>
                </c:pt>
                <c:pt idx="93">
                  <c:v>44676</c:v>
                </c:pt>
                <c:pt idx="94">
                  <c:v>44677</c:v>
                </c:pt>
                <c:pt idx="95">
                  <c:v>44678</c:v>
                </c:pt>
                <c:pt idx="96">
                  <c:v>44679</c:v>
                </c:pt>
                <c:pt idx="97">
                  <c:v>44680</c:v>
                </c:pt>
                <c:pt idx="98">
                  <c:v>44681</c:v>
                </c:pt>
                <c:pt idx="99">
                  <c:v>44682</c:v>
                </c:pt>
                <c:pt idx="100">
                  <c:v>44683</c:v>
                </c:pt>
                <c:pt idx="101">
                  <c:v>44684</c:v>
                </c:pt>
                <c:pt idx="102">
                  <c:v>44685</c:v>
                </c:pt>
                <c:pt idx="103">
                  <c:v>44686</c:v>
                </c:pt>
                <c:pt idx="104">
                  <c:v>44687</c:v>
                </c:pt>
                <c:pt idx="105">
                  <c:v>44688</c:v>
                </c:pt>
                <c:pt idx="106">
                  <c:v>44689</c:v>
                </c:pt>
                <c:pt idx="107">
                  <c:v>44690</c:v>
                </c:pt>
                <c:pt idx="108">
                  <c:v>44691</c:v>
                </c:pt>
                <c:pt idx="109">
                  <c:v>44692</c:v>
                </c:pt>
                <c:pt idx="110">
                  <c:v>44693</c:v>
                </c:pt>
                <c:pt idx="111">
                  <c:v>44694</c:v>
                </c:pt>
                <c:pt idx="112">
                  <c:v>44695</c:v>
                </c:pt>
                <c:pt idx="113">
                  <c:v>44696</c:v>
                </c:pt>
                <c:pt idx="114">
                  <c:v>44697</c:v>
                </c:pt>
                <c:pt idx="115">
                  <c:v>44698</c:v>
                </c:pt>
                <c:pt idx="116">
                  <c:v>44699</c:v>
                </c:pt>
                <c:pt idx="117">
                  <c:v>44700</c:v>
                </c:pt>
                <c:pt idx="118">
                  <c:v>44701</c:v>
                </c:pt>
                <c:pt idx="119">
                  <c:v>44702</c:v>
                </c:pt>
                <c:pt idx="120">
                  <c:v>44703</c:v>
                </c:pt>
                <c:pt idx="121">
                  <c:v>44704</c:v>
                </c:pt>
                <c:pt idx="122">
                  <c:v>44705</c:v>
                </c:pt>
                <c:pt idx="123">
                  <c:v>44706</c:v>
                </c:pt>
                <c:pt idx="124">
                  <c:v>44707</c:v>
                </c:pt>
                <c:pt idx="125">
                  <c:v>44708</c:v>
                </c:pt>
                <c:pt idx="126">
                  <c:v>44709</c:v>
                </c:pt>
                <c:pt idx="127">
                  <c:v>44710</c:v>
                </c:pt>
                <c:pt idx="128">
                  <c:v>44711</c:v>
                </c:pt>
                <c:pt idx="129">
                  <c:v>44712</c:v>
                </c:pt>
                <c:pt idx="130">
                  <c:v>44713</c:v>
                </c:pt>
                <c:pt idx="131">
                  <c:v>44714</c:v>
                </c:pt>
                <c:pt idx="132">
                  <c:v>44715</c:v>
                </c:pt>
                <c:pt idx="133">
                  <c:v>44716</c:v>
                </c:pt>
                <c:pt idx="134">
                  <c:v>44717</c:v>
                </c:pt>
                <c:pt idx="135">
                  <c:v>44718</c:v>
                </c:pt>
                <c:pt idx="136">
                  <c:v>44719</c:v>
                </c:pt>
                <c:pt idx="137">
                  <c:v>44720</c:v>
                </c:pt>
                <c:pt idx="138">
                  <c:v>44721</c:v>
                </c:pt>
                <c:pt idx="139">
                  <c:v>44722</c:v>
                </c:pt>
                <c:pt idx="140">
                  <c:v>44723</c:v>
                </c:pt>
                <c:pt idx="141">
                  <c:v>44724</c:v>
                </c:pt>
                <c:pt idx="142">
                  <c:v>44725</c:v>
                </c:pt>
                <c:pt idx="143">
                  <c:v>44726</c:v>
                </c:pt>
                <c:pt idx="144">
                  <c:v>44727</c:v>
                </c:pt>
                <c:pt idx="145">
                  <c:v>44728</c:v>
                </c:pt>
                <c:pt idx="146">
                  <c:v>44729</c:v>
                </c:pt>
                <c:pt idx="147">
                  <c:v>44730</c:v>
                </c:pt>
                <c:pt idx="148">
                  <c:v>44731</c:v>
                </c:pt>
                <c:pt idx="149">
                  <c:v>44732</c:v>
                </c:pt>
                <c:pt idx="150">
                  <c:v>44733</c:v>
                </c:pt>
                <c:pt idx="151">
                  <c:v>44734</c:v>
                </c:pt>
                <c:pt idx="152">
                  <c:v>44735</c:v>
                </c:pt>
                <c:pt idx="153">
                  <c:v>44736</c:v>
                </c:pt>
                <c:pt idx="154">
                  <c:v>44737</c:v>
                </c:pt>
                <c:pt idx="155">
                  <c:v>44738</c:v>
                </c:pt>
                <c:pt idx="156">
                  <c:v>44739</c:v>
                </c:pt>
                <c:pt idx="157">
                  <c:v>44740</c:v>
                </c:pt>
                <c:pt idx="158">
                  <c:v>44741</c:v>
                </c:pt>
                <c:pt idx="159">
                  <c:v>44742</c:v>
                </c:pt>
                <c:pt idx="160">
                  <c:v>44743</c:v>
                </c:pt>
                <c:pt idx="161">
                  <c:v>44744</c:v>
                </c:pt>
                <c:pt idx="162">
                  <c:v>44745</c:v>
                </c:pt>
                <c:pt idx="163">
                  <c:v>44746</c:v>
                </c:pt>
                <c:pt idx="164">
                  <c:v>44747</c:v>
                </c:pt>
                <c:pt idx="165">
                  <c:v>44748</c:v>
                </c:pt>
                <c:pt idx="166">
                  <c:v>44749</c:v>
                </c:pt>
                <c:pt idx="167">
                  <c:v>44750</c:v>
                </c:pt>
                <c:pt idx="168">
                  <c:v>44751</c:v>
                </c:pt>
                <c:pt idx="169">
                  <c:v>44752</c:v>
                </c:pt>
                <c:pt idx="170">
                  <c:v>44753</c:v>
                </c:pt>
                <c:pt idx="171">
                  <c:v>44754</c:v>
                </c:pt>
                <c:pt idx="172">
                  <c:v>44755</c:v>
                </c:pt>
                <c:pt idx="173">
                  <c:v>44756</c:v>
                </c:pt>
                <c:pt idx="174">
                  <c:v>44757</c:v>
                </c:pt>
                <c:pt idx="175">
                  <c:v>44758</c:v>
                </c:pt>
                <c:pt idx="176">
                  <c:v>44759</c:v>
                </c:pt>
                <c:pt idx="177">
                  <c:v>44760</c:v>
                </c:pt>
                <c:pt idx="178">
                  <c:v>44761</c:v>
                </c:pt>
                <c:pt idx="179">
                  <c:v>44762</c:v>
                </c:pt>
                <c:pt idx="180">
                  <c:v>44763</c:v>
                </c:pt>
                <c:pt idx="181">
                  <c:v>44764</c:v>
                </c:pt>
                <c:pt idx="182">
                  <c:v>44765</c:v>
                </c:pt>
                <c:pt idx="183">
                  <c:v>44766</c:v>
                </c:pt>
                <c:pt idx="184">
                  <c:v>44767</c:v>
                </c:pt>
                <c:pt idx="185">
                  <c:v>44768</c:v>
                </c:pt>
                <c:pt idx="186">
                  <c:v>44769</c:v>
                </c:pt>
                <c:pt idx="187">
                  <c:v>44770</c:v>
                </c:pt>
                <c:pt idx="188">
                  <c:v>44771</c:v>
                </c:pt>
                <c:pt idx="189">
                  <c:v>44772</c:v>
                </c:pt>
                <c:pt idx="190">
                  <c:v>44773</c:v>
                </c:pt>
                <c:pt idx="191">
                  <c:v>44774</c:v>
                </c:pt>
                <c:pt idx="192">
                  <c:v>44775</c:v>
                </c:pt>
                <c:pt idx="193">
                  <c:v>44776</c:v>
                </c:pt>
                <c:pt idx="194">
                  <c:v>44777</c:v>
                </c:pt>
                <c:pt idx="195">
                  <c:v>44778</c:v>
                </c:pt>
                <c:pt idx="196">
                  <c:v>44779</c:v>
                </c:pt>
                <c:pt idx="197">
                  <c:v>44780</c:v>
                </c:pt>
                <c:pt idx="198">
                  <c:v>44781</c:v>
                </c:pt>
                <c:pt idx="199">
                  <c:v>44782</c:v>
                </c:pt>
                <c:pt idx="200">
                  <c:v>44783</c:v>
                </c:pt>
                <c:pt idx="201">
                  <c:v>44784</c:v>
                </c:pt>
                <c:pt idx="202">
                  <c:v>44785</c:v>
                </c:pt>
                <c:pt idx="203">
                  <c:v>44786</c:v>
                </c:pt>
                <c:pt idx="204">
                  <c:v>44787</c:v>
                </c:pt>
                <c:pt idx="205">
                  <c:v>44788</c:v>
                </c:pt>
                <c:pt idx="206">
                  <c:v>44789</c:v>
                </c:pt>
                <c:pt idx="207">
                  <c:v>44790</c:v>
                </c:pt>
                <c:pt idx="208">
                  <c:v>44791</c:v>
                </c:pt>
                <c:pt idx="209">
                  <c:v>44792</c:v>
                </c:pt>
                <c:pt idx="210">
                  <c:v>44793</c:v>
                </c:pt>
                <c:pt idx="211">
                  <c:v>44794</c:v>
                </c:pt>
                <c:pt idx="212">
                  <c:v>44795</c:v>
                </c:pt>
                <c:pt idx="213">
                  <c:v>44796</c:v>
                </c:pt>
                <c:pt idx="214">
                  <c:v>44797</c:v>
                </c:pt>
                <c:pt idx="215">
                  <c:v>44798</c:v>
                </c:pt>
                <c:pt idx="216">
                  <c:v>44799</c:v>
                </c:pt>
                <c:pt idx="217">
                  <c:v>44800</c:v>
                </c:pt>
                <c:pt idx="218">
                  <c:v>44801</c:v>
                </c:pt>
                <c:pt idx="219">
                  <c:v>44802</c:v>
                </c:pt>
                <c:pt idx="220">
                  <c:v>44803</c:v>
                </c:pt>
                <c:pt idx="221">
                  <c:v>44804</c:v>
                </c:pt>
                <c:pt idx="222">
                  <c:v>44805</c:v>
                </c:pt>
                <c:pt idx="223">
                  <c:v>44806</c:v>
                </c:pt>
                <c:pt idx="224">
                  <c:v>44807</c:v>
                </c:pt>
                <c:pt idx="225">
                  <c:v>44808</c:v>
                </c:pt>
                <c:pt idx="226">
                  <c:v>44809</c:v>
                </c:pt>
                <c:pt idx="227">
                  <c:v>44810</c:v>
                </c:pt>
                <c:pt idx="228">
                  <c:v>44811</c:v>
                </c:pt>
                <c:pt idx="229">
                  <c:v>44812</c:v>
                </c:pt>
                <c:pt idx="230">
                  <c:v>44813</c:v>
                </c:pt>
                <c:pt idx="231">
                  <c:v>44814</c:v>
                </c:pt>
                <c:pt idx="232">
                  <c:v>44815</c:v>
                </c:pt>
                <c:pt idx="233">
                  <c:v>44816</c:v>
                </c:pt>
                <c:pt idx="234">
                  <c:v>44817</c:v>
                </c:pt>
                <c:pt idx="235">
                  <c:v>44818</c:v>
                </c:pt>
                <c:pt idx="236">
                  <c:v>44819</c:v>
                </c:pt>
                <c:pt idx="237">
                  <c:v>44820</c:v>
                </c:pt>
                <c:pt idx="238">
                  <c:v>44821</c:v>
                </c:pt>
                <c:pt idx="239">
                  <c:v>44822</c:v>
                </c:pt>
                <c:pt idx="240">
                  <c:v>44823</c:v>
                </c:pt>
                <c:pt idx="241">
                  <c:v>44824</c:v>
                </c:pt>
                <c:pt idx="242">
                  <c:v>44825</c:v>
                </c:pt>
                <c:pt idx="243">
                  <c:v>44826</c:v>
                </c:pt>
                <c:pt idx="244">
                  <c:v>44827</c:v>
                </c:pt>
                <c:pt idx="245">
                  <c:v>44828</c:v>
                </c:pt>
                <c:pt idx="246">
                  <c:v>44829</c:v>
                </c:pt>
                <c:pt idx="247">
                  <c:v>44830</c:v>
                </c:pt>
                <c:pt idx="248">
                  <c:v>44831</c:v>
                </c:pt>
                <c:pt idx="249">
                  <c:v>44832</c:v>
                </c:pt>
                <c:pt idx="250">
                  <c:v>44833</c:v>
                </c:pt>
                <c:pt idx="251">
                  <c:v>44834</c:v>
                </c:pt>
                <c:pt idx="252">
                  <c:v>44835</c:v>
                </c:pt>
                <c:pt idx="253">
                  <c:v>44836</c:v>
                </c:pt>
                <c:pt idx="254">
                  <c:v>44837</c:v>
                </c:pt>
                <c:pt idx="255">
                  <c:v>44838</c:v>
                </c:pt>
                <c:pt idx="256">
                  <c:v>44839</c:v>
                </c:pt>
                <c:pt idx="257">
                  <c:v>44840</c:v>
                </c:pt>
                <c:pt idx="258">
                  <c:v>44841</c:v>
                </c:pt>
                <c:pt idx="259">
                  <c:v>44842</c:v>
                </c:pt>
                <c:pt idx="260">
                  <c:v>44843</c:v>
                </c:pt>
                <c:pt idx="261">
                  <c:v>44844</c:v>
                </c:pt>
                <c:pt idx="262">
                  <c:v>44845</c:v>
                </c:pt>
                <c:pt idx="263">
                  <c:v>44846</c:v>
                </c:pt>
                <c:pt idx="264">
                  <c:v>44847</c:v>
                </c:pt>
                <c:pt idx="265">
                  <c:v>44848</c:v>
                </c:pt>
                <c:pt idx="266">
                  <c:v>44849</c:v>
                </c:pt>
                <c:pt idx="267">
                  <c:v>44850</c:v>
                </c:pt>
                <c:pt idx="268">
                  <c:v>44851</c:v>
                </c:pt>
                <c:pt idx="269">
                  <c:v>44852</c:v>
                </c:pt>
                <c:pt idx="270">
                  <c:v>44853</c:v>
                </c:pt>
                <c:pt idx="271">
                  <c:v>44854</c:v>
                </c:pt>
                <c:pt idx="272">
                  <c:v>44855</c:v>
                </c:pt>
                <c:pt idx="273">
                  <c:v>44856</c:v>
                </c:pt>
                <c:pt idx="274">
                  <c:v>44857</c:v>
                </c:pt>
                <c:pt idx="275">
                  <c:v>44858</c:v>
                </c:pt>
                <c:pt idx="276">
                  <c:v>44859</c:v>
                </c:pt>
                <c:pt idx="277">
                  <c:v>44860</c:v>
                </c:pt>
                <c:pt idx="278">
                  <c:v>44861</c:v>
                </c:pt>
                <c:pt idx="279">
                  <c:v>44862</c:v>
                </c:pt>
                <c:pt idx="280">
                  <c:v>44863</c:v>
                </c:pt>
                <c:pt idx="281">
                  <c:v>44864</c:v>
                </c:pt>
                <c:pt idx="282">
                  <c:v>44865</c:v>
                </c:pt>
                <c:pt idx="283">
                  <c:v>44866</c:v>
                </c:pt>
                <c:pt idx="284">
                  <c:v>44867</c:v>
                </c:pt>
                <c:pt idx="285">
                  <c:v>44868</c:v>
                </c:pt>
                <c:pt idx="286">
                  <c:v>44869</c:v>
                </c:pt>
                <c:pt idx="287">
                  <c:v>44870</c:v>
                </c:pt>
                <c:pt idx="288">
                  <c:v>44871</c:v>
                </c:pt>
                <c:pt idx="289">
                  <c:v>44872</c:v>
                </c:pt>
                <c:pt idx="290">
                  <c:v>44873</c:v>
                </c:pt>
                <c:pt idx="291">
                  <c:v>44874</c:v>
                </c:pt>
                <c:pt idx="292">
                  <c:v>44875</c:v>
                </c:pt>
                <c:pt idx="293">
                  <c:v>44876</c:v>
                </c:pt>
                <c:pt idx="294">
                  <c:v>44877</c:v>
                </c:pt>
                <c:pt idx="295">
                  <c:v>44878</c:v>
                </c:pt>
                <c:pt idx="296">
                  <c:v>44879</c:v>
                </c:pt>
                <c:pt idx="297">
                  <c:v>44880</c:v>
                </c:pt>
                <c:pt idx="298">
                  <c:v>44881</c:v>
                </c:pt>
                <c:pt idx="299">
                  <c:v>44882</c:v>
                </c:pt>
                <c:pt idx="300">
                  <c:v>44883</c:v>
                </c:pt>
                <c:pt idx="301">
                  <c:v>44884</c:v>
                </c:pt>
                <c:pt idx="302">
                  <c:v>44885</c:v>
                </c:pt>
                <c:pt idx="303">
                  <c:v>44886</c:v>
                </c:pt>
                <c:pt idx="304">
                  <c:v>44887</c:v>
                </c:pt>
                <c:pt idx="305">
                  <c:v>44888</c:v>
                </c:pt>
                <c:pt idx="306">
                  <c:v>44889</c:v>
                </c:pt>
                <c:pt idx="307">
                  <c:v>44890</c:v>
                </c:pt>
                <c:pt idx="308">
                  <c:v>44891</c:v>
                </c:pt>
                <c:pt idx="309">
                  <c:v>44892</c:v>
                </c:pt>
                <c:pt idx="310">
                  <c:v>44893</c:v>
                </c:pt>
                <c:pt idx="311">
                  <c:v>44894</c:v>
                </c:pt>
                <c:pt idx="312">
                  <c:v>44895</c:v>
                </c:pt>
                <c:pt idx="313">
                  <c:v>44896</c:v>
                </c:pt>
                <c:pt idx="314">
                  <c:v>44897</c:v>
                </c:pt>
                <c:pt idx="315">
                  <c:v>44898</c:v>
                </c:pt>
                <c:pt idx="316">
                  <c:v>44899</c:v>
                </c:pt>
                <c:pt idx="317">
                  <c:v>44900</c:v>
                </c:pt>
                <c:pt idx="318">
                  <c:v>44901</c:v>
                </c:pt>
                <c:pt idx="319">
                  <c:v>44902</c:v>
                </c:pt>
                <c:pt idx="320">
                  <c:v>44903</c:v>
                </c:pt>
                <c:pt idx="321">
                  <c:v>44904</c:v>
                </c:pt>
                <c:pt idx="322">
                  <c:v>44905</c:v>
                </c:pt>
                <c:pt idx="323">
                  <c:v>44906</c:v>
                </c:pt>
                <c:pt idx="324">
                  <c:v>44907</c:v>
                </c:pt>
                <c:pt idx="325">
                  <c:v>44908</c:v>
                </c:pt>
                <c:pt idx="326">
                  <c:v>44909</c:v>
                </c:pt>
                <c:pt idx="327">
                  <c:v>44910</c:v>
                </c:pt>
                <c:pt idx="328">
                  <c:v>44911</c:v>
                </c:pt>
                <c:pt idx="329">
                  <c:v>44912</c:v>
                </c:pt>
                <c:pt idx="330">
                  <c:v>44913</c:v>
                </c:pt>
                <c:pt idx="331">
                  <c:v>44914</c:v>
                </c:pt>
                <c:pt idx="332">
                  <c:v>44915</c:v>
                </c:pt>
                <c:pt idx="333">
                  <c:v>44916</c:v>
                </c:pt>
                <c:pt idx="334">
                  <c:v>44917</c:v>
                </c:pt>
                <c:pt idx="335">
                  <c:v>44918</c:v>
                </c:pt>
                <c:pt idx="336">
                  <c:v>44919</c:v>
                </c:pt>
                <c:pt idx="337">
                  <c:v>44920</c:v>
                </c:pt>
                <c:pt idx="338">
                  <c:v>44921</c:v>
                </c:pt>
                <c:pt idx="339">
                  <c:v>44922</c:v>
                </c:pt>
                <c:pt idx="340">
                  <c:v>44923</c:v>
                </c:pt>
                <c:pt idx="341">
                  <c:v>44924</c:v>
                </c:pt>
                <c:pt idx="342">
                  <c:v>44925</c:v>
                </c:pt>
                <c:pt idx="343">
                  <c:v>44926</c:v>
                </c:pt>
                <c:pt idx="344">
                  <c:v>44927</c:v>
                </c:pt>
                <c:pt idx="345">
                  <c:v>44928</c:v>
                </c:pt>
                <c:pt idx="346">
                  <c:v>44929</c:v>
                </c:pt>
                <c:pt idx="347">
                  <c:v>44930</c:v>
                </c:pt>
                <c:pt idx="348">
                  <c:v>44931</c:v>
                </c:pt>
                <c:pt idx="349">
                  <c:v>44932</c:v>
                </c:pt>
                <c:pt idx="350">
                  <c:v>44933</c:v>
                </c:pt>
                <c:pt idx="351">
                  <c:v>44934</c:v>
                </c:pt>
                <c:pt idx="352">
                  <c:v>44935</c:v>
                </c:pt>
                <c:pt idx="353">
                  <c:v>44936</c:v>
                </c:pt>
                <c:pt idx="354">
                  <c:v>44937</c:v>
                </c:pt>
                <c:pt idx="355">
                  <c:v>44938</c:v>
                </c:pt>
                <c:pt idx="356">
                  <c:v>44939</c:v>
                </c:pt>
                <c:pt idx="357">
                  <c:v>44940</c:v>
                </c:pt>
                <c:pt idx="358">
                  <c:v>44941</c:v>
                </c:pt>
                <c:pt idx="359">
                  <c:v>44942</c:v>
                </c:pt>
                <c:pt idx="360">
                  <c:v>44943</c:v>
                </c:pt>
                <c:pt idx="361">
                  <c:v>44944</c:v>
                </c:pt>
                <c:pt idx="362">
                  <c:v>44945</c:v>
                </c:pt>
                <c:pt idx="363">
                  <c:v>44946</c:v>
                </c:pt>
                <c:pt idx="364">
                  <c:v>44947</c:v>
                </c:pt>
                <c:pt idx="365">
                  <c:v>44948</c:v>
                </c:pt>
                <c:pt idx="366">
                  <c:v>44949</c:v>
                </c:pt>
                <c:pt idx="367">
                  <c:v>44950</c:v>
                </c:pt>
                <c:pt idx="368">
                  <c:v>44951</c:v>
                </c:pt>
                <c:pt idx="369">
                  <c:v>44952</c:v>
                </c:pt>
                <c:pt idx="370">
                  <c:v>44953</c:v>
                </c:pt>
                <c:pt idx="371">
                  <c:v>44954</c:v>
                </c:pt>
                <c:pt idx="372">
                  <c:v>44955</c:v>
                </c:pt>
                <c:pt idx="373">
                  <c:v>44956</c:v>
                </c:pt>
                <c:pt idx="374">
                  <c:v>44957</c:v>
                </c:pt>
                <c:pt idx="375">
                  <c:v>44958</c:v>
                </c:pt>
                <c:pt idx="376">
                  <c:v>44959</c:v>
                </c:pt>
                <c:pt idx="377">
                  <c:v>44960</c:v>
                </c:pt>
                <c:pt idx="378">
                  <c:v>44961</c:v>
                </c:pt>
                <c:pt idx="379">
                  <c:v>44962</c:v>
                </c:pt>
                <c:pt idx="380">
                  <c:v>44963</c:v>
                </c:pt>
                <c:pt idx="381">
                  <c:v>44964</c:v>
                </c:pt>
                <c:pt idx="382">
                  <c:v>44965</c:v>
                </c:pt>
                <c:pt idx="383">
                  <c:v>44966</c:v>
                </c:pt>
                <c:pt idx="384">
                  <c:v>44967</c:v>
                </c:pt>
                <c:pt idx="385">
                  <c:v>44968</c:v>
                </c:pt>
                <c:pt idx="386">
                  <c:v>44969</c:v>
                </c:pt>
                <c:pt idx="387">
                  <c:v>44970</c:v>
                </c:pt>
                <c:pt idx="388">
                  <c:v>44971</c:v>
                </c:pt>
                <c:pt idx="389">
                  <c:v>44972</c:v>
                </c:pt>
                <c:pt idx="390">
                  <c:v>44973</c:v>
                </c:pt>
                <c:pt idx="391">
                  <c:v>44974</c:v>
                </c:pt>
                <c:pt idx="392">
                  <c:v>44975</c:v>
                </c:pt>
                <c:pt idx="393">
                  <c:v>44976</c:v>
                </c:pt>
                <c:pt idx="394">
                  <c:v>44977</c:v>
                </c:pt>
                <c:pt idx="395">
                  <c:v>44978</c:v>
                </c:pt>
                <c:pt idx="396">
                  <c:v>44979</c:v>
                </c:pt>
                <c:pt idx="397">
                  <c:v>44980</c:v>
                </c:pt>
                <c:pt idx="398">
                  <c:v>44981</c:v>
                </c:pt>
                <c:pt idx="399">
                  <c:v>44982</c:v>
                </c:pt>
                <c:pt idx="400">
                  <c:v>44983</c:v>
                </c:pt>
                <c:pt idx="401">
                  <c:v>44984</c:v>
                </c:pt>
                <c:pt idx="402">
                  <c:v>44985</c:v>
                </c:pt>
                <c:pt idx="403">
                  <c:v>44986</c:v>
                </c:pt>
                <c:pt idx="404">
                  <c:v>44987</c:v>
                </c:pt>
                <c:pt idx="405">
                  <c:v>44988</c:v>
                </c:pt>
                <c:pt idx="406">
                  <c:v>44989</c:v>
                </c:pt>
                <c:pt idx="407">
                  <c:v>44990</c:v>
                </c:pt>
                <c:pt idx="408">
                  <c:v>44991</c:v>
                </c:pt>
                <c:pt idx="409">
                  <c:v>44992</c:v>
                </c:pt>
                <c:pt idx="410">
                  <c:v>44993</c:v>
                </c:pt>
                <c:pt idx="411">
                  <c:v>44994</c:v>
                </c:pt>
                <c:pt idx="412">
                  <c:v>44995</c:v>
                </c:pt>
                <c:pt idx="413">
                  <c:v>44996</c:v>
                </c:pt>
                <c:pt idx="414">
                  <c:v>44997</c:v>
                </c:pt>
                <c:pt idx="415">
                  <c:v>44998</c:v>
                </c:pt>
                <c:pt idx="416">
                  <c:v>44999</c:v>
                </c:pt>
                <c:pt idx="417">
                  <c:v>45000</c:v>
                </c:pt>
                <c:pt idx="418">
                  <c:v>45001</c:v>
                </c:pt>
                <c:pt idx="419">
                  <c:v>45002</c:v>
                </c:pt>
                <c:pt idx="420">
                  <c:v>45003</c:v>
                </c:pt>
                <c:pt idx="421">
                  <c:v>45004</c:v>
                </c:pt>
                <c:pt idx="422">
                  <c:v>45005</c:v>
                </c:pt>
                <c:pt idx="423">
                  <c:v>45006</c:v>
                </c:pt>
                <c:pt idx="424">
                  <c:v>45007</c:v>
                </c:pt>
                <c:pt idx="425">
                  <c:v>45008</c:v>
                </c:pt>
                <c:pt idx="426">
                  <c:v>45009</c:v>
                </c:pt>
                <c:pt idx="427">
                  <c:v>45010</c:v>
                </c:pt>
                <c:pt idx="428">
                  <c:v>45011</c:v>
                </c:pt>
                <c:pt idx="429">
                  <c:v>45012</c:v>
                </c:pt>
                <c:pt idx="430">
                  <c:v>45013</c:v>
                </c:pt>
                <c:pt idx="431">
                  <c:v>45014</c:v>
                </c:pt>
                <c:pt idx="432">
                  <c:v>45015</c:v>
                </c:pt>
                <c:pt idx="433">
                  <c:v>45016</c:v>
                </c:pt>
                <c:pt idx="434">
                  <c:v>45017</c:v>
                </c:pt>
                <c:pt idx="435">
                  <c:v>45018</c:v>
                </c:pt>
                <c:pt idx="436">
                  <c:v>45019</c:v>
                </c:pt>
                <c:pt idx="437">
                  <c:v>45020</c:v>
                </c:pt>
                <c:pt idx="438">
                  <c:v>45021</c:v>
                </c:pt>
                <c:pt idx="439">
                  <c:v>45022</c:v>
                </c:pt>
                <c:pt idx="440">
                  <c:v>45023</c:v>
                </c:pt>
                <c:pt idx="441">
                  <c:v>45024</c:v>
                </c:pt>
                <c:pt idx="442">
                  <c:v>45025</c:v>
                </c:pt>
                <c:pt idx="443">
                  <c:v>45026</c:v>
                </c:pt>
                <c:pt idx="444">
                  <c:v>45027</c:v>
                </c:pt>
                <c:pt idx="445">
                  <c:v>45028</c:v>
                </c:pt>
                <c:pt idx="446">
                  <c:v>45029</c:v>
                </c:pt>
                <c:pt idx="447">
                  <c:v>45030</c:v>
                </c:pt>
                <c:pt idx="448">
                  <c:v>45031</c:v>
                </c:pt>
                <c:pt idx="449">
                  <c:v>45032</c:v>
                </c:pt>
                <c:pt idx="450">
                  <c:v>45033</c:v>
                </c:pt>
                <c:pt idx="451">
                  <c:v>45034</c:v>
                </c:pt>
                <c:pt idx="452">
                  <c:v>45035</c:v>
                </c:pt>
                <c:pt idx="453">
                  <c:v>45036</c:v>
                </c:pt>
                <c:pt idx="454">
                  <c:v>45037</c:v>
                </c:pt>
                <c:pt idx="455">
                  <c:v>45038</c:v>
                </c:pt>
                <c:pt idx="456">
                  <c:v>45039</c:v>
                </c:pt>
                <c:pt idx="457">
                  <c:v>45040</c:v>
                </c:pt>
                <c:pt idx="458">
                  <c:v>45041</c:v>
                </c:pt>
                <c:pt idx="459">
                  <c:v>45042</c:v>
                </c:pt>
                <c:pt idx="460">
                  <c:v>45043</c:v>
                </c:pt>
                <c:pt idx="461">
                  <c:v>45044</c:v>
                </c:pt>
                <c:pt idx="462">
                  <c:v>45045</c:v>
                </c:pt>
                <c:pt idx="463">
                  <c:v>45046</c:v>
                </c:pt>
                <c:pt idx="464">
                  <c:v>45047</c:v>
                </c:pt>
                <c:pt idx="465">
                  <c:v>45048</c:v>
                </c:pt>
                <c:pt idx="466">
                  <c:v>45049</c:v>
                </c:pt>
                <c:pt idx="467">
                  <c:v>45050</c:v>
                </c:pt>
                <c:pt idx="468">
                  <c:v>45051</c:v>
                </c:pt>
                <c:pt idx="469">
                  <c:v>45052</c:v>
                </c:pt>
                <c:pt idx="470">
                  <c:v>45053</c:v>
                </c:pt>
                <c:pt idx="471">
                  <c:v>45054</c:v>
                </c:pt>
                <c:pt idx="472">
                  <c:v>45055</c:v>
                </c:pt>
                <c:pt idx="473">
                  <c:v>45056</c:v>
                </c:pt>
                <c:pt idx="474">
                  <c:v>45057</c:v>
                </c:pt>
                <c:pt idx="475">
                  <c:v>45058</c:v>
                </c:pt>
                <c:pt idx="476">
                  <c:v>45059</c:v>
                </c:pt>
                <c:pt idx="477">
                  <c:v>45060</c:v>
                </c:pt>
                <c:pt idx="478">
                  <c:v>45061</c:v>
                </c:pt>
                <c:pt idx="479">
                  <c:v>45062</c:v>
                </c:pt>
                <c:pt idx="480">
                  <c:v>45063</c:v>
                </c:pt>
                <c:pt idx="481">
                  <c:v>45064</c:v>
                </c:pt>
                <c:pt idx="482">
                  <c:v>45065</c:v>
                </c:pt>
                <c:pt idx="483">
                  <c:v>45066</c:v>
                </c:pt>
                <c:pt idx="484">
                  <c:v>45067</c:v>
                </c:pt>
                <c:pt idx="485">
                  <c:v>45068</c:v>
                </c:pt>
                <c:pt idx="486">
                  <c:v>45069</c:v>
                </c:pt>
                <c:pt idx="487">
                  <c:v>45070</c:v>
                </c:pt>
                <c:pt idx="488">
                  <c:v>45071</c:v>
                </c:pt>
                <c:pt idx="489">
                  <c:v>45072</c:v>
                </c:pt>
                <c:pt idx="490">
                  <c:v>45073</c:v>
                </c:pt>
                <c:pt idx="491">
                  <c:v>45074</c:v>
                </c:pt>
                <c:pt idx="492">
                  <c:v>45075</c:v>
                </c:pt>
                <c:pt idx="493">
                  <c:v>45076</c:v>
                </c:pt>
                <c:pt idx="494">
                  <c:v>45077</c:v>
                </c:pt>
                <c:pt idx="495">
                  <c:v>45078</c:v>
                </c:pt>
                <c:pt idx="496">
                  <c:v>45079</c:v>
                </c:pt>
                <c:pt idx="497">
                  <c:v>45080</c:v>
                </c:pt>
                <c:pt idx="498">
                  <c:v>45081</c:v>
                </c:pt>
                <c:pt idx="499">
                  <c:v>45082</c:v>
                </c:pt>
                <c:pt idx="500">
                  <c:v>45083</c:v>
                </c:pt>
                <c:pt idx="501">
                  <c:v>45084</c:v>
                </c:pt>
                <c:pt idx="502">
                  <c:v>45085</c:v>
                </c:pt>
                <c:pt idx="503">
                  <c:v>45086</c:v>
                </c:pt>
                <c:pt idx="504">
                  <c:v>45087</c:v>
                </c:pt>
                <c:pt idx="505">
                  <c:v>45088</c:v>
                </c:pt>
                <c:pt idx="506">
                  <c:v>45089</c:v>
                </c:pt>
                <c:pt idx="507">
                  <c:v>45090</c:v>
                </c:pt>
                <c:pt idx="508">
                  <c:v>45091</c:v>
                </c:pt>
                <c:pt idx="509">
                  <c:v>45092</c:v>
                </c:pt>
                <c:pt idx="510">
                  <c:v>45093</c:v>
                </c:pt>
                <c:pt idx="511">
                  <c:v>45094</c:v>
                </c:pt>
                <c:pt idx="512">
                  <c:v>45095</c:v>
                </c:pt>
                <c:pt idx="513">
                  <c:v>45096</c:v>
                </c:pt>
                <c:pt idx="514">
                  <c:v>45097</c:v>
                </c:pt>
                <c:pt idx="515">
                  <c:v>45098</c:v>
                </c:pt>
                <c:pt idx="516">
                  <c:v>45099</c:v>
                </c:pt>
                <c:pt idx="517">
                  <c:v>45100</c:v>
                </c:pt>
                <c:pt idx="518">
                  <c:v>45101</c:v>
                </c:pt>
                <c:pt idx="519">
                  <c:v>45102</c:v>
                </c:pt>
                <c:pt idx="520">
                  <c:v>45103</c:v>
                </c:pt>
                <c:pt idx="521">
                  <c:v>45104</c:v>
                </c:pt>
                <c:pt idx="522">
                  <c:v>45105</c:v>
                </c:pt>
                <c:pt idx="523">
                  <c:v>45106</c:v>
                </c:pt>
                <c:pt idx="524">
                  <c:v>45107</c:v>
                </c:pt>
                <c:pt idx="525">
                  <c:v>45108</c:v>
                </c:pt>
                <c:pt idx="526">
                  <c:v>45109</c:v>
                </c:pt>
                <c:pt idx="527">
                  <c:v>45110</c:v>
                </c:pt>
                <c:pt idx="528">
                  <c:v>45111</c:v>
                </c:pt>
                <c:pt idx="529">
                  <c:v>45112</c:v>
                </c:pt>
                <c:pt idx="530">
                  <c:v>45113</c:v>
                </c:pt>
                <c:pt idx="531">
                  <c:v>45114</c:v>
                </c:pt>
                <c:pt idx="532">
                  <c:v>45115</c:v>
                </c:pt>
                <c:pt idx="533">
                  <c:v>45116</c:v>
                </c:pt>
                <c:pt idx="534">
                  <c:v>45117</c:v>
                </c:pt>
                <c:pt idx="535">
                  <c:v>45118</c:v>
                </c:pt>
                <c:pt idx="536">
                  <c:v>45119</c:v>
                </c:pt>
                <c:pt idx="537">
                  <c:v>45120</c:v>
                </c:pt>
                <c:pt idx="538">
                  <c:v>45121</c:v>
                </c:pt>
                <c:pt idx="539">
                  <c:v>45122</c:v>
                </c:pt>
                <c:pt idx="540">
                  <c:v>45123</c:v>
                </c:pt>
                <c:pt idx="541">
                  <c:v>45124</c:v>
                </c:pt>
                <c:pt idx="542">
                  <c:v>45125</c:v>
                </c:pt>
                <c:pt idx="543">
                  <c:v>45126</c:v>
                </c:pt>
                <c:pt idx="544">
                  <c:v>45127</c:v>
                </c:pt>
                <c:pt idx="545">
                  <c:v>45128</c:v>
                </c:pt>
                <c:pt idx="546">
                  <c:v>45129</c:v>
                </c:pt>
                <c:pt idx="547">
                  <c:v>45130</c:v>
                </c:pt>
                <c:pt idx="548">
                  <c:v>45131</c:v>
                </c:pt>
                <c:pt idx="549">
                  <c:v>45132</c:v>
                </c:pt>
                <c:pt idx="550">
                  <c:v>45133</c:v>
                </c:pt>
                <c:pt idx="551">
                  <c:v>45134</c:v>
                </c:pt>
                <c:pt idx="552">
                  <c:v>45135</c:v>
                </c:pt>
                <c:pt idx="553">
                  <c:v>45136</c:v>
                </c:pt>
                <c:pt idx="554">
                  <c:v>45137</c:v>
                </c:pt>
                <c:pt idx="555">
                  <c:v>45138</c:v>
                </c:pt>
                <c:pt idx="556">
                  <c:v>45139</c:v>
                </c:pt>
                <c:pt idx="557">
                  <c:v>45140</c:v>
                </c:pt>
                <c:pt idx="558">
                  <c:v>45141</c:v>
                </c:pt>
                <c:pt idx="559">
                  <c:v>45142</c:v>
                </c:pt>
                <c:pt idx="560">
                  <c:v>45143</c:v>
                </c:pt>
                <c:pt idx="561">
                  <c:v>45144</c:v>
                </c:pt>
                <c:pt idx="562">
                  <c:v>45145</c:v>
                </c:pt>
                <c:pt idx="563">
                  <c:v>45146</c:v>
                </c:pt>
                <c:pt idx="564">
                  <c:v>45147</c:v>
                </c:pt>
                <c:pt idx="565">
                  <c:v>45148</c:v>
                </c:pt>
                <c:pt idx="566">
                  <c:v>45149</c:v>
                </c:pt>
                <c:pt idx="567">
                  <c:v>45150</c:v>
                </c:pt>
                <c:pt idx="568">
                  <c:v>45151</c:v>
                </c:pt>
                <c:pt idx="569">
                  <c:v>45152</c:v>
                </c:pt>
                <c:pt idx="570">
                  <c:v>45153</c:v>
                </c:pt>
                <c:pt idx="571">
                  <c:v>45154</c:v>
                </c:pt>
                <c:pt idx="572">
                  <c:v>45155</c:v>
                </c:pt>
                <c:pt idx="573">
                  <c:v>45156</c:v>
                </c:pt>
                <c:pt idx="574">
                  <c:v>45157</c:v>
                </c:pt>
                <c:pt idx="575">
                  <c:v>45158</c:v>
                </c:pt>
                <c:pt idx="576">
                  <c:v>45159</c:v>
                </c:pt>
                <c:pt idx="577">
                  <c:v>45160</c:v>
                </c:pt>
                <c:pt idx="578">
                  <c:v>45161</c:v>
                </c:pt>
                <c:pt idx="579">
                  <c:v>45162</c:v>
                </c:pt>
                <c:pt idx="580">
                  <c:v>45163</c:v>
                </c:pt>
                <c:pt idx="581">
                  <c:v>45164</c:v>
                </c:pt>
                <c:pt idx="582">
                  <c:v>45165</c:v>
                </c:pt>
                <c:pt idx="583">
                  <c:v>45166</c:v>
                </c:pt>
                <c:pt idx="584">
                  <c:v>45167</c:v>
                </c:pt>
                <c:pt idx="585">
                  <c:v>45168</c:v>
                </c:pt>
                <c:pt idx="586">
                  <c:v>45169</c:v>
                </c:pt>
                <c:pt idx="587">
                  <c:v>45170</c:v>
                </c:pt>
                <c:pt idx="588">
                  <c:v>45171</c:v>
                </c:pt>
                <c:pt idx="589">
                  <c:v>45172</c:v>
                </c:pt>
                <c:pt idx="590">
                  <c:v>45173</c:v>
                </c:pt>
                <c:pt idx="591">
                  <c:v>45174</c:v>
                </c:pt>
                <c:pt idx="592">
                  <c:v>45175</c:v>
                </c:pt>
                <c:pt idx="593">
                  <c:v>45176</c:v>
                </c:pt>
                <c:pt idx="594">
                  <c:v>45177</c:v>
                </c:pt>
                <c:pt idx="595">
                  <c:v>45178</c:v>
                </c:pt>
                <c:pt idx="596">
                  <c:v>45179</c:v>
                </c:pt>
                <c:pt idx="597">
                  <c:v>45180</c:v>
                </c:pt>
                <c:pt idx="598">
                  <c:v>45181</c:v>
                </c:pt>
                <c:pt idx="599">
                  <c:v>45182</c:v>
                </c:pt>
                <c:pt idx="600">
                  <c:v>45183</c:v>
                </c:pt>
                <c:pt idx="601">
                  <c:v>45184</c:v>
                </c:pt>
                <c:pt idx="602">
                  <c:v>45185</c:v>
                </c:pt>
                <c:pt idx="603">
                  <c:v>45186</c:v>
                </c:pt>
                <c:pt idx="604">
                  <c:v>45187</c:v>
                </c:pt>
                <c:pt idx="605">
                  <c:v>45188</c:v>
                </c:pt>
                <c:pt idx="606">
                  <c:v>45189</c:v>
                </c:pt>
                <c:pt idx="607">
                  <c:v>45190</c:v>
                </c:pt>
                <c:pt idx="608">
                  <c:v>45191</c:v>
                </c:pt>
                <c:pt idx="609">
                  <c:v>45192</c:v>
                </c:pt>
                <c:pt idx="610">
                  <c:v>45193</c:v>
                </c:pt>
                <c:pt idx="611">
                  <c:v>45194</c:v>
                </c:pt>
                <c:pt idx="612">
                  <c:v>45195</c:v>
                </c:pt>
                <c:pt idx="613">
                  <c:v>45196</c:v>
                </c:pt>
                <c:pt idx="614">
                  <c:v>45197</c:v>
                </c:pt>
                <c:pt idx="615">
                  <c:v>45198</c:v>
                </c:pt>
                <c:pt idx="616">
                  <c:v>45199</c:v>
                </c:pt>
                <c:pt idx="617">
                  <c:v>45200</c:v>
                </c:pt>
                <c:pt idx="618">
                  <c:v>45201</c:v>
                </c:pt>
                <c:pt idx="619">
                  <c:v>45202</c:v>
                </c:pt>
                <c:pt idx="620">
                  <c:v>45203</c:v>
                </c:pt>
                <c:pt idx="621">
                  <c:v>45204</c:v>
                </c:pt>
                <c:pt idx="622">
                  <c:v>45205</c:v>
                </c:pt>
                <c:pt idx="623">
                  <c:v>45206</c:v>
                </c:pt>
                <c:pt idx="624">
                  <c:v>45207</c:v>
                </c:pt>
                <c:pt idx="625">
                  <c:v>45208</c:v>
                </c:pt>
                <c:pt idx="626">
                  <c:v>45209</c:v>
                </c:pt>
                <c:pt idx="627">
                  <c:v>45210</c:v>
                </c:pt>
                <c:pt idx="628">
                  <c:v>45211</c:v>
                </c:pt>
                <c:pt idx="629">
                  <c:v>45212</c:v>
                </c:pt>
                <c:pt idx="630">
                  <c:v>45213</c:v>
                </c:pt>
                <c:pt idx="631">
                  <c:v>45214</c:v>
                </c:pt>
                <c:pt idx="632">
                  <c:v>45215</c:v>
                </c:pt>
                <c:pt idx="633">
                  <c:v>45216</c:v>
                </c:pt>
                <c:pt idx="634">
                  <c:v>45217</c:v>
                </c:pt>
                <c:pt idx="635">
                  <c:v>45218</c:v>
                </c:pt>
                <c:pt idx="636">
                  <c:v>45219</c:v>
                </c:pt>
                <c:pt idx="637">
                  <c:v>45220</c:v>
                </c:pt>
                <c:pt idx="638">
                  <c:v>45221</c:v>
                </c:pt>
                <c:pt idx="639">
                  <c:v>45222</c:v>
                </c:pt>
                <c:pt idx="640">
                  <c:v>45223</c:v>
                </c:pt>
                <c:pt idx="641">
                  <c:v>45224</c:v>
                </c:pt>
                <c:pt idx="642">
                  <c:v>45225</c:v>
                </c:pt>
                <c:pt idx="643">
                  <c:v>45226</c:v>
                </c:pt>
                <c:pt idx="644">
                  <c:v>45227</c:v>
                </c:pt>
                <c:pt idx="645">
                  <c:v>45228</c:v>
                </c:pt>
                <c:pt idx="646">
                  <c:v>45229</c:v>
                </c:pt>
                <c:pt idx="647">
                  <c:v>45230</c:v>
                </c:pt>
                <c:pt idx="648">
                  <c:v>45231</c:v>
                </c:pt>
                <c:pt idx="649">
                  <c:v>45232</c:v>
                </c:pt>
                <c:pt idx="650">
                  <c:v>45233</c:v>
                </c:pt>
                <c:pt idx="651">
                  <c:v>45234</c:v>
                </c:pt>
                <c:pt idx="652">
                  <c:v>45235</c:v>
                </c:pt>
                <c:pt idx="653">
                  <c:v>45236</c:v>
                </c:pt>
                <c:pt idx="654">
                  <c:v>45237</c:v>
                </c:pt>
                <c:pt idx="655">
                  <c:v>45238</c:v>
                </c:pt>
                <c:pt idx="656">
                  <c:v>45239</c:v>
                </c:pt>
                <c:pt idx="657">
                  <c:v>45240</c:v>
                </c:pt>
                <c:pt idx="658">
                  <c:v>45241</c:v>
                </c:pt>
                <c:pt idx="659">
                  <c:v>45242</c:v>
                </c:pt>
                <c:pt idx="660">
                  <c:v>45243</c:v>
                </c:pt>
                <c:pt idx="661">
                  <c:v>45244</c:v>
                </c:pt>
                <c:pt idx="662">
                  <c:v>45245</c:v>
                </c:pt>
                <c:pt idx="663">
                  <c:v>45246</c:v>
                </c:pt>
                <c:pt idx="664">
                  <c:v>45247</c:v>
                </c:pt>
                <c:pt idx="665">
                  <c:v>45248</c:v>
                </c:pt>
                <c:pt idx="666">
                  <c:v>45249</c:v>
                </c:pt>
                <c:pt idx="667">
                  <c:v>45250</c:v>
                </c:pt>
                <c:pt idx="668">
                  <c:v>45251</c:v>
                </c:pt>
                <c:pt idx="669">
                  <c:v>45252</c:v>
                </c:pt>
                <c:pt idx="670">
                  <c:v>45253</c:v>
                </c:pt>
                <c:pt idx="671">
                  <c:v>45254</c:v>
                </c:pt>
                <c:pt idx="672">
                  <c:v>45255</c:v>
                </c:pt>
                <c:pt idx="673">
                  <c:v>45256</c:v>
                </c:pt>
                <c:pt idx="674">
                  <c:v>45257</c:v>
                </c:pt>
                <c:pt idx="675">
                  <c:v>45258</c:v>
                </c:pt>
                <c:pt idx="676">
                  <c:v>45259</c:v>
                </c:pt>
                <c:pt idx="677">
                  <c:v>45260</c:v>
                </c:pt>
                <c:pt idx="678">
                  <c:v>45261</c:v>
                </c:pt>
                <c:pt idx="679">
                  <c:v>45262</c:v>
                </c:pt>
                <c:pt idx="680">
                  <c:v>45263</c:v>
                </c:pt>
                <c:pt idx="681">
                  <c:v>45264</c:v>
                </c:pt>
                <c:pt idx="682">
                  <c:v>45265</c:v>
                </c:pt>
                <c:pt idx="683">
                  <c:v>45266</c:v>
                </c:pt>
                <c:pt idx="684">
                  <c:v>45267</c:v>
                </c:pt>
                <c:pt idx="685">
                  <c:v>45268</c:v>
                </c:pt>
                <c:pt idx="686">
                  <c:v>45269</c:v>
                </c:pt>
                <c:pt idx="687">
                  <c:v>45270</c:v>
                </c:pt>
                <c:pt idx="688">
                  <c:v>45271</c:v>
                </c:pt>
                <c:pt idx="689">
                  <c:v>45272</c:v>
                </c:pt>
                <c:pt idx="690">
                  <c:v>45273</c:v>
                </c:pt>
                <c:pt idx="691">
                  <c:v>45274</c:v>
                </c:pt>
                <c:pt idx="692">
                  <c:v>45275</c:v>
                </c:pt>
                <c:pt idx="693">
                  <c:v>45276</c:v>
                </c:pt>
                <c:pt idx="694">
                  <c:v>45277</c:v>
                </c:pt>
                <c:pt idx="695">
                  <c:v>45278</c:v>
                </c:pt>
                <c:pt idx="696">
                  <c:v>45279</c:v>
                </c:pt>
                <c:pt idx="697">
                  <c:v>45280</c:v>
                </c:pt>
                <c:pt idx="698">
                  <c:v>45281</c:v>
                </c:pt>
                <c:pt idx="699">
                  <c:v>45282</c:v>
                </c:pt>
                <c:pt idx="700">
                  <c:v>45283</c:v>
                </c:pt>
                <c:pt idx="701">
                  <c:v>45284</c:v>
                </c:pt>
                <c:pt idx="702">
                  <c:v>45285</c:v>
                </c:pt>
                <c:pt idx="703">
                  <c:v>45286</c:v>
                </c:pt>
                <c:pt idx="704">
                  <c:v>45287</c:v>
                </c:pt>
                <c:pt idx="705">
                  <c:v>45288</c:v>
                </c:pt>
                <c:pt idx="706">
                  <c:v>45289</c:v>
                </c:pt>
                <c:pt idx="707">
                  <c:v>45290</c:v>
                </c:pt>
                <c:pt idx="708">
                  <c:v>45291</c:v>
                </c:pt>
                <c:pt idx="709">
                  <c:v>45292</c:v>
                </c:pt>
                <c:pt idx="710">
                  <c:v>45293</c:v>
                </c:pt>
                <c:pt idx="711">
                  <c:v>45294</c:v>
                </c:pt>
                <c:pt idx="712">
                  <c:v>45295</c:v>
                </c:pt>
                <c:pt idx="713">
                  <c:v>45296</c:v>
                </c:pt>
                <c:pt idx="714">
                  <c:v>45297</c:v>
                </c:pt>
                <c:pt idx="715">
                  <c:v>45298</c:v>
                </c:pt>
                <c:pt idx="716">
                  <c:v>45299</c:v>
                </c:pt>
                <c:pt idx="717">
                  <c:v>45300</c:v>
                </c:pt>
                <c:pt idx="718">
                  <c:v>45301</c:v>
                </c:pt>
                <c:pt idx="719">
                  <c:v>45302</c:v>
                </c:pt>
                <c:pt idx="720">
                  <c:v>45303</c:v>
                </c:pt>
                <c:pt idx="721">
                  <c:v>45304</c:v>
                </c:pt>
                <c:pt idx="722">
                  <c:v>45305</c:v>
                </c:pt>
                <c:pt idx="723">
                  <c:v>45306</c:v>
                </c:pt>
                <c:pt idx="724">
                  <c:v>45307</c:v>
                </c:pt>
                <c:pt idx="725">
                  <c:v>45308</c:v>
                </c:pt>
                <c:pt idx="726">
                  <c:v>45309</c:v>
                </c:pt>
                <c:pt idx="727">
                  <c:v>45310</c:v>
                </c:pt>
                <c:pt idx="728">
                  <c:v>45311</c:v>
                </c:pt>
                <c:pt idx="729">
                  <c:v>45312</c:v>
                </c:pt>
                <c:pt idx="730">
                  <c:v>45313</c:v>
                </c:pt>
                <c:pt idx="731">
                  <c:v>45314</c:v>
                </c:pt>
                <c:pt idx="732">
                  <c:v>45315</c:v>
                </c:pt>
                <c:pt idx="733">
                  <c:v>45316</c:v>
                </c:pt>
                <c:pt idx="734">
                  <c:v>45317</c:v>
                </c:pt>
                <c:pt idx="735">
                  <c:v>45318</c:v>
                </c:pt>
                <c:pt idx="736">
                  <c:v>45319</c:v>
                </c:pt>
                <c:pt idx="737">
                  <c:v>45320</c:v>
                </c:pt>
                <c:pt idx="738">
                  <c:v>45321</c:v>
                </c:pt>
                <c:pt idx="739">
                  <c:v>45322</c:v>
                </c:pt>
                <c:pt idx="740">
                  <c:v>45323</c:v>
                </c:pt>
                <c:pt idx="741">
                  <c:v>45324</c:v>
                </c:pt>
                <c:pt idx="742">
                  <c:v>45325</c:v>
                </c:pt>
                <c:pt idx="743">
                  <c:v>45326</c:v>
                </c:pt>
                <c:pt idx="744">
                  <c:v>45327</c:v>
                </c:pt>
                <c:pt idx="745">
                  <c:v>45328</c:v>
                </c:pt>
                <c:pt idx="746">
                  <c:v>45329</c:v>
                </c:pt>
                <c:pt idx="747">
                  <c:v>45330</c:v>
                </c:pt>
                <c:pt idx="748">
                  <c:v>45331</c:v>
                </c:pt>
                <c:pt idx="749">
                  <c:v>45332</c:v>
                </c:pt>
                <c:pt idx="750">
                  <c:v>45333</c:v>
                </c:pt>
                <c:pt idx="751">
                  <c:v>45334</c:v>
                </c:pt>
                <c:pt idx="752">
                  <c:v>45335</c:v>
                </c:pt>
                <c:pt idx="753">
                  <c:v>45336</c:v>
                </c:pt>
                <c:pt idx="754">
                  <c:v>45337</c:v>
                </c:pt>
                <c:pt idx="755">
                  <c:v>45338</c:v>
                </c:pt>
                <c:pt idx="756">
                  <c:v>45339</c:v>
                </c:pt>
                <c:pt idx="757">
                  <c:v>45340</c:v>
                </c:pt>
                <c:pt idx="758">
                  <c:v>45341</c:v>
                </c:pt>
                <c:pt idx="759">
                  <c:v>45342</c:v>
                </c:pt>
                <c:pt idx="760">
                  <c:v>45343</c:v>
                </c:pt>
                <c:pt idx="761">
                  <c:v>45344</c:v>
                </c:pt>
                <c:pt idx="762">
                  <c:v>45345</c:v>
                </c:pt>
                <c:pt idx="763">
                  <c:v>45346</c:v>
                </c:pt>
                <c:pt idx="764">
                  <c:v>45347</c:v>
                </c:pt>
                <c:pt idx="765">
                  <c:v>45348</c:v>
                </c:pt>
                <c:pt idx="766">
                  <c:v>45349</c:v>
                </c:pt>
                <c:pt idx="767">
                  <c:v>45350</c:v>
                </c:pt>
                <c:pt idx="768">
                  <c:v>45351</c:v>
                </c:pt>
                <c:pt idx="769">
                  <c:v>45352</c:v>
                </c:pt>
                <c:pt idx="770">
                  <c:v>45353</c:v>
                </c:pt>
                <c:pt idx="771">
                  <c:v>45354</c:v>
                </c:pt>
                <c:pt idx="772">
                  <c:v>45355</c:v>
                </c:pt>
                <c:pt idx="773">
                  <c:v>45356</c:v>
                </c:pt>
                <c:pt idx="774">
                  <c:v>45357</c:v>
                </c:pt>
                <c:pt idx="775">
                  <c:v>45358</c:v>
                </c:pt>
                <c:pt idx="776">
                  <c:v>45359</c:v>
                </c:pt>
                <c:pt idx="777">
                  <c:v>45360</c:v>
                </c:pt>
                <c:pt idx="778">
                  <c:v>45361</c:v>
                </c:pt>
                <c:pt idx="779">
                  <c:v>45362</c:v>
                </c:pt>
                <c:pt idx="780">
                  <c:v>45363</c:v>
                </c:pt>
                <c:pt idx="781">
                  <c:v>45364</c:v>
                </c:pt>
                <c:pt idx="782">
                  <c:v>45365</c:v>
                </c:pt>
                <c:pt idx="783">
                  <c:v>45366</c:v>
                </c:pt>
                <c:pt idx="784">
                  <c:v>45367</c:v>
                </c:pt>
                <c:pt idx="785">
                  <c:v>45368</c:v>
                </c:pt>
                <c:pt idx="786">
                  <c:v>45369</c:v>
                </c:pt>
                <c:pt idx="787">
                  <c:v>45370</c:v>
                </c:pt>
                <c:pt idx="788">
                  <c:v>45371</c:v>
                </c:pt>
                <c:pt idx="789">
                  <c:v>45372</c:v>
                </c:pt>
                <c:pt idx="790">
                  <c:v>45373</c:v>
                </c:pt>
                <c:pt idx="791">
                  <c:v>45374</c:v>
                </c:pt>
                <c:pt idx="792">
                  <c:v>45375</c:v>
                </c:pt>
                <c:pt idx="793">
                  <c:v>45376</c:v>
                </c:pt>
                <c:pt idx="794">
                  <c:v>45377</c:v>
                </c:pt>
                <c:pt idx="795">
                  <c:v>45378</c:v>
                </c:pt>
                <c:pt idx="796">
                  <c:v>45379</c:v>
                </c:pt>
                <c:pt idx="797">
                  <c:v>45380</c:v>
                </c:pt>
                <c:pt idx="798">
                  <c:v>45381</c:v>
                </c:pt>
                <c:pt idx="799">
                  <c:v>45382</c:v>
                </c:pt>
                <c:pt idx="800">
                  <c:v>45383</c:v>
                </c:pt>
                <c:pt idx="801">
                  <c:v>45384</c:v>
                </c:pt>
                <c:pt idx="802">
                  <c:v>45385</c:v>
                </c:pt>
                <c:pt idx="803">
                  <c:v>45386</c:v>
                </c:pt>
                <c:pt idx="804">
                  <c:v>45387</c:v>
                </c:pt>
                <c:pt idx="805">
                  <c:v>45388</c:v>
                </c:pt>
                <c:pt idx="806">
                  <c:v>45389</c:v>
                </c:pt>
                <c:pt idx="807">
                  <c:v>45390</c:v>
                </c:pt>
                <c:pt idx="808">
                  <c:v>45391</c:v>
                </c:pt>
                <c:pt idx="809">
                  <c:v>45392</c:v>
                </c:pt>
                <c:pt idx="810">
                  <c:v>45393</c:v>
                </c:pt>
                <c:pt idx="811">
                  <c:v>45394</c:v>
                </c:pt>
                <c:pt idx="812">
                  <c:v>45395</c:v>
                </c:pt>
                <c:pt idx="813">
                  <c:v>45396</c:v>
                </c:pt>
                <c:pt idx="814">
                  <c:v>45397</c:v>
                </c:pt>
                <c:pt idx="815">
                  <c:v>45398</c:v>
                </c:pt>
                <c:pt idx="816">
                  <c:v>45399</c:v>
                </c:pt>
                <c:pt idx="817">
                  <c:v>45400</c:v>
                </c:pt>
                <c:pt idx="818">
                  <c:v>45401</c:v>
                </c:pt>
                <c:pt idx="819">
                  <c:v>45402</c:v>
                </c:pt>
                <c:pt idx="820">
                  <c:v>45403</c:v>
                </c:pt>
                <c:pt idx="821">
                  <c:v>45404</c:v>
                </c:pt>
                <c:pt idx="822">
                  <c:v>45405</c:v>
                </c:pt>
                <c:pt idx="823">
                  <c:v>45406</c:v>
                </c:pt>
                <c:pt idx="824">
                  <c:v>45407</c:v>
                </c:pt>
                <c:pt idx="825">
                  <c:v>45408</c:v>
                </c:pt>
                <c:pt idx="826">
                  <c:v>45409</c:v>
                </c:pt>
                <c:pt idx="827">
                  <c:v>45410</c:v>
                </c:pt>
                <c:pt idx="828">
                  <c:v>45411</c:v>
                </c:pt>
                <c:pt idx="829">
                  <c:v>45412</c:v>
                </c:pt>
                <c:pt idx="830">
                  <c:v>45413</c:v>
                </c:pt>
                <c:pt idx="831">
                  <c:v>45414</c:v>
                </c:pt>
                <c:pt idx="832">
                  <c:v>45415</c:v>
                </c:pt>
                <c:pt idx="833">
                  <c:v>45416</c:v>
                </c:pt>
                <c:pt idx="834">
                  <c:v>45417</c:v>
                </c:pt>
                <c:pt idx="835">
                  <c:v>45418</c:v>
                </c:pt>
                <c:pt idx="836">
                  <c:v>45419</c:v>
                </c:pt>
                <c:pt idx="837">
                  <c:v>45420</c:v>
                </c:pt>
                <c:pt idx="838">
                  <c:v>45421</c:v>
                </c:pt>
                <c:pt idx="839">
                  <c:v>45422</c:v>
                </c:pt>
                <c:pt idx="840">
                  <c:v>45423</c:v>
                </c:pt>
                <c:pt idx="841">
                  <c:v>45424</c:v>
                </c:pt>
                <c:pt idx="842">
                  <c:v>45425</c:v>
                </c:pt>
                <c:pt idx="843">
                  <c:v>45426</c:v>
                </c:pt>
                <c:pt idx="844">
                  <c:v>45427</c:v>
                </c:pt>
                <c:pt idx="845">
                  <c:v>45428</c:v>
                </c:pt>
                <c:pt idx="846">
                  <c:v>45429</c:v>
                </c:pt>
                <c:pt idx="847">
                  <c:v>45430</c:v>
                </c:pt>
                <c:pt idx="848">
                  <c:v>45431</c:v>
                </c:pt>
                <c:pt idx="849">
                  <c:v>45432</c:v>
                </c:pt>
                <c:pt idx="850">
                  <c:v>45433</c:v>
                </c:pt>
                <c:pt idx="851">
                  <c:v>45434</c:v>
                </c:pt>
                <c:pt idx="852">
                  <c:v>45435</c:v>
                </c:pt>
                <c:pt idx="853">
                  <c:v>45436</c:v>
                </c:pt>
                <c:pt idx="854">
                  <c:v>45437</c:v>
                </c:pt>
                <c:pt idx="855">
                  <c:v>45438</c:v>
                </c:pt>
                <c:pt idx="856">
                  <c:v>45439</c:v>
                </c:pt>
                <c:pt idx="857">
                  <c:v>45440</c:v>
                </c:pt>
                <c:pt idx="858">
                  <c:v>45441</c:v>
                </c:pt>
                <c:pt idx="859">
                  <c:v>45442</c:v>
                </c:pt>
                <c:pt idx="860">
                  <c:v>45443</c:v>
                </c:pt>
                <c:pt idx="861">
                  <c:v>45444</c:v>
                </c:pt>
                <c:pt idx="862">
                  <c:v>45445</c:v>
                </c:pt>
                <c:pt idx="863">
                  <c:v>45446</c:v>
                </c:pt>
                <c:pt idx="864">
                  <c:v>45447</c:v>
                </c:pt>
                <c:pt idx="865">
                  <c:v>45448</c:v>
                </c:pt>
                <c:pt idx="866">
                  <c:v>45449</c:v>
                </c:pt>
                <c:pt idx="867">
                  <c:v>45450</c:v>
                </c:pt>
                <c:pt idx="868">
                  <c:v>45451</c:v>
                </c:pt>
                <c:pt idx="869">
                  <c:v>45452</c:v>
                </c:pt>
                <c:pt idx="870">
                  <c:v>45453</c:v>
                </c:pt>
                <c:pt idx="871">
                  <c:v>45454</c:v>
                </c:pt>
                <c:pt idx="872">
                  <c:v>45455</c:v>
                </c:pt>
                <c:pt idx="873">
                  <c:v>45456</c:v>
                </c:pt>
                <c:pt idx="874">
                  <c:v>45457</c:v>
                </c:pt>
                <c:pt idx="875">
                  <c:v>45458</c:v>
                </c:pt>
                <c:pt idx="876">
                  <c:v>45459</c:v>
                </c:pt>
                <c:pt idx="877">
                  <c:v>45460</c:v>
                </c:pt>
                <c:pt idx="878">
                  <c:v>45461</c:v>
                </c:pt>
                <c:pt idx="879">
                  <c:v>45462</c:v>
                </c:pt>
                <c:pt idx="880">
                  <c:v>45463</c:v>
                </c:pt>
                <c:pt idx="881">
                  <c:v>45464</c:v>
                </c:pt>
                <c:pt idx="882">
                  <c:v>45465</c:v>
                </c:pt>
                <c:pt idx="883">
                  <c:v>45466</c:v>
                </c:pt>
                <c:pt idx="884">
                  <c:v>45467</c:v>
                </c:pt>
                <c:pt idx="885">
                  <c:v>45468</c:v>
                </c:pt>
                <c:pt idx="886">
                  <c:v>45469</c:v>
                </c:pt>
                <c:pt idx="887">
                  <c:v>45470</c:v>
                </c:pt>
                <c:pt idx="888">
                  <c:v>45471</c:v>
                </c:pt>
                <c:pt idx="889">
                  <c:v>45472</c:v>
                </c:pt>
                <c:pt idx="890">
                  <c:v>45473</c:v>
                </c:pt>
                <c:pt idx="891">
                  <c:v>45474</c:v>
                </c:pt>
                <c:pt idx="892">
                  <c:v>45475</c:v>
                </c:pt>
                <c:pt idx="893">
                  <c:v>45476</c:v>
                </c:pt>
                <c:pt idx="894">
                  <c:v>45477</c:v>
                </c:pt>
                <c:pt idx="895">
                  <c:v>45478</c:v>
                </c:pt>
                <c:pt idx="896">
                  <c:v>45479</c:v>
                </c:pt>
                <c:pt idx="897">
                  <c:v>45480</c:v>
                </c:pt>
                <c:pt idx="898">
                  <c:v>45481</c:v>
                </c:pt>
                <c:pt idx="899">
                  <c:v>45482</c:v>
                </c:pt>
                <c:pt idx="900">
                  <c:v>45483</c:v>
                </c:pt>
                <c:pt idx="901">
                  <c:v>45484</c:v>
                </c:pt>
                <c:pt idx="902">
                  <c:v>45485</c:v>
                </c:pt>
                <c:pt idx="903">
                  <c:v>45486</c:v>
                </c:pt>
                <c:pt idx="904">
                  <c:v>45487</c:v>
                </c:pt>
                <c:pt idx="905">
                  <c:v>45488</c:v>
                </c:pt>
                <c:pt idx="906">
                  <c:v>45489</c:v>
                </c:pt>
                <c:pt idx="907">
                  <c:v>45490</c:v>
                </c:pt>
                <c:pt idx="908">
                  <c:v>45491</c:v>
                </c:pt>
                <c:pt idx="909">
                  <c:v>45492</c:v>
                </c:pt>
                <c:pt idx="910">
                  <c:v>45493</c:v>
                </c:pt>
                <c:pt idx="911">
                  <c:v>45494</c:v>
                </c:pt>
                <c:pt idx="912">
                  <c:v>45495</c:v>
                </c:pt>
                <c:pt idx="913">
                  <c:v>45496</c:v>
                </c:pt>
                <c:pt idx="914">
                  <c:v>45497</c:v>
                </c:pt>
                <c:pt idx="915">
                  <c:v>45498</c:v>
                </c:pt>
                <c:pt idx="916">
                  <c:v>45499</c:v>
                </c:pt>
                <c:pt idx="917">
                  <c:v>45500</c:v>
                </c:pt>
                <c:pt idx="918">
                  <c:v>45501</c:v>
                </c:pt>
                <c:pt idx="919">
                  <c:v>45502</c:v>
                </c:pt>
                <c:pt idx="920">
                  <c:v>45503</c:v>
                </c:pt>
                <c:pt idx="921">
                  <c:v>45504</c:v>
                </c:pt>
                <c:pt idx="922">
                  <c:v>45505</c:v>
                </c:pt>
                <c:pt idx="923">
                  <c:v>45506</c:v>
                </c:pt>
                <c:pt idx="924">
                  <c:v>45507</c:v>
                </c:pt>
                <c:pt idx="925">
                  <c:v>45508</c:v>
                </c:pt>
                <c:pt idx="926">
                  <c:v>45509</c:v>
                </c:pt>
                <c:pt idx="927">
                  <c:v>45510</c:v>
                </c:pt>
                <c:pt idx="928">
                  <c:v>45511</c:v>
                </c:pt>
                <c:pt idx="929">
                  <c:v>45512</c:v>
                </c:pt>
                <c:pt idx="930">
                  <c:v>45513</c:v>
                </c:pt>
                <c:pt idx="931">
                  <c:v>45514</c:v>
                </c:pt>
                <c:pt idx="932">
                  <c:v>45515</c:v>
                </c:pt>
                <c:pt idx="933">
                  <c:v>45516</c:v>
                </c:pt>
                <c:pt idx="934">
                  <c:v>45517</c:v>
                </c:pt>
                <c:pt idx="935">
                  <c:v>45518</c:v>
                </c:pt>
                <c:pt idx="936">
                  <c:v>45519</c:v>
                </c:pt>
                <c:pt idx="937">
                  <c:v>45520</c:v>
                </c:pt>
                <c:pt idx="938">
                  <c:v>45521</c:v>
                </c:pt>
                <c:pt idx="939">
                  <c:v>45522</c:v>
                </c:pt>
                <c:pt idx="940">
                  <c:v>45523</c:v>
                </c:pt>
                <c:pt idx="941">
                  <c:v>45524</c:v>
                </c:pt>
                <c:pt idx="942">
                  <c:v>45525</c:v>
                </c:pt>
                <c:pt idx="943">
                  <c:v>45526</c:v>
                </c:pt>
                <c:pt idx="944">
                  <c:v>45527</c:v>
                </c:pt>
                <c:pt idx="945">
                  <c:v>45528</c:v>
                </c:pt>
                <c:pt idx="946">
                  <c:v>45529</c:v>
                </c:pt>
                <c:pt idx="947">
                  <c:v>45530</c:v>
                </c:pt>
                <c:pt idx="948">
                  <c:v>45531</c:v>
                </c:pt>
                <c:pt idx="949">
                  <c:v>45532</c:v>
                </c:pt>
                <c:pt idx="950">
                  <c:v>45533</c:v>
                </c:pt>
                <c:pt idx="951">
                  <c:v>45534</c:v>
                </c:pt>
                <c:pt idx="952">
                  <c:v>45535</c:v>
                </c:pt>
                <c:pt idx="953">
                  <c:v>45536</c:v>
                </c:pt>
                <c:pt idx="954">
                  <c:v>45537</c:v>
                </c:pt>
                <c:pt idx="955">
                  <c:v>45538</c:v>
                </c:pt>
                <c:pt idx="956">
                  <c:v>45539</c:v>
                </c:pt>
                <c:pt idx="957">
                  <c:v>45540</c:v>
                </c:pt>
                <c:pt idx="958">
                  <c:v>45541</c:v>
                </c:pt>
                <c:pt idx="959">
                  <c:v>45542</c:v>
                </c:pt>
                <c:pt idx="960">
                  <c:v>45543</c:v>
                </c:pt>
                <c:pt idx="961">
                  <c:v>45544</c:v>
                </c:pt>
                <c:pt idx="962">
                  <c:v>45545</c:v>
                </c:pt>
                <c:pt idx="963">
                  <c:v>45546</c:v>
                </c:pt>
                <c:pt idx="964">
                  <c:v>45547</c:v>
                </c:pt>
                <c:pt idx="965">
                  <c:v>45548</c:v>
                </c:pt>
                <c:pt idx="966">
                  <c:v>45549</c:v>
                </c:pt>
                <c:pt idx="967">
                  <c:v>45550</c:v>
                </c:pt>
                <c:pt idx="968">
                  <c:v>45551</c:v>
                </c:pt>
                <c:pt idx="969">
                  <c:v>45552</c:v>
                </c:pt>
                <c:pt idx="970">
                  <c:v>45553</c:v>
                </c:pt>
                <c:pt idx="971">
                  <c:v>45554</c:v>
                </c:pt>
                <c:pt idx="972">
                  <c:v>45555</c:v>
                </c:pt>
                <c:pt idx="973">
                  <c:v>45556</c:v>
                </c:pt>
                <c:pt idx="974">
                  <c:v>45557</c:v>
                </c:pt>
                <c:pt idx="975">
                  <c:v>45558</c:v>
                </c:pt>
                <c:pt idx="976">
                  <c:v>45559</c:v>
                </c:pt>
                <c:pt idx="977">
                  <c:v>45560</c:v>
                </c:pt>
                <c:pt idx="978">
                  <c:v>45561</c:v>
                </c:pt>
                <c:pt idx="979">
                  <c:v>45562</c:v>
                </c:pt>
                <c:pt idx="980">
                  <c:v>45563</c:v>
                </c:pt>
                <c:pt idx="981">
                  <c:v>45564</c:v>
                </c:pt>
                <c:pt idx="982">
                  <c:v>45565</c:v>
                </c:pt>
                <c:pt idx="983">
                  <c:v>45566</c:v>
                </c:pt>
                <c:pt idx="984">
                  <c:v>45567</c:v>
                </c:pt>
                <c:pt idx="985">
                  <c:v>45568</c:v>
                </c:pt>
                <c:pt idx="986">
                  <c:v>45569</c:v>
                </c:pt>
                <c:pt idx="987">
                  <c:v>45570</c:v>
                </c:pt>
                <c:pt idx="988">
                  <c:v>45571</c:v>
                </c:pt>
                <c:pt idx="989">
                  <c:v>45572</c:v>
                </c:pt>
                <c:pt idx="990">
                  <c:v>45573</c:v>
                </c:pt>
                <c:pt idx="991">
                  <c:v>45574</c:v>
                </c:pt>
                <c:pt idx="992">
                  <c:v>45575</c:v>
                </c:pt>
                <c:pt idx="993">
                  <c:v>45576</c:v>
                </c:pt>
                <c:pt idx="994">
                  <c:v>45577</c:v>
                </c:pt>
                <c:pt idx="995">
                  <c:v>45578</c:v>
                </c:pt>
                <c:pt idx="996">
                  <c:v>45579</c:v>
                </c:pt>
                <c:pt idx="997">
                  <c:v>45580</c:v>
                </c:pt>
                <c:pt idx="998">
                  <c:v>45581</c:v>
                </c:pt>
                <c:pt idx="999">
                  <c:v>45582</c:v>
                </c:pt>
                <c:pt idx="1000">
                  <c:v>45583</c:v>
                </c:pt>
                <c:pt idx="1001">
                  <c:v>45584</c:v>
                </c:pt>
                <c:pt idx="1002">
                  <c:v>45585</c:v>
                </c:pt>
                <c:pt idx="1003">
                  <c:v>45586</c:v>
                </c:pt>
                <c:pt idx="1004">
                  <c:v>45587</c:v>
                </c:pt>
                <c:pt idx="1005">
                  <c:v>45588</c:v>
                </c:pt>
                <c:pt idx="1006">
                  <c:v>45589</c:v>
                </c:pt>
                <c:pt idx="1007">
                  <c:v>45590</c:v>
                </c:pt>
                <c:pt idx="1008">
                  <c:v>45591</c:v>
                </c:pt>
                <c:pt idx="1009">
                  <c:v>45592</c:v>
                </c:pt>
                <c:pt idx="1010">
                  <c:v>45593</c:v>
                </c:pt>
                <c:pt idx="1011">
                  <c:v>45594</c:v>
                </c:pt>
                <c:pt idx="1012">
                  <c:v>45595</c:v>
                </c:pt>
                <c:pt idx="1013">
                  <c:v>45596</c:v>
                </c:pt>
                <c:pt idx="1014">
                  <c:v>45597</c:v>
                </c:pt>
                <c:pt idx="1015">
                  <c:v>45598</c:v>
                </c:pt>
                <c:pt idx="1016">
                  <c:v>45599</c:v>
                </c:pt>
                <c:pt idx="1017">
                  <c:v>45600</c:v>
                </c:pt>
                <c:pt idx="1018">
                  <c:v>45601</c:v>
                </c:pt>
                <c:pt idx="1019">
                  <c:v>45602</c:v>
                </c:pt>
                <c:pt idx="1020">
                  <c:v>45603</c:v>
                </c:pt>
                <c:pt idx="1021">
                  <c:v>45604</c:v>
                </c:pt>
                <c:pt idx="1022">
                  <c:v>45605</c:v>
                </c:pt>
                <c:pt idx="1023">
                  <c:v>45606</c:v>
                </c:pt>
                <c:pt idx="1024">
                  <c:v>45607</c:v>
                </c:pt>
                <c:pt idx="1025">
                  <c:v>45608</c:v>
                </c:pt>
                <c:pt idx="1026">
                  <c:v>45609</c:v>
                </c:pt>
                <c:pt idx="1027">
                  <c:v>45610</c:v>
                </c:pt>
                <c:pt idx="1028">
                  <c:v>45611</c:v>
                </c:pt>
                <c:pt idx="1029">
                  <c:v>45612</c:v>
                </c:pt>
                <c:pt idx="1030">
                  <c:v>45613</c:v>
                </c:pt>
                <c:pt idx="1031">
                  <c:v>45614</c:v>
                </c:pt>
                <c:pt idx="1032">
                  <c:v>45615</c:v>
                </c:pt>
                <c:pt idx="1033">
                  <c:v>45616</c:v>
                </c:pt>
                <c:pt idx="1034">
                  <c:v>45617</c:v>
                </c:pt>
                <c:pt idx="1035">
                  <c:v>45618</c:v>
                </c:pt>
                <c:pt idx="1036">
                  <c:v>45619</c:v>
                </c:pt>
                <c:pt idx="1037">
                  <c:v>45620</c:v>
                </c:pt>
                <c:pt idx="1038">
                  <c:v>45621</c:v>
                </c:pt>
                <c:pt idx="1039">
                  <c:v>45622</c:v>
                </c:pt>
                <c:pt idx="1040">
                  <c:v>45623</c:v>
                </c:pt>
                <c:pt idx="1041">
                  <c:v>45624</c:v>
                </c:pt>
                <c:pt idx="1042">
                  <c:v>45625</c:v>
                </c:pt>
                <c:pt idx="1043">
                  <c:v>45626</c:v>
                </c:pt>
                <c:pt idx="1044">
                  <c:v>45627</c:v>
                </c:pt>
                <c:pt idx="1045">
                  <c:v>45628</c:v>
                </c:pt>
                <c:pt idx="1046">
                  <c:v>45629</c:v>
                </c:pt>
                <c:pt idx="1047">
                  <c:v>45630</c:v>
                </c:pt>
                <c:pt idx="1048">
                  <c:v>45631</c:v>
                </c:pt>
                <c:pt idx="1049">
                  <c:v>45632</c:v>
                </c:pt>
                <c:pt idx="1050">
                  <c:v>45633</c:v>
                </c:pt>
                <c:pt idx="1051">
                  <c:v>45634</c:v>
                </c:pt>
                <c:pt idx="1052">
                  <c:v>45635</c:v>
                </c:pt>
                <c:pt idx="1053">
                  <c:v>45636</c:v>
                </c:pt>
                <c:pt idx="1054">
                  <c:v>45637</c:v>
                </c:pt>
                <c:pt idx="1055">
                  <c:v>45638</c:v>
                </c:pt>
                <c:pt idx="1056">
                  <c:v>45639</c:v>
                </c:pt>
                <c:pt idx="1057">
                  <c:v>45640</c:v>
                </c:pt>
                <c:pt idx="1058">
                  <c:v>45641</c:v>
                </c:pt>
                <c:pt idx="1059">
                  <c:v>45642</c:v>
                </c:pt>
                <c:pt idx="1060">
                  <c:v>45643</c:v>
                </c:pt>
                <c:pt idx="1061">
                  <c:v>45644</c:v>
                </c:pt>
                <c:pt idx="1062">
                  <c:v>45645</c:v>
                </c:pt>
                <c:pt idx="1063">
                  <c:v>45646</c:v>
                </c:pt>
                <c:pt idx="1064">
                  <c:v>45647</c:v>
                </c:pt>
                <c:pt idx="1065">
                  <c:v>45648</c:v>
                </c:pt>
                <c:pt idx="1066">
                  <c:v>45649</c:v>
                </c:pt>
                <c:pt idx="1067">
                  <c:v>45650</c:v>
                </c:pt>
                <c:pt idx="1068">
                  <c:v>45651</c:v>
                </c:pt>
                <c:pt idx="1069">
                  <c:v>45652</c:v>
                </c:pt>
                <c:pt idx="1070">
                  <c:v>45653</c:v>
                </c:pt>
                <c:pt idx="1071">
                  <c:v>45654</c:v>
                </c:pt>
                <c:pt idx="1072">
                  <c:v>45655</c:v>
                </c:pt>
                <c:pt idx="1073">
                  <c:v>45656</c:v>
                </c:pt>
                <c:pt idx="1074">
                  <c:v>45657</c:v>
                </c:pt>
                <c:pt idx="1075">
                  <c:v>45658</c:v>
                </c:pt>
                <c:pt idx="1076">
                  <c:v>45659</c:v>
                </c:pt>
                <c:pt idx="1077">
                  <c:v>45660</c:v>
                </c:pt>
                <c:pt idx="1078">
                  <c:v>45661</c:v>
                </c:pt>
                <c:pt idx="1079">
                  <c:v>45662</c:v>
                </c:pt>
                <c:pt idx="1080">
                  <c:v>45663</c:v>
                </c:pt>
                <c:pt idx="1081">
                  <c:v>45664</c:v>
                </c:pt>
                <c:pt idx="1082">
                  <c:v>45665</c:v>
                </c:pt>
                <c:pt idx="1083">
                  <c:v>45666</c:v>
                </c:pt>
                <c:pt idx="1084">
                  <c:v>45667</c:v>
                </c:pt>
                <c:pt idx="1085">
                  <c:v>45668</c:v>
                </c:pt>
                <c:pt idx="1086">
                  <c:v>45669</c:v>
                </c:pt>
                <c:pt idx="1087">
                  <c:v>45670</c:v>
                </c:pt>
                <c:pt idx="1088">
                  <c:v>45671</c:v>
                </c:pt>
                <c:pt idx="1089">
                  <c:v>45672</c:v>
                </c:pt>
                <c:pt idx="1090">
                  <c:v>45673</c:v>
                </c:pt>
                <c:pt idx="1091">
                  <c:v>45674</c:v>
                </c:pt>
                <c:pt idx="1092">
                  <c:v>45675</c:v>
                </c:pt>
                <c:pt idx="1093">
                  <c:v>45676</c:v>
                </c:pt>
                <c:pt idx="1094">
                  <c:v>45677</c:v>
                </c:pt>
                <c:pt idx="1095">
                  <c:v>45678</c:v>
                </c:pt>
                <c:pt idx="1096">
                  <c:v>45679</c:v>
                </c:pt>
                <c:pt idx="1097">
                  <c:v>45680</c:v>
                </c:pt>
                <c:pt idx="1098">
                  <c:v>45681</c:v>
                </c:pt>
                <c:pt idx="1099">
                  <c:v>45682</c:v>
                </c:pt>
                <c:pt idx="1100">
                  <c:v>45683</c:v>
                </c:pt>
                <c:pt idx="1101">
                  <c:v>45684</c:v>
                </c:pt>
                <c:pt idx="1102">
                  <c:v>45685</c:v>
                </c:pt>
                <c:pt idx="1103">
                  <c:v>45686</c:v>
                </c:pt>
                <c:pt idx="1104">
                  <c:v>45687</c:v>
                </c:pt>
                <c:pt idx="1105">
                  <c:v>45688</c:v>
                </c:pt>
                <c:pt idx="1106">
                  <c:v>45689</c:v>
                </c:pt>
                <c:pt idx="1107">
                  <c:v>45690</c:v>
                </c:pt>
                <c:pt idx="1108">
                  <c:v>45691</c:v>
                </c:pt>
                <c:pt idx="1109">
                  <c:v>45692</c:v>
                </c:pt>
                <c:pt idx="1110">
                  <c:v>45693</c:v>
                </c:pt>
                <c:pt idx="1111">
                  <c:v>45694</c:v>
                </c:pt>
                <c:pt idx="1112">
                  <c:v>45695</c:v>
                </c:pt>
                <c:pt idx="1113">
                  <c:v>45696</c:v>
                </c:pt>
                <c:pt idx="1114">
                  <c:v>45697</c:v>
                </c:pt>
                <c:pt idx="1115">
                  <c:v>45698</c:v>
                </c:pt>
                <c:pt idx="1116">
                  <c:v>45699</c:v>
                </c:pt>
                <c:pt idx="1117">
                  <c:v>45700</c:v>
                </c:pt>
                <c:pt idx="1118">
                  <c:v>45701</c:v>
                </c:pt>
                <c:pt idx="1119">
                  <c:v>45702</c:v>
                </c:pt>
                <c:pt idx="1120">
                  <c:v>45703</c:v>
                </c:pt>
                <c:pt idx="1121">
                  <c:v>45704</c:v>
                </c:pt>
                <c:pt idx="1122">
                  <c:v>45705</c:v>
                </c:pt>
                <c:pt idx="1123">
                  <c:v>45706</c:v>
                </c:pt>
                <c:pt idx="1124">
                  <c:v>45707</c:v>
                </c:pt>
                <c:pt idx="1125">
                  <c:v>45708</c:v>
                </c:pt>
                <c:pt idx="1126">
                  <c:v>45709</c:v>
                </c:pt>
                <c:pt idx="1127">
                  <c:v>45710</c:v>
                </c:pt>
                <c:pt idx="1128">
                  <c:v>45711</c:v>
                </c:pt>
                <c:pt idx="1129">
                  <c:v>45712</c:v>
                </c:pt>
                <c:pt idx="1130">
                  <c:v>45713</c:v>
                </c:pt>
                <c:pt idx="1131">
                  <c:v>45714</c:v>
                </c:pt>
                <c:pt idx="1132">
                  <c:v>45715</c:v>
                </c:pt>
                <c:pt idx="1133">
                  <c:v>45716</c:v>
                </c:pt>
                <c:pt idx="1134">
                  <c:v>45717</c:v>
                </c:pt>
                <c:pt idx="1135">
                  <c:v>45718</c:v>
                </c:pt>
                <c:pt idx="1136">
                  <c:v>45719</c:v>
                </c:pt>
                <c:pt idx="1137">
                  <c:v>45720</c:v>
                </c:pt>
                <c:pt idx="1138">
                  <c:v>45721</c:v>
                </c:pt>
                <c:pt idx="1139">
                  <c:v>45722</c:v>
                </c:pt>
                <c:pt idx="1140">
                  <c:v>45723</c:v>
                </c:pt>
                <c:pt idx="1141">
                  <c:v>45724</c:v>
                </c:pt>
                <c:pt idx="1142">
                  <c:v>45725</c:v>
                </c:pt>
                <c:pt idx="1143">
                  <c:v>45726</c:v>
                </c:pt>
                <c:pt idx="1144">
                  <c:v>45727</c:v>
                </c:pt>
                <c:pt idx="1145">
                  <c:v>45728</c:v>
                </c:pt>
                <c:pt idx="1146">
                  <c:v>45729</c:v>
                </c:pt>
                <c:pt idx="1147">
                  <c:v>45730</c:v>
                </c:pt>
                <c:pt idx="1148">
                  <c:v>45731</c:v>
                </c:pt>
                <c:pt idx="1149">
                  <c:v>45732</c:v>
                </c:pt>
                <c:pt idx="1150">
                  <c:v>45733</c:v>
                </c:pt>
                <c:pt idx="1151">
                  <c:v>45734</c:v>
                </c:pt>
                <c:pt idx="1152">
                  <c:v>45735</c:v>
                </c:pt>
                <c:pt idx="1153">
                  <c:v>45736</c:v>
                </c:pt>
                <c:pt idx="1154">
                  <c:v>45737</c:v>
                </c:pt>
                <c:pt idx="1155">
                  <c:v>45738</c:v>
                </c:pt>
                <c:pt idx="1156">
                  <c:v>45739</c:v>
                </c:pt>
                <c:pt idx="1157">
                  <c:v>45740</c:v>
                </c:pt>
                <c:pt idx="1158">
                  <c:v>45741</c:v>
                </c:pt>
                <c:pt idx="1159">
                  <c:v>45742</c:v>
                </c:pt>
                <c:pt idx="1160">
                  <c:v>45743</c:v>
                </c:pt>
                <c:pt idx="1161">
                  <c:v>45744</c:v>
                </c:pt>
                <c:pt idx="1162">
                  <c:v>45745</c:v>
                </c:pt>
                <c:pt idx="1163">
                  <c:v>45746</c:v>
                </c:pt>
                <c:pt idx="1164">
                  <c:v>45747</c:v>
                </c:pt>
                <c:pt idx="1165">
                  <c:v>45748</c:v>
                </c:pt>
                <c:pt idx="1166">
                  <c:v>45749</c:v>
                </c:pt>
                <c:pt idx="1167">
                  <c:v>45750</c:v>
                </c:pt>
                <c:pt idx="1168">
                  <c:v>45751</c:v>
                </c:pt>
                <c:pt idx="1169">
                  <c:v>45752</c:v>
                </c:pt>
                <c:pt idx="1170">
                  <c:v>45753</c:v>
                </c:pt>
                <c:pt idx="1171">
                  <c:v>45754</c:v>
                </c:pt>
                <c:pt idx="1172">
                  <c:v>45755</c:v>
                </c:pt>
                <c:pt idx="1173">
                  <c:v>45756</c:v>
                </c:pt>
                <c:pt idx="1174">
                  <c:v>45757</c:v>
                </c:pt>
                <c:pt idx="1175">
                  <c:v>45758</c:v>
                </c:pt>
                <c:pt idx="1176">
                  <c:v>45759</c:v>
                </c:pt>
                <c:pt idx="1177">
                  <c:v>45760</c:v>
                </c:pt>
                <c:pt idx="1178">
                  <c:v>45761</c:v>
                </c:pt>
                <c:pt idx="1179">
                  <c:v>45762</c:v>
                </c:pt>
                <c:pt idx="1180">
                  <c:v>45763</c:v>
                </c:pt>
                <c:pt idx="1181">
                  <c:v>45764</c:v>
                </c:pt>
                <c:pt idx="1182">
                  <c:v>45765</c:v>
                </c:pt>
                <c:pt idx="1183">
                  <c:v>45766</c:v>
                </c:pt>
                <c:pt idx="1184">
                  <c:v>45767</c:v>
                </c:pt>
                <c:pt idx="1185">
                  <c:v>45768</c:v>
                </c:pt>
                <c:pt idx="1186">
                  <c:v>45769</c:v>
                </c:pt>
                <c:pt idx="1187">
                  <c:v>45770</c:v>
                </c:pt>
                <c:pt idx="1188">
                  <c:v>45771</c:v>
                </c:pt>
                <c:pt idx="1189">
                  <c:v>45772</c:v>
                </c:pt>
                <c:pt idx="1190">
                  <c:v>45773</c:v>
                </c:pt>
                <c:pt idx="1191">
                  <c:v>45774</c:v>
                </c:pt>
                <c:pt idx="1192">
                  <c:v>45775</c:v>
                </c:pt>
                <c:pt idx="1193">
                  <c:v>45776</c:v>
                </c:pt>
                <c:pt idx="1194">
                  <c:v>45777</c:v>
                </c:pt>
                <c:pt idx="1195">
                  <c:v>45778</c:v>
                </c:pt>
                <c:pt idx="1196">
                  <c:v>45779</c:v>
                </c:pt>
                <c:pt idx="1197">
                  <c:v>45780</c:v>
                </c:pt>
                <c:pt idx="1198">
                  <c:v>45781</c:v>
                </c:pt>
                <c:pt idx="1199">
                  <c:v>45782</c:v>
                </c:pt>
                <c:pt idx="1200">
                  <c:v>45783</c:v>
                </c:pt>
                <c:pt idx="1201">
                  <c:v>45784</c:v>
                </c:pt>
                <c:pt idx="1202">
                  <c:v>45785</c:v>
                </c:pt>
                <c:pt idx="1203">
                  <c:v>45786</c:v>
                </c:pt>
                <c:pt idx="1204">
                  <c:v>45787</c:v>
                </c:pt>
                <c:pt idx="1205">
                  <c:v>45788</c:v>
                </c:pt>
                <c:pt idx="1206">
                  <c:v>45789</c:v>
                </c:pt>
                <c:pt idx="1207">
                  <c:v>45790</c:v>
                </c:pt>
                <c:pt idx="1208">
                  <c:v>45791</c:v>
                </c:pt>
                <c:pt idx="1209">
                  <c:v>45792</c:v>
                </c:pt>
                <c:pt idx="1210">
                  <c:v>45793</c:v>
                </c:pt>
                <c:pt idx="1211">
                  <c:v>45794</c:v>
                </c:pt>
                <c:pt idx="1212">
                  <c:v>45795</c:v>
                </c:pt>
                <c:pt idx="1213">
                  <c:v>45796</c:v>
                </c:pt>
                <c:pt idx="1214">
                  <c:v>45797</c:v>
                </c:pt>
                <c:pt idx="1215">
                  <c:v>45798</c:v>
                </c:pt>
                <c:pt idx="1216">
                  <c:v>45799</c:v>
                </c:pt>
                <c:pt idx="1217">
                  <c:v>45800</c:v>
                </c:pt>
                <c:pt idx="1218">
                  <c:v>45801</c:v>
                </c:pt>
                <c:pt idx="1219">
                  <c:v>45802</c:v>
                </c:pt>
                <c:pt idx="1220">
                  <c:v>45803</c:v>
                </c:pt>
                <c:pt idx="1221">
                  <c:v>45804</c:v>
                </c:pt>
                <c:pt idx="1222">
                  <c:v>45805</c:v>
                </c:pt>
                <c:pt idx="1223">
                  <c:v>45806</c:v>
                </c:pt>
                <c:pt idx="1224">
                  <c:v>45807</c:v>
                </c:pt>
                <c:pt idx="1225">
                  <c:v>45808</c:v>
                </c:pt>
                <c:pt idx="1226">
                  <c:v>45809</c:v>
                </c:pt>
                <c:pt idx="1227">
                  <c:v>45810</c:v>
                </c:pt>
                <c:pt idx="1228">
                  <c:v>45811</c:v>
                </c:pt>
                <c:pt idx="1229">
                  <c:v>45812</c:v>
                </c:pt>
                <c:pt idx="1230">
                  <c:v>45813</c:v>
                </c:pt>
                <c:pt idx="1231">
                  <c:v>45814</c:v>
                </c:pt>
                <c:pt idx="1232">
                  <c:v>45815</c:v>
                </c:pt>
                <c:pt idx="1233">
                  <c:v>45816</c:v>
                </c:pt>
                <c:pt idx="1234">
                  <c:v>45817</c:v>
                </c:pt>
                <c:pt idx="1235">
                  <c:v>45818</c:v>
                </c:pt>
                <c:pt idx="1236">
                  <c:v>45819</c:v>
                </c:pt>
                <c:pt idx="1237">
                  <c:v>45820</c:v>
                </c:pt>
                <c:pt idx="1238">
                  <c:v>45821</c:v>
                </c:pt>
                <c:pt idx="1239">
                  <c:v>45822</c:v>
                </c:pt>
                <c:pt idx="1240">
                  <c:v>45823</c:v>
                </c:pt>
                <c:pt idx="1241">
                  <c:v>45824</c:v>
                </c:pt>
                <c:pt idx="1242">
                  <c:v>45825</c:v>
                </c:pt>
                <c:pt idx="1243">
                  <c:v>45826</c:v>
                </c:pt>
                <c:pt idx="1244">
                  <c:v>45827</c:v>
                </c:pt>
                <c:pt idx="1245">
                  <c:v>45828</c:v>
                </c:pt>
                <c:pt idx="1246">
                  <c:v>45829</c:v>
                </c:pt>
                <c:pt idx="1247">
                  <c:v>45830</c:v>
                </c:pt>
                <c:pt idx="1248">
                  <c:v>45831</c:v>
                </c:pt>
                <c:pt idx="1249">
                  <c:v>45832</c:v>
                </c:pt>
                <c:pt idx="1250">
                  <c:v>45833</c:v>
                </c:pt>
                <c:pt idx="1251">
                  <c:v>45834</c:v>
                </c:pt>
                <c:pt idx="1252">
                  <c:v>45835</c:v>
                </c:pt>
                <c:pt idx="1253">
                  <c:v>45836</c:v>
                </c:pt>
                <c:pt idx="1254">
                  <c:v>45837</c:v>
                </c:pt>
                <c:pt idx="1255">
                  <c:v>45838</c:v>
                </c:pt>
                <c:pt idx="1256">
                  <c:v>45839</c:v>
                </c:pt>
                <c:pt idx="1257">
                  <c:v>45840</c:v>
                </c:pt>
                <c:pt idx="1258">
                  <c:v>45841</c:v>
                </c:pt>
                <c:pt idx="1259">
                  <c:v>45842</c:v>
                </c:pt>
                <c:pt idx="1260">
                  <c:v>45843</c:v>
                </c:pt>
                <c:pt idx="1261">
                  <c:v>45844</c:v>
                </c:pt>
                <c:pt idx="1262">
                  <c:v>45845</c:v>
                </c:pt>
                <c:pt idx="1263">
                  <c:v>45846</c:v>
                </c:pt>
                <c:pt idx="1264">
                  <c:v>45847</c:v>
                </c:pt>
                <c:pt idx="1265">
                  <c:v>45848</c:v>
                </c:pt>
                <c:pt idx="1266">
                  <c:v>45849</c:v>
                </c:pt>
                <c:pt idx="1267">
                  <c:v>45850</c:v>
                </c:pt>
                <c:pt idx="1268">
                  <c:v>45851</c:v>
                </c:pt>
                <c:pt idx="1269">
                  <c:v>45852</c:v>
                </c:pt>
                <c:pt idx="1270">
                  <c:v>45853</c:v>
                </c:pt>
                <c:pt idx="1271">
                  <c:v>45854</c:v>
                </c:pt>
                <c:pt idx="1272">
                  <c:v>45855</c:v>
                </c:pt>
                <c:pt idx="1273">
                  <c:v>45856</c:v>
                </c:pt>
                <c:pt idx="1274">
                  <c:v>45857</c:v>
                </c:pt>
                <c:pt idx="1275">
                  <c:v>45858</c:v>
                </c:pt>
                <c:pt idx="1276">
                  <c:v>45859</c:v>
                </c:pt>
                <c:pt idx="1277">
                  <c:v>45860</c:v>
                </c:pt>
                <c:pt idx="1278">
                  <c:v>45861</c:v>
                </c:pt>
                <c:pt idx="1279">
                  <c:v>45862</c:v>
                </c:pt>
                <c:pt idx="1280">
                  <c:v>45863</c:v>
                </c:pt>
                <c:pt idx="1281">
                  <c:v>45864</c:v>
                </c:pt>
                <c:pt idx="1282">
                  <c:v>45865</c:v>
                </c:pt>
                <c:pt idx="1283">
                  <c:v>45866</c:v>
                </c:pt>
                <c:pt idx="1284">
                  <c:v>45867</c:v>
                </c:pt>
                <c:pt idx="1285">
                  <c:v>45868</c:v>
                </c:pt>
                <c:pt idx="1286">
                  <c:v>45869</c:v>
                </c:pt>
                <c:pt idx="1287">
                  <c:v>45870</c:v>
                </c:pt>
                <c:pt idx="1288">
                  <c:v>45871</c:v>
                </c:pt>
                <c:pt idx="1289">
                  <c:v>45872</c:v>
                </c:pt>
                <c:pt idx="1290">
                  <c:v>45873</c:v>
                </c:pt>
                <c:pt idx="1291">
                  <c:v>45874</c:v>
                </c:pt>
                <c:pt idx="1292">
                  <c:v>45875</c:v>
                </c:pt>
                <c:pt idx="1293">
                  <c:v>45876</c:v>
                </c:pt>
                <c:pt idx="1294">
                  <c:v>45877</c:v>
                </c:pt>
                <c:pt idx="1295">
                  <c:v>45878</c:v>
                </c:pt>
                <c:pt idx="1296">
                  <c:v>45879</c:v>
                </c:pt>
                <c:pt idx="1297">
                  <c:v>45880</c:v>
                </c:pt>
                <c:pt idx="1298">
                  <c:v>45881</c:v>
                </c:pt>
                <c:pt idx="1299">
                  <c:v>45882</c:v>
                </c:pt>
                <c:pt idx="1300">
                  <c:v>45883</c:v>
                </c:pt>
                <c:pt idx="1301">
                  <c:v>45884</c:v>
                </c:pt>
                <c:pt idx="1302">
                  <c:v>45885</c:v>
                </c:pt>
                <c:pt idx="1303">
                  <c:v>45886</c:v>
                </c:pt>
                <c:pt idx="1304">
                  <c:v>45887</c:v>
                </c:pt>
                <c:pt idx="1305">
                  <c:v>45888</c:v>
                </c:pt>
                <c:pt idx="1306">
                  <c:v>45889</c:v>
                </c:pt>
                <c:pt idx="1307">
                  <c:v>45890</c:v>
                </c:pt>
                <c:pt idx="1308">
                  <c:v>45891</c:v>
                </c:pt>
                <c:pt idx="1309">
                  <c:v>45892</c:v>
                </c:pt>
                <c:pt idx="1310">
                  <c:v>45893</c:v>
                </c:pt>
                <c:pt idx="1311">
                  <c:v>45894</c:v>
                </c:pt>
                <c:pt idx="1312">
                  <c:v>45895</c:v>
                </c:pt>
                <c:pt idx="1313">
                  <c:v>45896</c:v>
                </c:pt>
                <c:pt idx="1314">
                  <c:v>45897</c:v>
                </c:pt>
                <c:pt idx="1315">
                  <c:v>45898</c:v>
                </c:pt>
                <c:pt idx="1316">
                  <c:v>45899</c:v>
                </c:pt>
                <c:pt idx="1317">
                  <c:v>45900</c:v>
                </c:pt>
                <c:pt idx="1318">
                  <c:v>45901</c:v>
                </c:pt>
                <c:pt idx="1319">
                  <c:v>45902</c:v>
                </c:pt>
                <c:pt idx="1320">
                  <c:v>45903</c:v>
                </c:pt>
                <c:pt idx="1321">
                  <c:v>45904</c:v>
                </c:pt>
                <c:pt idx="1322">
                  <c:v>45905</c:v>
                </c:pt>
                <c:pt idx="1323">
                  <c:v>45906</c:v>
                </c:pt>
                <c:pt idx="1324">
                  <c:v>45907</c:v>
                </c:pt>
                <c:pt idx="1325">
                  <c:v>45908</c:v>
                </c:pt>
                <c:pt idx="1326">
                  <c:v>45909</c:v>
                </c:pt>
                <c:pt idx="1327">
                  <c:v>45910</c:v>
                </c:pt>
                <c:pt idx="1328">
                  <c:v>45911</c:v>
                </c:pt>
                <c:pt idx="1329">
                  <c:v>45912</c:v>
                </c:pt>
                <c:pt idx="1330">
                  <c:v>45913</c:v>
                </c:pt>
                <c:pt idx="1331">
                  <c:v>45914</c:v>
                </c:pt>
                <c:pt idx="1332">
                  <c:v>45915</c:v>
                </c:pt>
                <c:pt idx="1333">
                  <c:v>45916</c:v>
                </c:pt>
                <c:pt idx="1334">
                  <c:v>45917</c:v>
                </c:pt>
                <c:pt idx="1335">
                  <c:v>45918</c:v>
                </c:pt>
                <c:pt idx="1336">
                  <c:v>45919</c:v>
                </c:pt>
                <c:pt idx="1337">
                  <c:v>45920</c:v>
                </c:pt>
                <c:pt idx="1338">
                  <c:v>45921</c:v>
                </c:pt>
                <c:pt idx="1339">
                  <c:v>45922</c:v>
                </c:pt>
                <c:pt idx="1340">
                  <c:v>45923</c:v>
                </c:pt>
              </c:numCache>
            </c:numRef>
          </c:cat>
          <c:val>
            <c:numRef>
              <c:f>DFEDTARU!$B$2:$B$1342</c:f>
              <c:numCache>
                <c:formatCode>General</c:formatCode>
                <c:ptCount val="1341"/>
                <c:pt idx="0">
                  <c:v>0.25</c:v>
                </c:pt>
                <c:pt idx="1">
                  <c:v>0.25</c:v>
                </c:pt>
                <c:pt idx="2">
                  <c:v>0.25</c:v>
                </c:pt>
                <c:pt idx="3">
                  <c:v>0.25</c:v>
                </c:pt>
                <c:pt idx="4">
                  <c:v>0.25</c:v>
                </c:pt>
                <c:pt idx="5">
                  <c:v>0.25</c:v>
                </c:pt>
                <c:pt idx="6">
                  <c:v>0.25</c:v>
                </c:pt>
                <c:pt idx="7">
                  <c:v>0.25</c:v>
                </c:pt>
                <c:pt idx="8">
                  <c:v>0.25</c:v>
                </c:pt>
                <c:pt idx="9">
                  <c:v>0.25</c:v>
                </c:pt>
                <c:pt idx="10">
                  <c:v>0.25</c:v>
                </c:pt>
                <c:pt idx="11">
                  <c:v>0.25</c:v>
                </c:pt>
                <c:pt idx="12">
                  <c:v>0.25</c:v>
                </c:pt>
                <c:pt idx="13">
                  <c:v>0.25</c:v>
                </c:pt>
                <c:pt idx="14">
                  <c:v>0.25</c:v>
                </c:pt>
                <c:pt idx="15">
                  <c:v>0.25</c:v>
                </c:pt>
                <c:pt idx="16">
                  <c:v>0.25</c:v>
                </c:pt>
                <c:pt idx="17">
                  <c:v>0.25</c:v>
                </c:pt>
                <c:pt idx="18">
                  <c:v>0.25</c:v>
                </c:pt>
                <c:pt idx="19">
                  <c:v>0.25</c:v>
                </c:pt>
                <c:pt idx="20">
                  <c:v>0.25</c:v>
                </c:pt>
                <c:pt idx="21">
                  <c:v>0.25</c:v>
                </c:pt>
                <c:pt idx="22">
                  <c:v>0.25</c:v>
                </c:pt>
                <c:pt idx="23">
                  <c:v>0.25</c:v>
                </c:pt>
                <c:pt idx="24">
                  <c:v>0.25</c:v>
                </c:pt>
                <c:pt idx="25">
                  <c:v>0.25</c:v>
                </c:pt>
                <c:pt idx="26">
                  <c:v>0.25</c:v>
                </c:pt>
                <c:pt idx="27">
                  <c:v>0.25</c:v>
                </c:pt>
                <c:pt idx="28">
                  <c:v>0.25</c:v>
                </c:pt>
                <c:pt idx="29">
                  <c:v>0.25</c:v>
                </c:pt>
                <c:pt idx="30">
                  <c:v>0.25</c:v>
                </c:pt>
                <c:pt idx="31">
                  <c:v>0.25</c:v>
                </c:pt>
                <c:pt idx="32">
                  <c:v>0.25</c:v>
                </c:pt>
                <c:pt idx="33">
                  <c:v>0.25</c:v>
                </c:pt>
                <c:pt idx="34">
                  <c:v>0.25</c:v>
                </c:pt>
                <c:pt idx="35">
                  <c:v>0.25</c:v>
                </c:pt>
                <c:pt idx="36">
                  <c:v>0.25</c:v>
                </c:pt>
                <c:pt idx="37">
                  <c:v>0.25</c:v>
                </c:pt>
                <c:pt idx="38">
                  <c:v>0.25</c:v>
                </c:pt>
                <c:pt idx="39">
                  <c:v>0.25</c:v>
                </c:pt>
                <c:pt idx="40">
                  <c:v>0.25</c:v>
                </c:pt>
                <c:pt idx="41">
                  <c:v>0.25</c:v>
                </c:pt>
                <c:pt idx="42">
                  <c:v>0.25</c:v>
                </c:pt>
                <c:pt idx="43">
                  <c:v>0.25</c:v>
                </c:pt>
                <c:pt idx="44">
                  <c:v>0.25</c:v>
                </c:pt>
                <c:pt idx="45">
                  <c:v>0.25</c:v>
                </c:pt>
                <c:pt idx="46">
                  <c:v>0.25</c:v>
                </c:pt>
                <c:pt idx="47">
                  <c:v>0.25</c:v>
                </c:pt>
                <c:pt idx="48">
                  <c:v>0.25</c:v>
                </c:pt>
                <c:pt idx="49">
                  <c:v>0.25</c:v>
                </c:pt>
                <c:pt idx="50">
                  <c:v>0.25</c:v>
                </c:pt>
                <c:pt idx="51">
                  <c:v>0.25</c:v>
                </c:pt>
                <c:pt idx="52">
                  <c:v>0.25</c:v>
                </c:pt>
                <c:pt idx="53">
                  <c:v>0.25</c:v>
                </c:pt>
                <c:pt idx="54">
                  <c:v>0.5</c:v>
                </c:pt>
                <c:pt idx="55">
                  <c:v>0.5</c:v>
                </c:pt>
                <c:pt idx="56">
                  <c:v>0.5</c:v>
                </c:pt>
                <c:pt idx="57">
                  <c:v>0.5</c:v>
                </c:pt>
                <c:pt idx="58">
                  <c:v>0.5</c:v>
                </c:pt>
                <c:pt idx="59">
                  <c:v>0.5</c:v>
                </c:pt>
                <c:pt idx="60">
                  <c:v>0.5</c:v>
                </c:pt>
                <c:pt idx="61">
                  <c:v>0.5</c:v>
                </c:pt>
                <c:pt idx="62">
                  <c:v>0.5</c:v>
                </c:pt>
                <c:pt idx="63">
                  <c:v>0.5</c:v>
                </c:pt>
                <c:pt idx="64">
                  <c:v>0.5</c:v>
                </c:pt>
                <c:pt idx="65">
                  <c:v>0.5</c:v>
                </c:pt>
                <c:pt idx="66">
                  <c:v>0.5</c:v>
                </c:pt>
                <c:pt idx="67">
                  <c:v>0.5</c:v>
                </c:pt>
                <c:pt idx="68">
                  <c:v>0.5</c:v>
                </c:pt>
                <c:pt idx="69">
                  <c:v>0.5</c:v>
                </c:pt>
                <c:pt idx="70">
                  <c:v>0.5</c:v>
                </c:pt>
                <c:pt idx="71">
                  <c:v>0.5</c:v>
                </c:pt>
                <c:pt idx="72">
                  <c:v>0.5</c:v>
                </c:pt>
                <c:pt idx="73">
                  <c:v>0.5</c:v>
                </c:pt>
                <c:pt idx="74">
                  <c:v>0.5</c:v>
                </c:pt>
                <c:pt idx="75">
                  <c:v>0.5</c:v>
                </c:pt>
                <c:pt idx="76">
                  <c:v>0.5</c:v>
                </c:pt>
                <c:pt idx="77">
                  <c:v>0.5</c:v>
                </c:pt>
                <c:pt idx="78">
                  <c:v>0.5</c:v>
                </c:pt>
                <c:pt idx="79">
                  <c:v>0.5</c:v>
                </c:pt>
                <c:pt idx="80">
                  <c:v>0.5</c:v>
                </c:pt>
                <c:pt idx="81">
                  <c:v>0.5</c:v>
                </c:pt>
                <c:pt idx="82">
                  <c:v>0.5</c:v>
                </c:pt>
                <c:pt idx="83">
                  <c:v>0.5</c:v>
                </c:pt>
                <c:pt idx="84">
                  <c:v>0.5</c:v>
                </c:pt>
                <c:pt idx="85">
                  <c:v>0.5</c:v>
                </c:pt>
                <c:pt idx="86">
                  <c:v>0.5</c:v>
                </c:pt>
                <c:pt idx="87">
                  <c:v>0.5</c:v>
                </c:pt>
                <c:pt idx="88">
                  <c:v>0.5</c:v>
                </c:pt>
                <c:pt idx="89">
                  <c:v>0.5</c:v>
                </c:pt>
                <c:pt idx="90">
                  <c:v>0.5</c:v>
                </c:pt>
                <c:pt idx="91">
                  <c:v>0.5</c:v>
                </c:pt>
                <c:pt idx="92">
                  <c:v>0.5</c:v>
                </c:pt>
                <c:pt idx="93">
                  <c:v>0.5</c:v>
                </c:pt>
                <c:pt idx="94">
                  <c:v>0.5</c:v>
                </c:pt>
                <c:pt idx="95">
                  <c:v>0.5</c:v>
                </c:pt>
                <c:pt idx="96">
                  <c:v>0.5</c:v>
                </c:pt>
                <c:pt idx="97">
                  <c:v>0.5</c:v>
                </c:pt>
                <c:pt idx="98">
                  <c:v>0.5</c:v>
                </c:pt>
                <c:pt idx="99">
                  <c:v>0.5</c:v>
                </c:pt>
                <c:pt idx="100">
                  <c:v>0.5</c:v>
                </c:pt>
                <c:pt idx="101">
                  <c:v>0.5</c:v>
                </c:pt>
                <c:pt idx="102">
                  <c:v>0.5</c:v>
                </c:pt>
                <c:pt idx="103">
                  <c:v>1</c:v>
                </c:pt>
                <c:pt idx="104">
                  <c:v>1</c:v>
                </c:pt>
                <c:pt idx="105">
                  <c:v>1</c:v>
                </c:pt>
                <c:pt idx="106">
                  <c:v>1</c:v>
                </c:pt>
                <c:pt idx="107">
                  <c:v>1</c:v>
                </c:pt>
                <c:pt idx="108">
                  <c:v>1</c:v>
                </c:pt>
                <c:pt idx="109">
                  <c:v>1</c:v>
                </c:pt>
                <c:pt idx="110">
                  <c:v>1</c:v>
                </c:pt>
                <c:pt idx="111">
                  <c:v>1</c:v>
                </c:pt>
                <c:pt idx="112">
                  <c:v>1</c:v>
                </c:pt>
                <c:pt idx="113">
                  <c:v>1</c:v>
                </c:pt>
                <c:pt idx="114">
                  <c:v>1</c:v>
                </c:pt>
                <c:pt idx="115">
                  <c:v>1</c:v>
                </c:pt>
                <c:pt idx="116">
                  <c:v>1</c:v>
                </c:pt>
                <c:pt idx="117">
                  <c:v>1</c:v>
                </c:pt>
                <c:pt idx="118">
                  <c:v>1</c:v>
                </c:pt>
                <c:pt idx="119">
                  <c:v>1</c:v>
                </c:pt>
                <c:pt idx="120">
                  <c:v>1</c:v>
                </c:pt>
                <c:pt idx="121">
                  <c:v>1</c:v>
                </c:pt>
                <c:pt idx="122">
                  <c:v>1</c:v>
                </c:pt>
                <c:pt idx="123">
                  <c:v>1</c:v>
                </c:pt>
                <c:pt idx="124">
                  <c:v>1</c:v>
                </c:pt>
                <c:pt idx="125">
                  <c:v>1</c:v>
                </c:pt>
                <c:pt idx="126">
                  <c:v>1</c:v>
                </c:pt>
                <c:pt idx="127">
                  <c:v>1</c:v>
                </c:pt>
                <c:pt idx="128">
                  <c:v>1</c:v>
                </c:pt>
                <c:pt idx="129">
                  <c:v>1</c:v>
                </c:pt>
                <c:pt idx="130">
                  <c:v>1</c:v>
                </c:pt>
                <c:pt idx="131">
                  <c:v>1</c:v>
                </c:pt>
                <c:pt idx="132">
                  <c:v>1</c:v>
                </c:pt>
                <c:pt idx="133">
                  <c:v>1</c:v>
                </c:pt>
                <c:pt idx="134">
                  <c:v>1</c:v>
                </c:pt>
                <c:pt idx="135">
                  <c:v>1</c:v>
                </c:pt>
                <c:pt idx="136">
                  <c:v>1</c:v>
                </c:pt>
                <c:pt idx="137">
                  <c:v>1</c:v>
                </c:pt>
                <c:pt idx="138">
                  <c:v>1</c:v>
                </c:pt>
                <c:pt idx="139">
                  <c:v>1</c:v>
                </c:pt>
                <c:pt idx="140">
                  <c:v>1</c:v>
                </c:pt>
                <c:pt idx="141">
                  <c:v>1</c:v>
                </c:pt>
                <c:pt idx="142">
                  <c:v>1</c:v>
                </c:pt>
                <c:pt idx="143">
                  <c:v>1</c:v>
                </c:pt>
                <c:pt idx="144">
                  <c:v>1</c:v>
                </c:pt>
                <c:pt idx="145">
                  <c:v>1.75</c:v>
                </c:pt>
                <c:pt idx="146">
                  <c:v>1.75</c:v>
                </c:pt>
                <c:pt idx="147">
                  <c:v>1.75</c:v>
                </c:pt>
                <c:pt idx="148">
                  <c:v>1.75</c:v>
                </c:pt>
                <c:pt idx="149">
                  <c:v>1.75</c:v>
                </c:pt>
                <c:pt idx="150">
                  <c:v>1.75</c:v>
                </c:pt>
                <c:pt idx="151">
                  <c:v>1.75</c:v>
                </c:pt>
                <c:pt idx="152">
                  <c:v>1.75</c:v>
                </c:pt>
                <c:pt idx="153">
                  <c:v>1.75</c:v>
                </c:pt>
                <c:pt idx="154">
                  <c:v>1.75</c:v>
                </c:pt>
                <c:pt idx="155">
                  <c:v>1.75</c:v>
                </c:pt>
                <c:pt idx="156">
                  <c:v>1.75</c:v>
                </c:pt>
                <c:pt idx="157">
                  <c:v>1.75</c:v>
                </c:pt>
                <c:pt idx="158">
                  <c:v>1.75</c:v>
                </c:pt>
                <c:pt idx="159">
                  <c:v>1.75</c:v>
                </c:pt>
                <c:pt idx="160">
                  <c:v>1.75</c:v>
                </c:pt>
                <c:pt idx="161">
                  <c:v>1.75</c:v>
                </c:pt>
                <c:pt idx="162">
                  <c:v>1.75</c:v>
                </c:pt>
                <c:pt idx="163">
                  <c:v>1.75</c:v>
                </c:pt>
                <c:pt idx="164">
                  <c:v>1.75</c:v>
                </c:pt>
                <c:pt idx="165">
                  <c:v>1.75</c:v>
                </c:pt>
                <c:pt idx="166">
                  <c:v>1.75</c:v>
                </c:pt>
                <c:pt idx="167">
                  <c:v>1.75</c:v>
                </c:pt>
                <c:pt idx="168">
                  <c:v>1.75</c:v>
                </c:pt>
                <c:pt idx="169">
                  <c:v>1.75</c:v>
                </c:pt>
                <c:pt idx="170">
                  <c:v>1.75</c:v>
                </c:pt>
                <c:pt idx="171">
                  <c:v>1.75</c:v>
                </c:pt>
                <c:pt idx="172">
                  <c:v>1.75</c:v>
                </c:pt>
                <c:pt idx="173">
                  <c:v>1.75</c:v>
                </c:pt>
                <c:pt idx="174">
                  <c:v>1.75</c:v>
                </c:pt>
                <c:pt idx="175">
                  <c:v>1.75</c:v>
                </c:pt>
                <c:pt idx="176">
                  <c:v>1.75</c:v>
                </c:pt>
                <c:pt idx="177">
                  <c:v>1.75</c:v>
                </c:pt>
                <c:pt idx="178">
                  <c:v>1.75</c:v>
                </c:pt>
                <c:pt idx="179">
                  <c:v>1.75</c:v>
                </c:pt>
                <c:pt idx="180">
                  <c:v>1.75</c:v>
                </c:pt>
                <c:pt idx="181">
                  <c:v>1.75</c:v>
                </c:pt>
                <c:pt idx="182">
                  <c:v>1.75</c:v>
                </c:pt>
                <c:pt idx="183">
                  <c:v>1.75</c:v>
                </c:pt>
                <c:pt idx="184">
                  <c:v>1.75</c:v>
                </c:pt>
                <c:pt idx="185">
                  <c:v>1.75</c:v>
                </c:pt>
                <c:pt idx="186">
                  <c:v>1.75</c:v>
                </c:pt>
                <c:pt idx="187">
                  <c:v>2.5</c:v>
                </c:pt>
                <c:pt idx="188">
                  <c:v>2.5</c:v>
                </c:pt>
                <c:pt idx="189">
                  <c:v>2.5</c:v>
                </c:pt>
                <c:pt idx="190">
                  <c:v>2.5</c:v>
                </c:pt>
                <c:pt idx="191">
                  <c:v>2.5</c:v>
                </c:pt>
                <c:pt idx="192">
                  <c:v>2.5</c:v>
                </c:pt>
                <c:pt idx="193">
                  <c:v>2.5</c:v>
                </c:pt>
                <c:pt idx="194">
                  <c:v>2.5</c:v>
                </c:pt>
                <c:pt idx="195">
                  <c:v>2.5</c:v>
                </c:pt>
                <c:pt idx="196">
                  <c:v>2.5</c:v>
                </c:pt>
                <c:pt idx="197">
                  <c:v>2.5</c:v>
                </c:pt>
                <c:pt idx="198">
                  <c:v>2.5</c:v>
                </c:pt>
                <c:pt idx="199">
                  <c:v>2.5</c:v>
                </c:pt>
                <c:pt idx="200">
                  <c:v>2.5</c:v>
                </c:pt>
                <c:pt idx="201">
                  <c:v>2.5</c:v>
                </c:pt>
                <c:pt idx="202">
                  <c:v>2.5</c:v>
                </c:pt>
                <c:pt idx="203">
                  <c:v>2.5</c:v>
                </c:pt>
                <c:pt idx="204">
                  <c:v>2.5</c:v>
                </c:pt>
                <c:pt idx="205">
                  <c:v>2.5</c:v>
                </c:pt>
                <c:pt idx="206">
                  <c:v>2.5</c:v>
                </c:pt>
                <c:pt idx="207">
                  <c:v>2.5</c:v>
                </c:pt>
                <c:pt idx="208">
                  <c:v>2.5</c:v>
                </c:pt>
                <c:pt idx="209">
                  <c:v>2.5</c:v>
                </c:pt>
                <c:pt idx="210">
                  <c:v>2.5</c:v>
                </c:pt>
                <c:pt idx="211">
                  <c:v>2.5</c:v>
                </c:pt>
                <c:pt idx="212">
                  <c:v>2.5</c:v>
                </c:pt>
                <c:pt idx="213">
                  <c:v>2.5</c:v>
                </c:pt>
                <c:pt idx="214">
                  <c:v>2.5</c:v>
                </c:pt>
                <c:pt idx="215">
                  <c:v>2.5</c:v>
                </c:pt>
                <c:pt idx="216">
                  <c:v>2.5</c:v>
                </c:pt>
                <c:pt idx="217">
                  <c:v>2.5</c:v>
                </c:pt>
                <c:pt idx="218">
                  <c:v>2.5</c:v>
                </c:pt>
                <c:pt idx="219">
                  <c:v>2.5</c:v>
                </c:pt>
                <c:pt idx="220">
                  <c:v>2.5</c:v>
                </c:pt>
                <c:pt idx="221">
                  <c:v>2.5</c:v>
                </c:pt>
                <c:pt idx="222">
                  <c:v>2.5</c:v>
                </c:pt>
                <c:pt idx="223">
                  <c:v>2.5</c:v>
                </c:pt>
                <c:pt idx="224">
                  <c:v>2.5</c:v>
                </c:pt>
                <c:pt idx="225">
                  <c:v>2.5</c:v>
                </c:pt>
                <c:pt idx="226">
                  <c:v>2.5</c:v>
                </c:pt>
                <c:pt idx="227">
                  <c:v>2.5</c:v>
                </c:pt>
                <c:pt idx="228">
                  <c:v>2.5</c:v>
                </c:pt>
                <c:pt idx="229">
                  <c:v>2.5</c:v>
                </c:pt>
                <c:pt idx="230">
                  <c:v>2.5</c:v>
                </c:pt>
                <c:pt idx="231">
                  <c:v>2.5</c:v>
                </c:pt>
                <c:pt idx="232">
                  <c:v>2.5</c:v>
                </c:pt>
                <c:pt idx="233">
                  <c:v>2.5</c:v>
                </c:pt>
                <c:pt idx="234">
                  <c:v>2.5</c:v>
                </c:pt>
                <c:pt idx="235">
                  <c:v>2.5</c:v>
                </c:pt>
                <c:pt idx="236">
                  <c:v>2.5</c:v>
                </c:pt>
                <c:pt idx="237">
                  <c:v>2.5</c:v>
                </c:pt>
                <c:pt idx="238">
                  <c:v>2.5</c:v>
                </c:pt>
                <c:pt idx="239">
                  <c:v>2.5</c:v>
                </c:pt>
                <c:pt idx="240">
                  <c:v>2.5</c:v>
                </c:pt>
                <c:pt idx="241">
                  <c:v>2.5</c:v>
                </c:pt>
                <c:pt idx="242">
                  <c:v>2.5</c:v>
                </c:pt>
                <c:pt idx="243">
                  <c:v>3.25</c:v>
                </c:pt>
                <c:pt idx="244">
                  <c:v>3.25</c:v>
                </c:pt>
                <c:pt idx="245">
                  <c:v>3.25</c:v>
                </c:pt>
                <c:pt idx="246">
                  <c:v>3.25</c:v>
                </c:pt>
                <c:pt idx="247">
                  <c:v>3.25</c:v>
                </c:pt>
                <c:pt idx="248">
                  <c:v>3.25</c:v>
                </c:pt>
                <c:pt idx="249">
                  <c:v>3.25</c:v>
                </c:pt>
                <c:pt idx="250">
                  <c:v>3.25</c:v>
                </c:pt>
                <c:pt idx="251">
                  <c:v>3.25</c:v>
                </c:pt>
                <c:pt idx="252">
                  <c:v>3.25</c:v>
                </c:pt>
                <c:pt idx="253">
                  <c:v>3.25</c:v>
                </c:pt>
                <c:pt idx="254">
                  <c:v>3.25</c:v>
                </c:pt>
                <c:pt idx="255">
                  <c:v>3.25</c:v>
                </c:pt>
                <c:pt idx="256">
                  <c:v>3.25</c:v>
                </c:pt>
                <c:pt idx="257">
                  <c:v>3.25</c:v>
                </c:pt>
                <c:pt idx="258">
                  <c:v>3.25</c:v>
                </c:pt>
                <c:pt idx="259">
                  <c:v>3.25</c:v>
                </c:pt>
                <c:pt idx="260">
                  <c:v>3.25</c:v>
                </c:pt>
                <c:pt idx="261">
                  <c:v>3.25</c:v>
                </c:pt>
                <c:pt idx="262">
                  <c:v>3.25</c:v>
                </c:pt>
                <c:pt idx="263">
                  <c:v>3.25</c:v>
                </c:pt>
                <c:pt idx="264">
                  <c:v>3.25</c:v>
                </c:pt>
                <c:pt idx="265">
                  <c:v>3.25</c:v>
                </c:pt>
                <c:pt idx="266">
                  <c:v>3.25</c:v>
                </c:pt>
                <c:pt idx="267">
                  <c:v>3.25</c:v>
                </c:pt>
                <c:pt idx="268">
                  <c:v>3.25</c:v>
                </c:pt>
                <c:pt idx="269">
                  <c:v>3.25</c:v>
                </c:pt>
                <c:pt idx="270">
                  <c:v>3.25</c:v>
                </c:pt>
                <c:pt idx="271">
                  <c:v>3.25</c:v>
                </c:pt>
                <c:pt idx="272">
                  <c:v>3.25</c:v>
                </c:pt>
                <c:pt idx="273">
                  <c:v>3.25</c:v>
                </c:pt>
                <c:pt idx="274">
                  <c:v>3.25</c:v>
                </c:pt>
                <c:pt idx="275">
                  <c:v>3.25</c:v>
                </c:pt>
                <c:pt idx="276">
                  <c:v>3.25</c:v>
                </c:pt>
                <c:pt idx="277">
                  <c:v>3.25</c:v>
                </c:pt>
                <c:pt idx="278">
                  <c:v>3.25</c:v>
                </c:pt>
                <c:pt idx="279">
                  <c:v>3.25</c:v>
                </c:pt>
                <c:pt idx="280">
                  <c:v>3.25</c:v>
                </c:pt>
                <c:pt idx="281">
                  <c:v>3.25</c:v>
                </c:pt>
                <c:pt idx="282">
                  <c:v>3.25</c:v>
                </c:pt>
                <c:pt idx="283">
                  <c:v>3.25</c:v>
                </c:pt>
                <c:pt idx="284">
                  <c:v>3.25</c:v>
                </c:pt>
                <c:pt idx="285">
                  <c:v>4</c:v>
                </c:pt>
                <c:pt idx="286">
                  <c:v>4</c:v>
                </c:pt>
                <c:pt idx="287">
                  <c:v>4</c:v>
                </c:pt>
                <c:pt idx="288">
                  <c:v>4</c:v>
                </c:pt>
                <c:pt idx="289">
                  <c:v>4</c:v>
                </c:pt>
                <c:pt idx="290">
                  <c:v>4</c:v>
                </c:pt>
                <c:pt idx="291">
                  <c:v>4</c:v>
                </c:pt>
                <c:pt idx="292">
                  <c:v>4</c:v>
                </c:pt>
                <c:pt idx="293">
                  <c:v>4</c:v>
                </c:pt>
                <c:pt idx="294">
                  <c:v>4</c:v>
                </c:pt>
                <c:pt idx="295">
                  <c:v>4</c:v>
                </c:pt>
                <c:pt idx="296">
                  <c:v>4</c:v>
                </c:pt>
                <c:pt idx="297">
                  <c:v>4</c:v>
                </c:pt>
                <c:pt idx="298">
                  <c:v>4</c:v>
                </c:pt>
                <c:pt idx="299">
                  <c:v>4</c:v>
                </c:pt>
                <c:pt idx="300">
                  <c:v>4</c:v>
                </c:pt>
                <c:pt idx="301">
                  <c:v>4</c:v>
                </c:pt>
                <c:pt idx="302">
                  <c:v>4</c:v>
                </c:pt>
                <c:pt idx="303">
                  <c:v>4</c:v>
                </c:pt>
                <c:pt idx="304">
                  <c:v>4</c:v>
                </c:pt>
                <c:pt idx="305">
                  <c:v>4</c:v>
                </c:pt>
                <c:pt idx="306">
                  <c:v>4</c:v>
                </c:pt>
                <c:pt idx="307">
                  <c:v>4</c:v>
                </c:pt>
                <c:pt idx="308">
                  <c:v>4</c:v>
                </c:pt>
                <c:pt idx="309">
                  <c:v>4</c:v>
                </c:pt>
                <c:pt idx="310">
                  <c:v>4</c:v>
                </c:pt>
                <c:pt idx="311">
                  <c:v>4</c:v>
                </c:pt>
                <c:pt idx="312">
                  <c:v>4</c:v>
                </c:pt>
                <c:pt idx="313">
                  <c:v>4</c:v>
                </c:pt>
                <c:pt idx="314">
                  <c:v>4</c:v>
                </c:pt>
                <c:pt idx="315">
                  <c:v>4</c:v>
                </c:pt>
                <c:pt idx="316">
                  <c:v>4</c:v>
                </c:pt>
                <c:pt idx="317">
                  <c:v>4</c:v>
                </c:pt>
                <c:pt idx="318">
                  <c:v>4</c:v>
                </c:pt>
                <c:pt idx="319">
                  <c:v>4</c:v>
                </c:pt>
                <c:pt idx="320">
                  <c:v>4</c:v>
                </c:pt>
                <c:pt idx="321">
                  <c:v>4</c:v>
                </c:pt>
                <c:pt idx="322">
                  <c:v>4</c:v>
                </c:pt>
                <c:pt idx="323">
                  <c:v>4</c:v>
                </c:pt>
                <c:pt idx="324">
                  <c:v>4</c:v>
                </c:pt>
                <c:pt idx="325">
                  <c:v>4</c:v>
                </c:pt>
                <c:pt idx="326">
                  <c:v>4</c:v>
                </c:pt>
                <c:pt idx="327">
                  <c:v>4.5</c:v>
                </c:pt>
                <c:pt idx="328">
                  <c:v>4.5</c:v>
                </c:pt>
                <c:pt idx="329">
                  <c:v>4.5</c:v>
                </c:pt>
                <c:pt idx="330">
                  <c:v>4.5</c:v>
                </c:pt>
                <c:pt idx="331">
                  <c:v>4.5</c:v>
                </c:pt>
                <c:pt idx="332">
                  <c:v>4.5</c:v>
                </c:pt>
                <c:pt idx="333">
                  <c:v>4.5</c:v>
                </c:pt>
                <c:pt idx="334">
                  <c:v>4.5</c:v>
                </c:pt>
                <c:pt idx="335">
                  <c:v>4.5</c:v>
                </c:pt>
                <c:pt idx="336">
                  <c:v>4.5</c:v>
                </c:pt>
                <c:pt idx="337">
                  <c:v>4.5</c:v>
                </c:pt>
                <c:pt idx="338">
                  <c:v>4.5</c:v>
                </c:pt>
                <c:pt idx="339">
                  <c:v>4.5</c:v>
                </c:pt>
                <c:pt idx="340">
                  <c:v>4.5</c:v>
                </c:pt>
                <c:pt idx="341">
                  <c:v>4.5</c:v>
                </c:pt>
                <c:pt idx="342">
                  <c:v>4.5</c:v>
                </c:pt>
                <c:pt idx="343">
                  <c:v>4.5</c:v>
                </c:pt>
                <c:pt idx="344">
                  <c:v>4.5</c:v>
                </c:pt>
                <c:pt idx="345">
                  <c:v>4.5</c:v>
                </c:pt>
                <c:pt idx="346">
                  <c:v>4.5</c:v>
                </c:pt>
                <c:pt idx="347">
                  <c:v>4.5</c:v>
                </c:pt>
                <c:pt idx="348">
                  <c:v>4.5</c:v>
                </c:pt>
                <c:pt idx="349">
                  <c:v>4.5</c:v>
                </c:pt>
                <c:pt idx="350">
                  <c:v>4.5</c:v>
                </c:pt>
                <c:pt idx="351">
                  <c:v>4.5</c:v>
                </c:pt>
                <c:pt idx="352">
                  <c:v>4.5</c:v>
                </c:pt>
                <c:pt idx="353">
                  <c:v>4.5</c:v>
                </c:pt>
                <c:pt idx="354">
                  <c:v>4.5</c:v>
                </c:pt>
                <c:pt idx="355">
                  <c:v>4.5</c:v>
                </c:pt>
                <c:pt idx="356">
                  <c:v>4.5</c:v>
                </c:pt>
                <c:pt idx="357">
                  <c:v>4.5</c:v>
                </c:pt>
                <c:pt idx="358">
                  <c:v>4.5</c:v>
                </c:pt>
                <c:pt idx="359">
                  <c:v>4.5</c:v>
                </c:pt>
                <c:pt idx="360">
                  <c:v>4.5</c:v>
                </c:pt>
                <c:pt idx="361">
                  <c:v>4.5</c:v>
                </c:pt>
                <c:pt idx="362">
                  <c:v>4.5</c:v>
                </c:pt>
                <c:pt idx="363">
                  <c:v>4.5</c:v>
                </c:pt>
                <c:pt idx="364">
                  <c:v>4.5</c:v>
                </c:pt>
                <c:pt idx="365">
                  <c:v>4.5</c:v>
                </c:pt>
                <c:pt idx="366">
                  <c:v>4.5</c:v>
                </c:pt>
                <c:pt idx="367">
                  <c:v>4.5</c:v>
                </c:pt>
                <c:pt idx="368">
                  <c:v>4.5</c:v>
                </c:pt>
                <c:pt idx="369">
                  <c:v>4.5</c:v>
                </c:pt>
                <c:pt idx="370">
                  <c:v>4.5</c:v>
                </c:pt>
                <c:pt idx="371">
                  <c:v>4.5</c:v>
                </c:pt>
                <c:pt idx="372">
                  <c:v>4.5</c:v>
                </c:pt>
                <c:pt idx="373">
                  <c:v>4.5</c:v>
                </c:pt>
                <c:pt idx="374">
                  <c:v>4.5</c:v>
                </c:pt>
                <c:pt idx="375">
                  <c:v>4.5</c:v>
                </c:pt>
                <c:pt idx="376">
                  <c:v>4.75</c:v>
                </c:pt>
                <c:pt idx="377">
                  <c:v>4.75</c:v>
                </c:pt>
                <c:pt idx="378">
                  <c:v>4.75</c:v>
                </c:pt>
                <c:pt idx="379">
                  <c:v>4.75</c:v>
                </c:pt>
                <c:pt idx="380">
                  <c:v>4.75</c:v>
                </c:pt>
                <c:pt idx="381">
                  <c:v>4.75</c:v>
                </c:pt>
                <c:pt idx="382">
                  <c:v>4.75</c:v>
                </c:pt>
                <c:pt idx="383">
                  <c:v>4.75</c:v>
                </c:pt>
                <c:pt idx="384">
                  <c:v>4.75</c:v>
                </c:pt>
                <c:pt idx="385">
                  <c:v>4.75</c:v>
                </c:pt>
                <c:pt idx="386">
                  <c:v>4.75</c:v>
                </c:pt>
                <c:pt idx="387">
                  <c:v>4.75</c:v>
                </c:pt>
                <c:pt idx="388">
                  <c:v>4.75</c:v>
                </c:pt>
                <c:pt idx="389">
                  <c:v>4.75</c:v>
                </c:pt>
                <c:pt idx="390">
                  <c:v>4.75</c:v>
                </c:pt>
                <c:pt idx="391">
                  <c:v>4.75</c:v>
                </c:pt>
                <c:pt idx="392">
                  <c:v>4.75</c:v>
                </c:pt>
                <c:pt idx="393">
                  <c:v>4.75</c:v>
                </c:pt>
                <c:pt idx="394">
                  <c:v>4.75</c:v>
                </c:pt>
                <c:pt idx="395">
                  <c:v>4.75</c:v>
                </c:pt>
                <c:pt idx="396">
                  <c:v>4.75</c:v>
                </c:pt>
                <c:pt idx="397">
                  <c:v>4.75</c:v>
                </c:pt>
                <c:pt idx="398">
                  <c:v>4.75</c:v>
                </c:pt>
                <c:pt idx="399">
                  <c:v>4.75</c:v>
                </c:pt>
                <c:pt idx="400">
                  <c:v>4.75</c:v>
                </c:pt>
                <c:pt idx="401">
                  <c:v>4.75</c:v>
                </c:pt>
                <c:pt idx="402">
                  <c:v>4.75</c:v>
                </c:pt>
                <c:pt idx="403">
                  <c:v>4.75</c:v>
                </c:pt>
                <c:pt idx="404">
                  <c:v>4.75</c:v>
                </c:pt>
                <c:pt idx="405">
                  <c:v>4.75</c:v>
                </c:pt>
                <c:pt idx="406">
                  <c:v>4.75</c:v>
                </c:pt>
                <c:pt idx="407">
                  <c:v>4.75</c:v>
                </c:pt>
                <c:pt idx="408">
                  <c:v>4.75</c:v>
                </c:pt>
                <c:pt idx="409">
                  <c:v>4.75</c:v>
                </c:pt>
                <c:pt idx="410">
                  <c:v>4.75</c:v>
                </c:pt>
                <c:pt idx="411">
                  <c:v>4.75</c:v>
                </c:pt>
                <c:pt idx="412">
                  <c:v>4.75</c:v>
                </c:pt>
                <c:pt idx="413">
                  <c:v>4.75</c:v>
                </c:pt>
                <c:pt idx="414">
                  <c:v>4.75</c:v>
                </c:pt>
                <c:pt idx="415">
                  <c:v>4.75</c:v>
                </c:pt>
                <c:pt idx="416">
                  <c:v>4.75</c:v>
                </c:pt>
                <c:pt idx="417">
                  <c:v>4.75</c:v>
                </c:pt>
                <c:pt idx="418">
                  <c:v>4.75</c:v>
                </c:pt>
                <c:pt idx="419">
                  <c:v>4.75</c:v>
                </c:pt>
                <c:pt idx="420">
                  <c:v>4.75</c:v>
                </c:pt>
                <c:pt idx="421">
                  <c:v>4.75</c:v>
                </c:pt>
                <c:pt idx="422">
                  <c:v>4.75</c:v>
                </c:pt>
                <c:pt idx="423">
                  <c:v>4.75</c:v>
                </c:pt>
                <c:pt idx="424">
                  <c:v>4.75</c:v>
                </c:pt>
                <c:pt idx="425">
                  <c:v>5</c:v>
                </c:pt>
                <c:pt idx="426">
                  <c:v>5</c:v>
                </c:pt>
                <c:pt idx="427">
                  <c:v>5</c:v>
                </c:pt>
                <c:pt idx="428">
                  <c:v>5</c:v>
                </c:pt>
                <c:pt idx="429">
                  <c:v>5</c:v>
                </c:pt>
                <c:pt idx="430">
                  <c:v>5</c:v>
                </c:pt>
                <c:pt idx="431">
                  <c:v>5</c:v>
                </c:pt>
                <c:pt idx="432">
                  <c:v>5</c:v>
                </c:pt>
                <c:pt idx="433">
                  <c:v>5</c:v>
                </c:pt>
                <c:pt idx="434">
                  <c:v>5</c:v>
                </c:pt>
                <c:pt idx="435">
                  <c:v>5</c:v>
                </c:pt>
                <c:pt idx="436">
                  <c:v>5</c:v>
                </c:pt>
                <c:pt idx="437">
                  <c:v>5</c:v>
                </c:pt>
                <c:pt idx="438">
                  <c:v>5</c:v>
                </c:pt>
                <c:pt idx="439">
                  <c:v>5</c:v>
                </c:pt>
                <c:pt idx="440">
                  <c:v>5</c:v>
                </c:pt>
                <c:pt idx="441">
                  <c:v>5</c:v>
                </c:pt>
                <c:pt idx="442">
                  <c:v>5</c:v>
                </c:pt>
                <c:pt idx="443">
                  <c:v>5</c:v>
                </c:pt>
                <c:pt idx="444">
                  <c:v>5</c:v>
                </c:pt>
                <c:pt idx="445">
                  <c:v>5</c:v>
                </c:pt>
                <c:pt idx="446">
                  <c:v>5</c:v>
                </c:pt>
                <c:pt idx="447">
                  <c:v>5</c:v>
                </c:pt>
                <c:pt idx="448">
                  <c:v>5</c:v>
                </c:pt>
                <c:pt idx="449">
                  <c:v>5</c:v>
                </c:pt>
                <c:pt idx="450">
                  <c:v>5</c:v>
                </c:pt>
                <c:pt idx="451">
                  <c:v>5</c:v>
                </c:pt>
                <c:pt idx="452">
                  <c:v>5</c:v>
                </c:pt>
                <c:pt idx="453">
                  <c:v>5</c:v>
                </c:pt>
                <c:pt idx="454">
                  <c:v>5</c:v>
                </c:pt>
                <c:pt idx="455">
                  <c:v>5</c:v>
                </c:pt>
                <c:pt idx="456">
                  <c:v>5</c:v>
                </c:pt>
                <c:pt idx="457">
                  <c:v>5</c:v>
                </c:pt>
                <c:pt idx="458">
                  <c:v>5</c:v>
                </c:pt>
                <c:pt idx="459">
                  <c:v>5</c:v>
                </c:pt>
                <c:pt idx="460">
                  <c:v>5</c:v>
                </c:pt>
                <c:pt idx="461">
                  <c:v>5</c:v>
                </c:pt>
                <c:pt idx="462">
                  <c:v>5</c:v>
                </c:pt>
                <c:pt idx="463">
                  <c:v>5</c:v>
                </c:pt>
                <c:pt idx="464">
                  <c:v>5</c:v>
                </c:pt>
                <c:pt idx="465">
                  <c:v>5</c:v>
                </c:pt>
                <c:pt idx="466">
                  <c:v>5</c:v>
                </c:pt>
                <c:pt idx="467">
                  <c:v>5.25</c:v>
                </c:pt>
                <c:pt idx="468">
                  <c:v>5.25</c:v>
                </c:pt>
                <c:pt idx="469">
                  <c:v>5.25</c:v>
                </c:pt>
                <c:pt idx="470">
                  <c:v>5.25</c:v>
                </c:pt>
                <c:pt idx="471">
                  <c:v>5.25</c:v>
                </c:pt>
                <c:pt idx="472">
                  <c:v>5.25</c:v>
                </c:pt>
                <c:pt idx="473">
                  <c:v>5.25</c:v>
                </c:pt>
                <c:pt idx="474">
                  <c:v>5.25</c:v>
                </c:pt>
                <c:pt idx="475">
                  <c:v>5.25</c:v>
                </c:pt>
                <c:pt idx="476">
                  <c:v>5.25</c:v>
                </c:pt>
                <c:pt idx="477">
                  <c:v>5.25</c:v>
                </c:pt>
                <c:pt idx="478">
                  <c:v>5.25</c:v>
                </c:pt>
                <c:pt idx="479">
                  <c:v>5.25</c:v>
                </c:pt>
                <c:pt idx="480">
                  <c:v>5.25</c:v>
                </c:pt>
                <c:pt idx="481">
                  <c:v>5.25</c:v>
                </c:pt>
                <c:pt idx="482">
                  <c:v>5.25</c:v>
                </c:pt>
                <c:pt idx="483">
                  <c:v>5.25</c:v>
                </c:pt>
                <c:pt idx="484">
                  <c:v>5.25</c:v>
                </c:pt>
                <c:pt idx="485">
                  <c:v>5.25</c:v>
                </c:pt>
                <c:pt idx="486">
                  <c:v>5.25</c:v>
                </c:pt>
                <c:pt idx="487">
                  <c:v>5.25</c:v>
                </c:pt>
                <c:pt idx="488">
                  <c:v>5.25</c:v>
                </c:pt>
                <c:pt idx="489">
                  <c:v>5.25</c:v>
                </c:pt>
                <c:pt idx="490">
                  <c:v>5.25</c:v>
                </c:pt>
                <c:pt idx="491">
                  <c:v>5.25</c:v>
                </c:pt>
                <c:pt idx="492">
                  <c:v>5.25</c:v>
                </c:pt>
                <c:pt idx="493">
                  <c:v>5.25</c:v>
                </c:pt>
                <c:pt idx="494">
                  <c:v>5.25</c:v>
                </c:pt>
                <c:pt idx="495">
                  <c:v>5.25</c:v>
                </c:pt>
                <c:pt idx="496">
                  <c:v>5.25</c:v>
                </c:pt>
                <c:pt idx="497">
                  <c:v>5.25</c:v>
                </c:pt>
                <c:pt idx="498">
                  <c:v>5.25</c:v>
                </c:pt>
                <c:pt idx="499">
                  <c:v>5.25</c:v>
                </c:pt>
                <c:pt idx="500">
                  <c:v>5.25</c:v>
                </c:pt>
                <c:pt idx="501">
                  <c:v>5.25</c:v>
                </c:pt>
                <c:pt idx="502">
                  <c:v>5.25</c:v>
                </c:pt>
                <c:pt idx="503">
                  <c:v>5.25</c:v>
                </c:pt>
                <c:pt idx="504">
                  <c:v>5.25</c:v>
                </c:pt>
                <c:pt idx="505">
                  <c:v>5.25</c:v>
                </c:pt>
                <c:pt idx="506">
                  <c:v>5.25</c:v>
                </c:pt>
                <c:pt idx="507">
                  <c:v>5.25</c:v>
                </c:pt>
                <c:pt idx="508">
                  <c:v>5.25</c:v>
                </c:pt>
                <c:pt idx="509">
                  <c:v>5.25</c:v>
                </c:pt>
                <c:pt idx="510">
                  <c:v>5.25</c:v>
                </c:pt>
                <c:pt idx="511">
                  <c:v>5.25</c:v>
                </c:pt>
                <c:pt idx="512">
                  <c:v>5.25</c:v>
                </c:pt>
                <c:pt idx="513">
                  <c:v>5.25</c:v>
                </c:pt>
                <c:pt idx="514">
                  <c:v>5.25</c:v>
                </c:pt>
                <c:pt idx="515">
                  <c:v>5.25</c:v>
                </c:pt>
                <c:pt idx="516">
                  <c:v>5.25</c:v>
                </c:pt>
                <c:pt idx="517">
                  <c:v>5.25</c:v>
                </c:pt>
                <c:pt idx="518">
                  <c:v>5.25</c:v>
                </c:pt>
                <c:pt idx="519">
                  <c:v>5.25</c:v>
                </c:pt>
                <c:pt idx="520">
                  <c:v>5.25</c:v>
                </c:pt>
                <c:pt idx="521">
                  <c:v>5.25</c:v>
                </c:pt>
                <c:pt idx="522">
                  <c:v>5.25</c:v>
                </c:pt>
                <c:pt idx="523">
                  <c:v>5.25</c:v>
                </c:pt>
                <c:pt idx="524">
                  <c:v>5.25</c:v>
                </c:pt>
                <c:pt idx="525">
                  <c:v>5.25</c:v>
                </c:pt>
                <c:pt idx="526">
                  <c:v>5.25</c:v>
                </c:pt>
                <c:pt idx="527">
                  <c:v>5.25</c:v>
                </c:pt>
                <c:pt idx="528">
                  <c:v>5.25</c:v>
                </c:pt>
                <c:pt idx="529">
                  <c:v>5.25</c:v>
                </c:pt>
                <c:pt idx="530">
                  <c:v>5.25</c:v>
                </c:pt>
                <c:pt idx="531">
                  <c:v>5.25</c:v>
                </c:pt>
                <c:pt idx="532">
                  <c:v>5.25</c:v>
                </c:pt>
                <c:pt idx="533">
                  <c:v>5.25</c:v>
                </c:pt>
                <c:pt idx="534">
                  <c:v>5.25</c:v>
                </c:pt>
                <c:pt idx="535">
                  <c:v>5.25</c:v>
                </c:pt>
                <c:pt idx="536">
                  <c:v>5.25</c:v>
                </c:pt>
                <c:pt idx="537">
                  <c:v>5.25</c:v>
                </c:pt>
                <c:pt idx="538">
                  <c:v>5.25</c:v>
                </c:pt>
                <c:pt idx="539">
                  <c:v>5.25</c:v>
                </c:pt>
                <c:pt idx="540">
                  <c:v>5.25</c:v>
                </c:pt>
                <c:pt idx="541">
                  <c:v>5.25</c:v>
                </c:pt>
                <c:pt idx="542">
                  <c:v>5.25</c:v>
                </c:pt>
                <c:pt idx="543">
                  <c:v>5.25</c:v>
                </c:pt>
                <c:pt idx="544">
                  <c:v>5.25</c:v>
                </c:pt>
                <c:pt idx="545">
                  <c:v>5.25</c:v>
                </c:pt>
                <c:pt idx="546">
                  <c:v>5.25</c:v>
                </c:pt>
                <c:pt idx="547">
                  <c:v>5.25</c:v>
                </c:pt>
                <c:pt idx="548">
                  <c:v>5.25</c:v>
                </c:pt>
                <c:pt idx="549">
                  <c:v>5.25</c:v>
                </c:pt>
                <c:pt idx="550">
                  <c:v>5.25</c:v>
                </c:pt>
                <c:pt idx="551">
                  <c:v>5.5</c:v>
                </c:pt>
                <c:pt idx="552">
                  <c:v>5.5</c:v>
                </c:pt>
                <c:pt idx="553">
                  <c:v>5.5</c:v>
                </c:pt>
                <c:pt idx="554">
                  <c:v>5.5</c:v>
                </c:pt>
                <c:pt idx="555">
                  <c:v>5.5</c:v>
                </c:pt>
                <c:pt idx="556">
                  <c:v>5.5</c:v>
                </c:pt>
                <c:pt idx="557">
                  <c:v>5.5</c:v>
                </c:pt>
                <c:pt idx="558">
                  <c:v>5.5</c:v>
                </c:pt>
                <c:pt idx="559">
                  <c:v>5.5</c:v>
                </c:pt>
                <c:pt idx="560">
                  <c:v>5.5</c:v>
                </c:pt>
                <c:pt idx="561">
                  <c:v>5.5</c:v>
                </c:pt>
                <c:pt idx="562">
                  <c:v>5.5</c:v>
                </c:pt>
                <c:pt idx="563">
                  <c:v>5.5</c:v>
                </c:pt>
                <c:pt idx="564">
                  <c:v>5.5</c:v>
                </c:pt>
                <c:pt idx="565">
                  <c:v>5.5</c:v>
                </c:pt>
                <c:pt idx="566">
                  <c:v>5.5</c:v>
                </c:pt>
                <c:pt idx="567">
                  <c:v>5.5</c:v>
                </c:pt>
                <c:pt idx="568">
                  <c:v>5.5</c:v>
                </c:pt>
                <c:pt idx="569">
                  <c:v>5.5</c:v>
                </c:pt>
                <c:pt idx="570">
                  <c:v>5.5</c:v>
                </c:pt>
                <c:pt idx="571">
                  <c:v>5.5</c:v>
                </c:pt>
                <c:pt idx="572">
                  <c:v>5.5</c:v>
                </c:pt>
                <c:pt idx="573">
                  <c:v>5.5</c:v>
                </c:pt>
                <c:pt idx="574">
                  <c:v>5.5</c:v>
                </c:pt>
                <c:pt idx="575">
                  <c:v>5.5</c:v>
                </c:pt>
                <c:pt idx="576">
                  <c:v>5.5</c:v>
                </c:pt>
                <c:pt idx="577">
                  <c:v>5.5</c:v>
                </c:pt>
                <c:pt idx="578">
                  <c:v>5.5</c:v>
                </c:pt>
                <c:pt idx="579">
                  <c:v>5.5</c:v>
                </c:pt>
                <c:pt idx="580">
                  <c:v>5.5</c:v>
                </c:pt>
                <c:pt idx="581">
                  <c:v>5.5</c:v>
                </c:pt>
                <c:pt idx="582">
                  <c:v>5.5</c:v>
                </c:pt>
                <c:pt idx="583">
                  <c:v>5.5</c:v>
                </c:pt>
                <c:pt idx="584">
                  <c:v>5.5</c:v>
                </c:pt>
                <c:pt idx="585">
                  <c:v>5.5</c:v>
                </c:pt>
                <c:pt idx="586">
                  <c:v>5.5</c:v>
                </c:pt>
                <c:pt idx="587">
                  <c:v>5.5</c:v>
                </c:pt>
                <c:pt idx="588">
                  <c:v>5.5</c:v>
                </c:pt>
                <c:pt idx="589">
                  <c:v>5.5</c:v>
                </c:pt>
                <c:pt idx="590">
                  <c:v>5.5</c:v>
                </c:pt>
                <c:pt idx="591">
                  <c:v>5.5</c:v>
                </c:pt>
                <c:pt idx="592">
                  <c:v>5.5</c:v>
                </c:pt>
                <c:pt idx="593">
                  <c:v>5.5</c:v>
                </c:pt>
                <c:pt idx="594">
                  <c:v>5.5</c:v>
                </c:pt>
                <c:pt idx="595">
                  <c:v>5.5</c:v>
                </c:pt>
                <c:pt idx="596">
                  <c:v>5.5</c:v>
                </c:pt>
                <c:pt idx="597">
                  <c:v>5.5</c:v>
                </c:pt>
                <c:pt idx="598">
                  <c:v>5.5</c:v>
                </c:pt>
                <c:pt idx="599">
                  <c:v>5.5</c:v>
                </c:pt>
                <c:pt idx="600">
                  <c:v>5.5</c:v>
                </c:pt>
                <c:pt idx="601">
                  <c:v>5.5</c:v>
                </c:pt>
                <c:pt idx="602">
                  <c:v>5.5</c:v>
                </c:pt>
                <c:pt idx="603">
                  <c:v>5.5</c:v>
                </c:pt>
                <c:pt idx="604">
                  <c:v>5.5</c:v>
                </c:pt>
                <c:pt idx="605">
                  <c:v>5.5</c:v>
                </c:pt>
                <c:pt idx="606">
                  <c:v>5.5</c:v>
                </c:pt>
                <c:pt idx="607">
                  <c:v>5.5</c:v>
                </c:pt>
                <c:pt idx="608">
                  <c:v>5.5</c:v>
                </c:pt>
                <c:pt idx="609">
                  <c:v>5.5</c:v>
                </c:pt>
                <c:pt idx="610">
                  <c:v>5.5</c:v>
                </c:pt>
                <c:pt idx="611">
                  <c:v>5.5</c:v>
                </c:pt>
                <c:pt idx="612">
                  <c:v>5.5</c:v>
                </c:pt>
                <c:pt idx="613">
                  <c:v>5.5</c:v>
                </c:pt>
                <c:pt idx="614">
                  <c:v>5.5</c:v>
                </c:pt>
                <c:pt idx="615">
                  <c:v>5.5</c:v>
                </c:pt>
                <c:pt idx="616">
                  <c:v>5.5</c:v>
                </c:pt>
                <c:pt idx="617">
                  <c:v>5.5</c:v>
                </c:pt>
                <c:pt idx="618">
                  <c:v>5.5</c:v>
                </c:pt>
                <c:pt idx="619">
                  <c:v>5.5</c:v>
                </c:pt>
                <c:pt idx="620">
                  <c:v>5.5</c:v>
                </c:pt>
                <c:pt idx="621">
                  <c:v>5.5</c:v>
                </c:pt>
                <c:pt idx="622">
                  <c:v>5.5</c:v>
                </c:pt>
                <c:pt idx="623">
                  <c:v>5.5</c:v>
                </c:pt>
                <c:pt idx="624">
                  <c:v>5.5</c:v>
                </c:pt>
                <c:pt idx="625">
                  <c:v>5.5</c:v>
                </c:pt>
                <c:pt idx="626">
                  <c:v>5.5</c:v>
                </c:pt>
                <c:pt idx="627">
                  <c:v>5.5</c:v>
                </c:pt>
                <c:pt idx="628">
                  <c:v>5.5</c:v>
                </c:pt>
                <c:pt idx="629">
                  <c:v>5.5</c:v>
                </c:pt>
                <c:pt idx="630">
                  <c:v>5.5</c:v>
                </c:pt>
                <c:pt idx="631">
                  <c:v>5.5</c:v>
                </c:pt>
                <c:pt idx="632">
                  <c:v>5.5</c:v>
                </c:pt>
                <c:pt idx="633">
                  <c:v>5.5</c:v>
                </c:pt>
                <c:pt idx="634">
                  <c:v>5.5</c:v>
                </c:pt>
                <c:pt idx="635">
                  <c:v>5.5</c:v>
                </c:pt>
                <c:pt idx="636">
                  <c:v>5.5</c:v>
                </c:pt>
                <c:pt idx="637">
                  <c:v>5.5</c:v>
                </c:pt>
                <c:pt idx="638">
                  <c:v>5.5</c:v>
                </c:pt>
                <c:pt idx="639">
                  <c:v>5.5</c:v>
                </c:pt>
                <c:pt idx="640">
                  <c:v>5.5</c:v>
                </c:pt>
                <c:pt idx="641">
                  <c:v>5.5</c:v>
                </c:pt>
                <c:pt idx="642">
                  <c:v>5.5</c:v>
                </c:pt>
                <c:pt idx="643">
                  <c:v>5.5</c:v>
                </c:pt>
                <c:pt idx="644">
                  <c:v>5.5</c:v>
                </c:pt>
                <c:pt idx="645">
                  <c:v>5.5</c:v>
                </c:pt>
                <c:pt idx="646">
                  <c:v>5.5</c:v>
                </c:pt>
                <c:pt idx="647">
                  <c:v>5.5</c:v>
                </c:pt>
                <c:pt idx="648">
                  <c:v>5.5</c:v>
                </c:pt>
                <c:pt idx="649">
                  <c:v>5.5</c:v>
                </c:pt>
                <c:pt idx="650">
                  <c:v>5.5</c:v>
                </c:pt>
                <c:pt idx="651">
                  <c:v>5.5</c:v>
                </c:pt>
                <c:pt idx="652">
                  <c:v>5.5</c:v>
                </c:pt>
                <c:pt idx="653">
                  <c:v>5.5</c:v>
                </c:pt>
                <c:pt idx="654">
                  <c:v>5.5</c:v>
                </c:pt>
                <c:pt idx="655">
                  <c:v>5.5</c:v>
                </c:pt>
                <c:pt idx="656">
                  <c:v>5.5</c:v>
                </c:pt>
                <c:pt idx="657">
                  <c:v>5.5</c:v>
                </c:pt>
                <c:pt idx="658">
                  <c:v>5.5</c:v>
                </c:pt>
                <c:pt idx="659">
                  <c:v>5.5</c:v>
                </c:pt>
                <c:pt idx="660">
                  <c:v>5.5</c:v>
                </c:pt>
                <c:pt idx="661">
                  <c:v>5.5</c:v>
                </c:pt>
                <c:pt idx="662">
                  <c:v>5.5</c:v>
                </c:pt>
                <c:pt idx="663">
                  <c:v>5.5</c:v>
                </c:pt>
                <c:pt idx="664">
                  <c:v>5.5</c:v>
                </c:pt>
                <c:pt idx="665">
                  <c:v>5.5</c:v>
                </c:pt>
                <c:pt idx="666">
                  <c:v>5.5</c:v>
                </c:pt>
                <c:pt idx="667">
                  <c:v>5.5</c:v>
                </c:pt>
                <c:pt idx="668">
                  <c:v>5.5</c:v>
                </c:pt>
                <c:pt idx="669">
                  <c:v>5.5</c:v>
                </c:pt>
                <c:pt idx="670">
                  <c:v>5.5</c:v>
                </c:pt>
                <c:pt idx="671">
                  <c:v>5.5</c:v>
                </c:pt>
                <c:pt idx="672">
                  <c:v>5.5</c:v>
                </c:pt>
                <c:pt idx="673">
                  <c:v>5.5</c:v>
                </c:pt>
                <c:pt idx="674">
                  <c:v>5.5</c:v>
                </c:pt>
                <c:pt idx="675">
                  <c:v>5.5</c:v>
                </c:pt>
                <c:pt idx="676">
                  <c:v>5.5</c:v>
                </c:pt>
                <c:pt idx="677">
                  <c:v>5.5</c:v>
                </c:pt>
                <c:pt idx="678">
                  <c:v>5.5</c:v>
                </c:pt>
                <c:pt idx="679">
                  <c:v>5.5</c:v>
                </c:pt>
                <c:pt idx="680">
                  <c:v>5.5</c:v>
                </c:pt>
                <c:pt idx="681">
                  <c:v>5.5</c:v>
                </c:pt>
                <c:pt idx="682">
                  <c:v>5.5</c:v>
                </c:pt>
                <c:pt idx="683">
                  <c:v>5.5</c:v>
                </c:pt>
                <c:pt idx="684">
                  <c:v>5.5</c:v>
                </c:pt>
                <c:pt idx="685">
                  <c:v>5.5</c:v>
                </c:pt>
                <c:pt idx="686">
                  <c:v>5.5</c:v>
                </c:pt>
                <c:pt idx="687">
                  <c:v>5.5</c:v>
                </c:pt>
                <c:pt idx="688">
                  <c:v>5.5</c:v>
                </c:pt>
                <c:pt idx="689">
                  <c:v>5.5</c:v>
                </c:pt>
                <c:pt idx="690">
                  <c:v>5.5</c:v>
                </c:pt>
                <c:pt idx="691">
                  <c:v>5.5</c:v>
                </c:pt>
                <c:pt idx="692">
                  <c:v>5.5</c:v>
                </c:pt>
                <c:pt idx="693">
                  <c:v>5.5</c:v>
                </c:pt>
                <c:pt idx="694">
                  <c:v>5.5</c:v>
                </c:pt>
                <c:pt idx="695">
                  <c:v>5.5</c:v>
                </c:pt>
                <c:pt idx="696">
                  <c:v>5.5</c:v>
                </c:pt>
                <c:pt idx="697">
                  <c:v>5.5</c:v>
                </c:pt>
                <c:pt idx="698">
                  <c:v>5.5</c:v>
                </c:pt>
                <c:pt idx="699">
                  <c:v>5.5</c:v>
                </c:pt>
                <c:pt idx="700">
                  <c:v>5.5</c:v>
                </c:pt>
                <c:pt idx="701">
                  <c:v>5.5</c:v>
                </c:pt>
                <c:pt idx="702">
                  <c:v>5.5</c:v>
                </c:pt>
                <c:pt idx="703">
                  <c:v>5.5</c:v>
                </c:pt>
                <c:pt idx="704">
                  <c:v>5.5</c:v>
                </c:pt>
                <c:pt idx="705">
                  <c:v>5.5</c:v>
                </c:pt>
                <c:pt idx="706">
                  <c:v>5.5</c:v>
                </c:pt>
                <c:pt idx="707">
                  <c:v>5.5</c:v>
                </c:pt>
                <c:pt idx="708">
                  <c:v>5.5</c:v>
                </c:pt>
                <c:pt idx="709">
                  <c:v>5.5</c:v>
                </c:pt>
                <c:pt idx="710">
                  <c:v>5.5</c:v>
                </c:pt>
                <c:pt idx="711">
                  <c:v>5.5</c:v>
                </c:pt>
                <c:pt idx="712">
                  <c:v>5.5</c:v>
                </c:pt>
                <c:pt idx="713">
                  <c:v>5.5</c:v>
                </c:pt>
                <c:pt idx="714">
                  <c:v>5.5</c:v>
                </c:pt>
                <c:pt idx="715">
                  <c:v>5.5</c:v>
                </c:pt>
                <c:pt idx="716">
                  <c:v>5.5</c:v>
                </c:pt>
                <c:pt idx="717">
                  <c:v>5.5</c:v>
                </c:pt>
                <c:pt idx="718">
                  <c:v>5.5</c:v>
                </c:pt>
                <c:pt idx="719">
                  <c:v>5.5</c:v>
                </c:pt>
                <c:pt idx="720">
                  <c:v>5.5</c:v>
                </c:pt>
                <c:pt idx="721">
                  <c:v>5.5</c:v>
                </c:pt>
                <c:pt idx="722">
                  <c:v>5.5</c:v>
                </c:pt>
                <c:pt idx="723">
                  <c:v>5.5</c:v>
                </c:pt>
                <c:pt idx="724">
                  <c:v>5.5</c:v>
                </c:pt>
                <c:pt idx="725">
                  <c:v>5.5</c:v>
                </c:pt>
                <c:pt idx="726">
                  <c:v>5.5</c:v>
                </c:pt>
                <c:pt idx="727">
                  <c:v>5.5</c:v>
                </c:pt>
                <c:pt idx="728">
                  <c:v>5.5</c:v>
                </c:pt>
                <c:pt idx="729">
                  <c:v>5.5</c:v>
                </c:pt>
                <c:pt idx="730">
                  <c:v>5.5</c:v>
                </c:pt>
                <c:pt idx="731">
                  <c:v>5.5</c:v>
                </c:pt>
                <c:pt idx="732">
                  <c:v>5.5</c:v>
                </c:pt>
                <c:pt idx="733">
                  <c:v>5.5</c:v>
                </c:pt>
                <c:pt idx="734">
                  <c:v>5.5</c:v>
                </c:pt>
                <c:pt idx="735">
                  <c:v>5.5</c:v>
                </c:pt>
                <c:pt idx="736">
                  <c:v>5.5</c:v>
                </c:pt>
                <c:pt idx="737">
                  <c:v>5.5</c:v>
                </c:pt>
                <c:pt idx="738">
                  <c:v>5.5</c:v>
                </c:pt>
                <c:pt idx="739">
                  <c:v>5.5</c:v>
                </c:pt>
                <c:pt idx="740">
                  <c:v>5.5</c:v>
                </c:pt>
                <c:pt idx="741">
                  <c:v>5.5</c:v>
                </c:pt>
                <c:pt idx="742">
                  <c:v>5.5</c:v>
                </c:pt>
                <c:pt idx="743">
                  <c:v>5.5</c:v>
                </c:pt>
                <c:pt idx="744">
                  <c:v>5.5</c:v>
                </c:pt>
                <c:pt idx="745">
                  <c:v>5.5</c:v>
                </c:pt>
                <c:pt idx="746">
                  <c:v>5.5</c:v>
                </c:pt>
                <c:pt idx="747">
                  <c:v>5.5</c:v>
                </c:pt>
                <c:pt idx="748">
                  <c:v>5.5</c:v>
                </c:pt>
                <c:pt idx="749">
                  <c:v>5.5</c:v>
                </c:pt>
                <c:pt idx="750">
                  <c:v>5.5</c:v>
                </c:pt>
                <c:pt idx="751">
                  <c:v>5.5</c:v>
                </c:pt>
                <c:pt idx="752">
                  <c:v>5.5</c:v>
                </c:pt>
                <c:pt idx="753">
                  <c:v>5.5</c:v>
                </c:pt>
                <c:pt idx="754">
                  <c:v>5.5</c:v>
                </c:pt>
                <c:pt idx="755">
                  <c:v>5.5</c:v>
                </c:pt>
                <c:pt idx="756">
                  <c:v>5.5</c:v>
                </c:pt>
                <c:pt idx="757">
                  <c:v>5.5</c:v>
                </c:pt>
                <c:pt idx="758">
                  <c:v>5.5</c:v>
                </c:pt>
                <c:pt idx="759">
                  <c:v>5.5</c:v>
                </c:pt>
                <c:pt idx="760">
                  <c:v>5.5</c:v>
                </c:pt>
                <c:pt idx="761">
                  <c:v>5.5</c:v>
                </c:pt>
                <c:pt idx="762">
                  <c:v>5.5</c:v>
                </c:pt>
                <c:pt idx="763">
                  <c:v>5.5</c:v>
                </c:pt>
                <c:pt idx="764">
                  <c:v>5.5</c:v>
                </c:pt>
                <c:pt idx="765">
                  <c:v>5.5</c:v>
                </c:pt>
                <c:pt idx="766">
                  <c:v>5.5</c:v>
                </c:pt>
                <c:pt idx="767">
                  <c:v>5.5</c:v>
                </c:pt>
                <c:pt idx="768">
                  <c:v>5.5</c:v>
                </c:pt>
                <c:pt idx="769">
                  <c:v>5.5</c:v>
                </c:pt>
                <c:pt idx="770">
                  <c:v>5.5</c:v>
                </c:pt>
                <c:pt idx="771">
                  <c:v>5.5</c:v>
                </c:pt>
                <c:pt idx="772">
                  <c:v>5.5</c:v>
                </c:pt>
                <c:pt idx="773">
                  <c:v>5.5</c:v>
                </c:pt>
                <c:pt idx="774">
                  <c:v>5.5</c:v>
                </c:pt>
                <c:pt idx="775">
                  <c:v>5.5</c:v>
                </c:pt>
                <c:pt idx="776">
                  <c:v>5.5</c:v>
                </c:pt>
                <c:pt idx="777">
                  <c:v>5.5</c:v>
                </c:pt>
                <c:pt idx="778">
                  <c:v>5.5</c:v>
                </c:pt>
                <c:pt idx="779">
                  <c:v>5.5</c:v>
                </c:pt>
                <c:pt idx="780">
                  <c:v>5.5</c:v>
                </c:pt>
                <c:pt idx="781">
                  <c:v>5.5</c:v>
                </c:pt>
                <c:pt idx="782">
                  <c:v>5.5</c:v>
                </c:pt>
                <c:pt idx="783">
                  <c:v>5.5</c:v>
                </c:pt>
                <c:pt idx="784">
                  <c:v>5.5</c:v>
                </c:pt>
                <c:pt idx="785">
                  <c:v>5.5</c:v>
                </c:pt>
                <c:pt idx="786">
                  <c:v>5.5</c:v>
                </c:pt>
                <c:pt idx="787">
                  <c:v>5.5</c:v>
                </c:pt>
                <c:pt idx="788">
                  <c:v>5.5</c:v>
                </c:pt>
                <c:pt idx="789">
                  <c:v>5.5</c:v>
                </c:pt>
                <c:pt idx="790">
                  <c:v>5.5</c:v>
                </c:pt>
                <c:pt idx="791">
                  <c:v>5.5</c:v>
                </c:pt>
                <c:pt idx="792">
                  <c:v>5.5</c:v>
                </c:pt>
                <c:pt idx="793">
                  <c:v>5.5</c:v>
                </c:pt>
                <c:pt idx="794">
                  <c:v>5.5</c:v>
                </c:pt>
                <c:pt idx="795">
                  <c:v>5.5</c:v>
                </c:pt>
                <c:pt idx="796">
                  <c:v>5.5</c:v>
                </c:pt>
                <c:pt idx="797">
                  <c:v>5.5</c:v>
                </c:pt>
                <c:pt idx="798">
                  <c:v>5.5</c:v>
                </c:pt>
                <c:pt idx="799">
                  <c:v>5.5</c:v>
                </c:pt>
                <c:pt idx="800">
                  <c:v>5.5</c:v>
                </c:pt>
                <c:pt idx="801">
                  <c:v>5.5</c:v>
                </c:pt>
                <c:pt idx="802">
                  <c:v>5.5</c:v>
                </c:pt>
                <c:pt idx="803">
                  <c:v>5.5</c:v>
                </c:pt>
                <c:pt idx="804">
                  <c:v>5.5</c:v>
                </c:pt>
                <c:pt idx="805">
                  <c:v>5.5</c:v>
                </c:pt>
                <c:pt idx="806">
                  <c:v>5.5</c:v>
                </c:pt>
                <c:pt idx="807">
                  <c:v>5.5</c:v>
                </c:pt>
                <c:pt idx="808">
                  <c:v>5.5</c:v>
                </c:pt>
                <c:pt idx="809">
                  <c:v>5.5</c:v>
                </c:pt>
                <c:pt idx="810">
                  <c:v>5.5</c:v>
                </c:pt>
                <c:pt idx="811">
                  <c:v>5.5</c:v>
                </c:pt>
                <c:pt idx="812">
                  <c:v>5.5</c:v>
                </c:pt>
                <c:pt idx="813">
                  <c:v>5.5</c:v>
                </c:pt>
                <c:pt idx="814">
                  <c:v>5.5</c:v>
                </c:pt>
                <c:pt idx="815">
                  <c:v>5.5</c:v>
                </c:pt>
                <c:pt idx="816">
                  <c:v>5.5</c:v>
                </c:pt>
                <c:pt idx="817">
                  <c:v>5.5</c:v>
                </c:pt>
                <c:pt idx="818">
                  <c:v>5.5</c:v>
                </c:pt>
                <c:pt idx="819">
                  <c:v>5.5</c:v>
                </c:pt>
                <c:pt idx="820">
                  <c:v>5.5</c:v>
                </c:pt>
                <c:pt idx="821">
                  <c:v>5.5</c:v>
                </c:pt>
                <c:pt idx="822">
                  <c:v>5.5</c:v>
                </c:pt>
                <c:pt idx="823">
                  <c:v>5.5</c:v>
                </c:pt>
                <c:pt idx="824">
                  <c:v>5.5</c:v>
                </c:pt>
                <c:pt idx="825">
                  <c:v>5.5</c:v>
                </c:pt>
                <c:pt idx="826">
                  <c:v>5.5</c:v>
                </c:pt>
                <c:pt idx="827">
                  <c:v>5.5</c:v>
                </c:pt>
                <c:pt idx="828">
                  <c:v>5.5</c:v>
                </c:pt>
                <c:pt idx="829">
                  <c:v>5.5</c:v>
                </c:pt>
                <c:pt idx="830">
                  <c:v>5.5</c:v>
                </c:pt>
                <c:pt idx="831">
                  <c:v>5.5</c:v>
                </c:pt>
                <c:pt idx="832">
                  <c:v>5.5</c:v>
                </c:pt>
                <c:pt idx="833">
                  <c:v>5.5</c:v>
                </c:pt>
                <c:pt idx="834">
                  <c:v>5.5</c:v>
                </c:pt>
                <c:pt idx="835">
                  <c:v>5.5</c:v>
                </c:pt>
                <c:pt idx="836">
                  <c:v>5.5</c:v>
                </c:pt>
                <c:pt idx="837">
                  <c:v>5.5</c:v>
                </c:pt>
                <c:pt idx="838">
                  <c:v>5.5</c:v>
                </c:pt>
                <c:pt idx="839">
                  <c:v>5.5</c:v>
                </c:pt>
                <c:pt idx="840">
                  <c:v>5.5</c:v>
                </c:pt>
                <c:pt idx="841">
                  <c:v>5.5</c:v>
                </c:pt>
                <c:pt idx="842">
                  <c:v>5.5</c:v>
                </c:pt>
                <c:pt idx="843">
                  <c:v>5.5</c:v>
                </c:pt>
                <c:pt idx="844">
                  <c:v>5.5</c:v>
                </c:pt>
                <c:pt idx="845">
                  <c:v>5.5</c:v>
                </c:pt>
                <c:pt idx="846">
                  <c:v>5.5</c:v>
                </c:pt>
                <c:pt idx="847">
                  <c:v>5.5</c:v>
                </c:pt>
                <c:pt idx="848">
                  <c:v>5.5</c:v>
                </c:pt>
                <c:pt idx="849">
                  <c:v>5.5</c:v>
                </c:pt>
                <c:pt idx="850">
                  <c:v>5.5</c:v>
                </c:pt>
                <c:pt idx="851">
                  <c:v>5.5</c:v>
                </c:pt>
                <c:pt idx="852">
                  <c:v>5.5</c:v>
                </c:pt>
                <c:pt idx="853">
                  <c:v>5.5</c:v>
                </c:pt>
                <c:pt idx="854">
                  <c:v>5.5</c:v>
                </c:pt>
                <c:pt idx="855">
                  <c:v>5.5</c:v>
                </c:pt>
                <c:pt idx="856">
                  <c:v>5.5</c:v>
                </c:pt>
                <c:pt idx="857">
                  <c:v>5.5</c:v>
                </c:pt>
                <c:pt idx="858">
                  <c:v>5.5</c:v>
                </c:pt>
                <c:pt idx="859">
                  <c:v>5.5</c:v>
                </c:pt>
                <c:pt idx="860">
                  <c:v>5.5</c:v>
                </c:pt>
                <c:pt idx="861">
                  <c:v>5.5</c:v>
                </c:pt>
                <c:pt idx="862">
                  <c:v>5.5</c:v>
                </c:pt>
                <c:pt idx="863">
                  <c:v>5.5</c:v>
                </c:pt>
                <c:pt idx="864">
                  <c:v>5.5</c:v>
                </c:pt>
                <c:pt idx="865">
                  <c:v>5.5</c:v>
                </c:pt>
                <c:pt idx="866">
                  <c:v>5.5</c:v>
                </c:pt>
                <c:pt idx="867">
                  <c:v>5.5</c:v>
                </c:pt>
                <c:pt idx="868">
                  <c:v>5.5</c:v>
                </c:pt>
                <c:pt idx="869">
                  <c:v>5.5</c:v>
                </c:pt>
                <c:pt idx="870">
                  <c:v>5.5</c:v>
                </c:pt>
                <c:pt idx="871">
                  <c:v>5.5</c:v>
                </c:pt>
                <c:pt idx="872">
                  <c:v>5.5</c:v>
                </c:pt>
                <c:pt idx="873">
                  <c:v>5.5</c:v>
                </c:pt>
                <c:pt idx="874">
                  <c:v>5.5</c:v>
                </c:pt>
                <c:pt idx="875">
                  <c:v>5.5</c:v>
                </c:pt>
                <c:pt idx="876">
                  <c:v>5.5</c:v>
                </c:pt>
                <c:pt idx="877">
                  <c:v>5.5</c:v>
                </c:pt>
                <c:pt idx="878">
                  <c:v>5.5</c:v>
                </c:pt>
                <c:pt idx="879">
                  <c:v>5.5</c:v>
                </c:pt>
                <c:pt idx="880">
                  <c:v>5.5</c:v>
                </c:pt>
                <c:pt idx="881">
                  <c:v>5.5</c:v>
                </c:pt>
                <c:pt idx="882">
                  <c:v>5.5</c:v>
                </c:pt>
                <c:pt idx="883">
                  <c:v>5.5</c:v>
                </c:pt>
                <c:pt idx="884">
                  <c:v>5.5</c:v>
                </c:pt>
                <c:pt idx="885">
                  <c:v>5.5</c:v>
                </c:pt>
                <c:pt idx="886">
                  <c:v>5.5</c:v>
                </c:pt>
                <c:pt idx="887">
                  <c:v>5.5</c:v>
                </c:pt>
                <c:pt idx="888">
                  <c:v>5.5</c:v>
                </c:pt>
                <c:pt idx="889">
                  <c:v>5.5</c:v>
                </c:pt>
                <c:pt idx="890">
                  <c:v>5.5</c:v>
                </c:pt>
                <c:pt idx="891">
                  <c:v>5.5</c:v>
                </c:pt>
                <c:pt idx="892">
                  <c:v>5.5</c:v>
                </c:pt>
                <c:pt idx="893">
                  <c:v>5.5</c:v>
                </c:pt>
                <c:pt idx="894">
                  <c:v>5.5</c:v>
                </c:pt>
                <c:pt idx="895">
                  <c:v>5.5</c:v>
                </c:pt>
                <c:pt idx="896">
                  <c:v>5.5</c:v>
                </c:pt>
                <c:pt idx="897">
                  <c:v>5.5</c:v>
                </c:pt>
                <c:pt idx="898">
                  <c:v>5.5</c:v>
                </c:pt>
                <c:pt idx="899">
                  <c:v>5.5</c:v>
                </c:pt>
                <c:pt idx="900">
                  <c:v>5.5</c:v>
                </c:pt>
                <c:pt idx="901">
                  <c:v>5.5</c:v>
                </c:pt>
                <c:pt idx="902">
                  <c:v>5.5</c:v>
                </c:pt>
                <c:pt idx="903">
                  <c:v>5.5</c:v>
                </c:pt>
                <c:pt idx="904">
                  <c:v>5.5</c:v>
                </c:pt>
                <c:pt idx="905">
                  <c:v>5.5</c:v>
                </c:pt>
                <c:pt idx="906">
                  <c:v>5.5</c:v>
                </c:pt>
                <c:pt idx="907">
                  <c:v>5.5</c:v>
                </c:pt>
                <c:pt idx="908">
                  <c:v>5.5</c:v>
                </c:pt>
                <c:pt idx="909">
                  <c:v>5.5</c:v>
                </c:pt>
                <c:pt idx="910">
                  <c:v>5.5</c:v>
                </c:pt>
                <c:pt idx="911">
                  <c:v>5.5</c:v>
                </c:pt>
                <c:pt idx="912">
                  <c:v>5.5</c:v>
                </c:pt>
                <c:pt idx="913">
                  <c:v>5.5</c:v>
                </c:pt>
                <c:pt idx="914">
                  <c:v>5.5</c:v>
                </c:pt>
                <c:pt idx="915">
                  <c:v>5.5</c:v>
                </c:pt>
                <c:pt idx="916">
                  <c:v>5.5</c:v>
                </c:pt>
                <c:pt idx="917">
                  <c:v>5.5</c:v>
                </c:pt>
                <c:pt idx="918">
                  <c:v>5.5</c:v>
                </c:pt>
                <c:pt idx="919">
                  <c:v>5.5</c:v>
                </c:pt>
                <c:pt idx="920">
                  <c:v>5.5</c:v>
                </c:pt>
                <c:pt idx="921">
                  <c:v>5.5</c:v>
                </c:pt>
                <c:pt idx="922">
                  <c:v>5.5</c:v>
                </c:pt>
                <c:pt idx="923">
                  <c:v>5.5</c:v>
                </c:pt>
                <c:pt idx="924">
                  <c:v>5.5</c:v>
                </c:pt>
                <c:pt idx="925">
                  <c:v>5.5</c:v>
                </c:pt>
                <c:pt idx="926">
                  <c:v>5.5</c:v>
                </c:pt>
                <c:pt idx="927">
                  <c:v>5.5</c:v>
                </c:pt>
                <c:pt idx="928">
                  <c:v>5.5</c:v>
                </c:pt>
                <c:pt idx="929">
                  <c:v>5.5</c:v>
                </c:pt>
                <c:pt idx="930">
                  <c:v>5.5</c:v>
                </c:pt>
                <c:pt idx="931">
                  <c:v>5.5</c:v>
                </c:pt>
                <c:pt idx="932">
                  <c:v>5.5</c:v>
                </c:pt>
                <c:pt idx="933">
                  <c:v>5.5</c:v>
                </c:pt>
                <c:pt idx="934">
                  <c:v>5.5</c:v>
                </c:pt>
                <c:pt idx="935">
                  <c:v>5.5</c:v>
                </c:pt>
                <c:pt idx="936">
                  <c:v>5.5</c:v>
                </c:pt>
                <c:pt idx="937">
                  <c:v>5.5</c:v>
                </c:pt>
                <c:pt idx="938">
                  <c:v>5.5</c:v>
                </c:pt>
                <c:pt idx="939">
                  <c:v>5.5</c:v>
                </c:pt>
                <c:pt idx="940">
                  <c:v>5.5</c:v>
                </c:pt>
                <c:pt idx="941">
                  <c:v>5.5</c:v>
                </c:pt>
                <c:pt idx="942">
                  <c:v>5.5</c:v>
                </c:pt>
                <c:pt idx="943">
                  <c:v>5.5</c:v>
                </c:pt>
                <c:pt idx="944">
                  <c:v>5.5</c:v>
                </c:pt>
                <c:pt idx="945">
                  <c:v>5.5</c:v>
                </c:pt>
                <c:pt idx="946">
                  <c:v>5.5</c:v>
                </c:pt>
                <c:pt idx="947">
                  <c:v>5.5</c:v>
                </c:pt>
                <c:pt idx="948">
                  <c:v>5.5</c:v>
                </c:pt>
                <c:pt idx="949">
                  <c:v>5.5</c:v>
                </c:pt>
                <c:pt idx="950">
                  <c:v>5.5</c:v>
                </c:pt>
                <c:pt idx="951">
                  <c:v>5.5</c:v>
                </c:pt>
                <c:pt idx="952">
                  <c:v>5.5</c:v>
                </c:pt>
                <c:pt idx="953">
                  <c:v>5.5</c:v>
                </c:pt>
                <c:pt idx="954">
                  <c:v>5.5</c:v>
                </c:pt>
                <c:pt idx="955">
                  <c:v>5.5</c:v>
                </c:pt>
                <c:pt idx="956">
                  <c:v>5.5</c:v>
                </c:pt>
                <c:pt idx="957">
                  <c:v>5.5</c:v>
                </c:pt>
                <c:pt idx="958">
                  <c:v>5.5</c:v>
                </c:pt>
                <c:pt idx="959">
                  <c:v>5.5</c:v>
                </c:pt>
                <c:pt idx="960">
                  <c:v>5.5</c:v>
                </c:pt>
                <c:pt idx="961">
                  <c:v>5.5</c:v>
                </c:pt>
                <c:pt idx="962">
                  <c:v>5.5</c:v>
                </c:pt>
                <c:pt idx="963">
                  <c:v>5.5</c:v>
                </c:pt>
                <c:pt idx="964">
                  <c:v>5.5</c:v>
                </c:pt>
                <c:pt idx="965">
                  <c:v>5.5</c:v>
                </c:pt>
                <c:pt idx="966">
                  <c:v>5.5</c:v>
                </c:pt>
                <c:pt idx="967">
                  <c:v>5.5</c:v>
                </c:pt>
                <c:pt idx="968">
                  <c:v>5.5</c:v>
                </c:pt>
                <c:pt idx="969">
                  <c:v>5.5</c:v>
                </c:pt>
                <c:pt idx="970">
                  <c:v>5.5</c:v>
                </c:pt>
                <c:pt idx="971">
                  <c:v>5</c:v>
                </c:pt>
                <c:pt idx="972">
                  <c:v>5</c:v>
                </c:pt>
                <c:pt idx="973">
                  <c:v>5</c:v>
                </c:pt>
                <c:pt idx="974">
                  <c:v>5</c:v>
                </c:pt>
                <c:pt idx="975">
                  <c:v>5</c:v>
                </c:pt>
                <c:pt idx="976">
                  <c:v>5</c:v>
                </c:pt>
                <c:pt idx="977">
                  <c:v>5</c:v>
                </c:pt>
                <c:pt idx="978">
                  <c:v>5</c:v>
                </c:pt>
                <c:pt idx="979">
                  <c:v>5</c:v>
                </c:pt>
                <c:pt idx="980">
                  <c:v>5</c:v>
                </c:pt>
                <c:pt idx="981">
                  <c:v>5</c:v>
                </c:pt>
                <c:pt idx="982">
                  <c:v>5</c:v>
                </c:pt>
                <c:pt idx="983">
                  <c:v>5</c:v>
                </c:pt>
                <c:pt idx="984">
                  <c:v>5</c:v>
                </c:pt>
                <c:pt idx="985">
                  <c:v>5</c:v>
                </c:pt>
                <c:pt idx="986">
                  <c:v>5</c:v>
                </c:pt>
                <c:pt idx="987">
                  <c:v>5</c:v>
                </c:pt>
                <c:pt idx="988">
                  <c:v>5</c:v>
                </c:pt>
                <c:pt idx="989">
                  <c:v>5</c:v>
                </c:pt>
                <c:pt idx="990">
                  <c:v>5</c:v>
                </c:pt>
                <c:pt idx="991">
                  <c:v>5</c:v>
                </c:pt>
                <c:pt idx="992">
                  <c:v>5</c:v>
                </c:pt>
                <c:pt idx="993">
                  <c:v>5</c:v>
                </c:pt>
                <c:pt idx="994">
                  <c:v>5</c:v>
                </c:pt>
                <c:pt idx="995">
                  <c:v>5</c:v>
                </c:pt>
                <c:pt idx="996">
                  <c:v>5</c:v>
                </c:pt>
                <c:pt idx="997">
                  <c:v>5</c:v>
                </c:pt>
                <c:pt idx="998">
                  <c:v>5</c:v>
                </c:pt>
                <c:pt idx="999">
                  <c:v>5</c:v>
                </c:pt>
                <c:pt idx="1000">
                  <c:v>5</c:v>
                </c:pt>
                <c:pt idx="1001">
                  <c:v>5</c:v>
                </c:pt>
                <c:pt idx="1002">
                  <c:v>5</c:v>
                </c:pt>
                <c:pt idx="1003">
                  <c:v>5</c:v>
                </c:pt>
                <c:pt idx="1004">
                  <c:v>5</c:v>
                </c:pt>
                <c:pt idx="1005">
                  <c:v>5</c:v>
                </c:pt>
                <c:pt idx="1006">
                  <c:v>5</c:v>
                </c:pt>
                <c:pt idx="1007">
                  <c:v>5</c:v>
                </c:pt>
                <c:pt idx="1008">
                  <c:v>5</c:v>
                </c:pt>
                <c:pt idx="1009">
                  <c:v>5</c:v>
                </c:pt>
                <c:pt idx="1010">
                  <c:v>5</c:v>
                </c:pt>
                <c:pt idx="1011">
                  <c:v>5</c:v>
                </c:pt>
                <c:pt idx="1012">
                  <c:v>5</c:v>
                </c:pt>
                <c:pt idx="1013">
                  <c:v>5</c:v>
                </c:pt>
                <c:pt idx="1014">
                  <c:v>5</c:v>
                </c:pt>
                <c:pt idx="1015">
                  <c:v>5</c:v>
                </c:pt>
                <c:pt idx="1016">
                  <c:v>5</c:v>
                </c:pt>
                <c:pt idx="1017">
                  <c:v>5</c:v>
                </c:pt>
                <c:pt idx="1018">
                  <c:v>5</c:v>
                </c:pt>
                <c:pt idx="1019">
                  <c:v>5</c:v>
                </c:pt>
                <c:pt idx="1020">
                  <c:v>5</c:v>
                </c:pt>
                <c:pt idx="1021">
                  <c:v>4.75</c:v>
                </c:pt>
                <c:pt idx="1022">
                  <c:v>4.75</c:v>
                </c:pt>
                <c:pt idx="1023">
                  <c:v>4.75</c:v>
                </c:pt>
                <c:pt idx="1024">
                  <c:v>4.75</c:v>
                </c:pt>
                <c:pt idx="1025">
                  <c:v>4.75</c:v>
                </c:pt>
                <c:pt idx="1026">
                  <c:v>4.75</c:v>
                </c:pt>
                <c:pt idx="1027">
                  <c:v>4.75</c:v>
                </c:pt>
                <c:pt idx="1028">
                  <c:v>4.75</c:v>
                </c:pt>
                <c:pt idx="1029">
                  <c:v>4.75</c:v>
                </c:pt>
                <c:pt idx="1030">
                  <c:v>4.75</c:v>
                </c:pt>
                <c:pt idx="1031">
                  <c:v>4.75</c:v>
                </c:pt>
                <c:pt idx="1032">
                  <c:v>4.75</c:v>
                </c:pt>
                <c:pt idx="1033">
                  <c:v>4.75</c:v>
                </c:pt>
                <c:pt idx="1034">
                  <c:v>4.75</c:v>
                </c:pt>
                <c:pt idx="1035">
                  <c:v>4.75</c:v>
                </c:pt>
                <c:pt idx="1036">
                  <c:v>4.75</c:v>
                </c:pt>
                <c:pt idx="1037">
                  <c:v>4.75</c:v>
                </c:pt>
                <c:pt idx="1038">
                  <c:v>4.75</c:v>
                </c:pt>
                <c:pt idx="1039">
                  <c:v>4.75</c:v>
                </c:pt>
                <c:pt idx="1040">
                  <c:v>4.75</c:v>
                </c:pt>
                <c:pt idx="1041">
                  <c:v>4.75</c:v>
                </c:pt>
                <c:pt idx="1042">
                  <c:v>4.75</c:v>
                </c:pt>
                <c:pt idx="1043">
                  <c:v>4.75</c:v>
                </c:pt>
                <c:pt idx="1044">
                  <c:v>4.75</c:v>
                </c:pt>
                <c:pt idx="1045">
                  <c:v>4.75</c:v>
                </c:pt>
                <c:pt idx="1046">
                  <c:v>4.75</c:v>
                </c:pt>
                <c:pt idx="1047">
                  <c:v>4.75</c:v>
                </c:pt>
                <c:pt idx="1048">
                  <c:v>4.75</c:v>
                </c:pt>
                <c:pt idx="1049">
                  <c:v>4.75</c:v>
                </c:pt>
                <c:pt idx="1050">
                  <c:v>4.75</c:v>
                </c:pt>
                <c:pt idx="1051">
                  <c:v>4.75</c:v>
                </c:pt>
                <c:pt idx="1052">
                  <c:v>4.75</c:v>
                </c:pt>
                <c:pt idx="1053">
                  <c:v>4.75</c:v>
                </c:pt>
                <c:pt idx="1054">
                  <c:v>4.75</c:v>
                </c:pt>
                <c:pt idx="1055">
                  <c:v>4.75</c:v>
                </c:pt>
                <c:pt idx="1056">
                  <c:v>4.75</c:v>
                </c:pt>
                <c:pt idx="1057">
                  <c:v>4.75</c:v>
                </c:pt>
                <c:pt idx="1058">
                  <c:v>4.75</c:v>
                </c:pt>
                <c:pt idx="1059">
                  <c:v>4.75</c:v>
                </c:pt>
                <c:pt idx="1060">
                  <c:v>4.75</c:v>
                </c:pt>
                <c:pt idx="1061">
                  <c:v>4.75</c:v>
                </c:pt>
                <c:pt idx="1062">
                  <c:v>4.5</c:v>
                </c:pt>
                <c:pt idx="1063">
                  <c:v>4.5</c:v>
                </c:pt>
                <c:pt idx="1064">
                  <c:v>4.5</c:v>
                </c:pt>
                <c:pt idx="1065">
                  <c:v>4.5</c:v>
                </c:pt>
                <c:pt idx="1066">
                  <c:v>4.5</c:v>
                </c:pt>
                <c:pt idx="1067">
                  <c:v>4.5</c:v>
                </c:pt>
                <c:pt idx="1068">
                  <c:v>4.5</c:v>
                </c:pt>
                <c:pt idx="1069">
                  <c:v>4.5</c:v>
                </c:pt>
                <c:pt idx="1070">
                  <c:v>4.5</c:v>
                </c:pt>
                <c:pt idx="1071">
                  <c:v>4.5</c:v>
                </c:pt>
                <c:pt idx="1072">
                  <c:v>4.5</c:v>
                </c:pt>
                <c:pt idx="1073">
                  <c:v>4.5</c:v>
                </c:pt>
                <c:pt idx="1074">
                  <c:v>4.5</c:v>
                </c:pt>
                <c:pt idx="1075">
                  <c:v>4.5</c:v>
                </c:pt>
                <c:pt idx="1076">
                  <c:v>4.5</c:v>
                </c:pt>
                <c:pt idx="1077">
                  <c:v>4.5</c:v>
                </c:pt>
                <c:pt idx="1078">
                  <c:v>4.5</c:v>
                </c:pt>
                <c:pt idx="1079">
                  <c:v>4.5</c:v>
                </c:pt>
                <c:pt idx="1080">
                  <c:v>4.5</c:v>
                </c:pt>
                <c:pt idx="1081">
                  <c:v>4.5</c:v>
                </c:pt>
                <c:pt idx="1082">
                  <c:v>4.5</c:v>
                </c:pt>
                <c:pt idx="1083">
                  <c:v>4.5</c:v>
                </c:pt>
                <c:pt idx="1084">
                  <c:v>4.5</c:v>
                </c:pt>
                <c:pt idx="1085">
                  <c:v>4.5</c:v>
                </c:pt>
                <c:pt idx="1086">
                  <c:v>4.5</c:v>
                </c:pt>
                <c:pt idx="1087">
                  <c:v>4.5</c:v>
                </c:pt>
                <c:pt idx="1088">
                  <c:v>4.5</c:v>
                </c:pt>
                <c:pt idx="1089">
                  <c:v>4.5</c:v>
                </c:pt>
                <c:pt idx="1090">
                  <c:v>4.5</c:v>
                </c:pt>
                <c:pt idx="1091">
                  <c:v>4.5</c:v>
                </c:pt>
                <c:pt idx="1092">
                  <c:v>4.5</c:v>
                </c:pt>
                <c:pt idx="1093">
                  <c:v>4.5</c:v>
                </c:pt>
                <c:pt idx="1094">
                  <c:v>4.5</c:v>
                </c:pt>
                <c:pt idx="1095">
                  <c:v>4.5</c:v>
                </c:pt>
                <c:pt idx="1096">
                  <c:v>4.5</c:v>
                </c:pt>
                <c:pt idx="1097">
                  <c:v>4.5</c:v>
                </c:pt>
                <c:pt idx="1098">
                  <c:v>4.5</c:v>
                </c:pt>
                <c:pt idx="1099">
                  <c:v>4.5</c:v>
                </c:pt>
                <c:pt idx="1100">
                  <c:v>4.5</c:v>
                </c:pt>
                <c:pt idx="1101">
                  <c:v>4.5</c:v>
                </c:pt>
                <c:pt idx="1102">
                  <c:v>4.5</c:v>
                </c:pt>
                <c:pt idx="1103">
                  <c:v>4.5</c:v>
                </c:pt>
                <c:pt idx="1104">
                  <c:v>4.5</c:v>
                </c:pt>
                <c:pt idx="1105">
                  <c:v>4.5</c:v>
                </c:pt>
                <c:pt idx="1106">
                  <c:v>4.5</c:v>
                </c:pt>
                <c:pt idx="1107">
                  <c:v>4.5</c:v>
                </c:pt>
                <c:pt idx="1108">
                  <c:v>4.5</c:v>
                </c:pt>
                <c:pt idx="1109">
                  <c:v>4.5</c:v>
                </c:pt>
                <c:pt idx="1110">
                  <c:v>4.5</c:v>
                </c:pt>
                <c:pt idx="1111">
                  <c:v>4.5</c:v>
                </c:pt>
                <c:pt idx="1112">
                  <c:v>4.5</c:v>
                </c:pt>
                <c:pt idx="1113">
                  <c:v>4.5</c:v>
                </c:pt>
                <c:pt idx="1114">
                  <c:v>4.5</c:v>
                </c:pt>
                <c:pt idx="1115">
                  <c:v>4.5</c:v>
                </c:pt>
                <c:pt idx="1116">
                  <c:v>4.5</c:v>
                </c:pt>
                <c:pt idx="1117">
                  <c:v>4.5</c:v>
                </c:pt>
                <c:pt idx="1118">
                  <c:v>4.5</c:v>
                </c:pt>
                <c:pt idx="1119">
                  <c:v>4.5</c:v>
                </c:pt>
                <c:pt idx="1120">
                  <c:v>4.5</c:v>
                </c:pt>
                <c:pt idx="1121">
                  <c:v>4.5</c:v>
                </c:pt>
                <c:pt idx="1122">
                  <c:v>4.5</c:v>
                </c:pt>
                <c:pt idx="1123">
                  <c:v>4.5</c:v>
                </c:pt>
                <c:pt idx="1124">
                  <c:v>4.5</c:v>
                </c:pt>
                <c:pt idx="1125">
                  <c:v>4.5</c:v>
                </c:pt>
                <c:pt idx="1126">
                  <c:v>4.5</c:v>
                </c:pt>
                <c:pt idx="1127">
                  <c:v>4.5</c:v>
                </c:pt>
                <c:pt idx="1128">
                  <c:v>4.5</c:v>
                </c:pt>
                <c:pt idx="1129">
                  <c:v>4.5</c:v>
                </c:pt>
                <c:pt idx="1130">
                  <c:v>4.5</c:v>
                </c:pt>
                <c:pt idx="1131">
                  <c:v>4.5</c:v>
                </c:pt>
                <c:pt idx="1132">
                  <c:v>4.5</c:v>
                </c:pt>
                <c:pt idx="1133">
                  <c:v>4.5</c:v>
                </c:pt>
                <c:pt idx="1134">
                  <c:v>4.5</c:v>
                </c:pt>
                <c:pt idx="1135">
                  <c:v>4.5</c:v>
                </c:pt>
                <c:pt idx="1136">
                  <c:v>4.5</c:v>
                </c:pt>
                <c:pt idx="1137">
                  <c:v>4.5</c:v>
                </c:pt>
                <c:pt idx="1138">
                  <c:v>4.5</c:v>
                </c:pt>
                <c:pt idx="1139">
                  <c:v>4.5</c:v>
                </c:pt>
                <c:pt idx="1140">
                  <c:v>4.5</c:v>
                </c:pt>
                <c:pt idx="1141">
                  <c:v>4.5</c:v>
                </c:pt>
                <c:pt idx="1142">
                  <c:v>4.5</c:v>
                </c:pt>
                <c:pt idx="1143">
                  <c:v>4.5</c:v>
                </c:pt>
                <c:pt idx="1144">
                  <c:v>4.5</c:v>
                </c:pt>
                <c:pt idx="1145">
                  <c:v>4.5</c:v>
                </c:pt>
                <c:pt idx="1146">
                  <c:v>4.5</c:v>
                </c:pt>
                <c:pt idx="1147">
                  <c:v>4.5</c:v>
                </c:pt>
                <c:pt idx="1148">
                  <c:v>4.5</c:v>
                </c:pt>
                <c:pt idx="1149">
                  <c:v>4.5</c:v>
                </c:pt>
                <c:pt idx="1150">
                  <c:v>4.5</c:v>
                </c:pt>
                <c:pt idx="1151">
                  <c:v>4.5</c:v>
                </c:pt>
                <c:pt idx="1152">
                  <c:v>4.5</c:v>
                </c:pt>
                <c:pt idx="1153">
                  <c:v>4.5</c:v>
                </c:pt>
                <c:pt idx="1154">
                  <c:v>4.5</c:v>
                </c:pt>
                <c:pt idx="1155">
                  <c:v>4.5</c:v>
                </c:pt>
                <c:pt idx="1156">
                  <c:v>4.5</c:v>
                </c:pt>
                <c:pt idx="1157">
                  <c:v>4.5</c:v>
                </c:pt>
                <c:pt idx="1158">
                  <c:v>4.5</c:v>
                </c:pt>
                <c:pt idx="1159">
                  <c:v>4.5</c:v>
                </c:pt>
                <c:pt idx="1160">
                  <c:v>4.5</c:v>
                </c:pt>
                <c:pt idx="1161">
                  <c:v>4.5</c:v>
                </c:pt>
                <c:pt idx="1162">
                  <c:v>4.5</c:v>
                </c:pt>
                <c:pt idx="1163">
                  <c:v>4.5</c:v>
                </c:pt>
                <c:pt idx="1164">
                  <c:v>4.5</c:v>
                </c:pt>
                <c:pt idx="1165">
                  <c:v>4.5</c:v>
                </c:pt>
                <c:pt idx="1166">
                  <c:v>4.5</c:v>
                </c:pt>
                <c:pt idx="1167">
                  <c:v>4.5</c:v>
                </c:pt>
                <c:pt idx="1168">
                  <c:v>4.5</c:v>
                </c:pt>
                <c:pt idx="1169">
                  <c:v>4.5</c:v>
                </c:pt>
                <c:pt idx="1170">
                  <c:v>4.5</c:v>
                </c:pt>
                <c:pt idx="1171">
                  <c:v>4.5</c:v>
                </c:pt>
                <c:pt idx="1172">
                  <c:v>4.5</c:v>
                </c:pt>
                <c:pt idx="1173">
                  <c:v>4.5</c:v>
                </c:pt>
                <c:pt idx="1174">
                  <c:v>4.5</c:v>
                </c:pt>
                <c:pt idx="1175">
                  <c:v>4.5</c:v>
                </c:pt>
                <c:pt idx="1176">
                  <c:v>4.5</c:v>
                </c:pt>
                <c:pt idx="1177">
                  <c:v>4.5</c:v>
                </c:pt>
                <c:pt idx="1178">
                  <c:v>4.5</c:v>
                </c:pt>
                <c:pt idx="1179">
                  <c:v>4.5</c:v>
                </c:pt>
                <c:pt idx="1180">
                  <c:v>4.5</c:v>
                </c:pt>
                <c:pt idx="1181">
                  <c:v>4.5</c:v>
                </c:pt>
                <c:pt idx="1182">
                  <c:v>4.5</c:v>
                </c:pt>
                <c:pt idx="1183">
                  <c:v>4.5</c:v>
                </c:pt>
                <c:pt idx="1184">
                  <c:v>4.5</c:v>
                </c:pt>
                <c:pt idx="1185">
                  <c:v>4.5</c:v>
                </c:pt>
                <c:pt idx="1186">
                  <c:v>4.5</c:v>
                </c:pt>
                <c:pt idx="1187">
                  <c:v>4.5</c:v>
                </c:pt>
                <c:pt idx="1188">
                  <c:v>4.5</c:v>
                </c:pt>
                <c:pt idx="1189">
                  <c:v>4.5</c:v>
                </c:pt>
                <c:pt idx="1190">
                  <c:v>4.5</c:v>
                </c:pt>
                <c:pt idx="1191">
                  <c:v>4.5</c:v>
                </c:pt>
                <c:pt idx="1192">
                  <c:v>4.5</c:v>
                </c:pt>
                <c:pt idx="1193">
                  <c:v>4.5</c:v>
                </c:pt>
                <c:pt idx="1194">
                  <c:v>4.5</c:v>
                </c:pt>
                <c:pt idx="1195">
                  <c:v>4.5</c:v>
                </c:pt>
                <c:pt idx="1196">
                  <c:v>4.5</c:v>
                </c:pt>
                <c:pt idx="1197">
                  <c:v>4.5</c:v>
                </c:pt>
                <c:pt idx="1198">
                  <c:v>4.5</c:v>
                </c:pt>
                <c:pt idx="1199">
                  <c:v>4.5</c:v>
                </c:pt>
                <c:pt idx="1200">
                  <c:v>4.5</c:v>
                </c:pt>
                <c:pt idx="1201">
                  <c:v>4.5</c:v>
                </c:pt>
                <c:pt idx="1202">
                  <c:v>4.5</c:v>
                </c:pt>
                <c:pt idx="1203">
                  <c:v>4.5</c:v>
                </c:pt>
                <c:pt idx="1204">
                  <c:v>4.5</c:v>
                </c:pt>
                <c:pt idx="1205">
                  <c:v>4.5</c:v>
                </c:pt>
                <c:pt idx="1206">
                  <c:v>4.5</c:v>
                </c:pt>
                <c:pt idx="1207">
                  <c:v>4.5</c:v>
                </c:pt>
                <c:pt idx="1208">
                  <c:v>4.5</c:v>
                </c:pt>
                <c:pt idx="1209">
                  <c:v>4.5</c:v>
                </c:pt>
                <c:pt idx="1210">
                  <c:v>4.5</c:v>
                </c:pt>
                <c:pt idx="1211">
                  <c:v>4.5</c:v>
                </c:pt>
                <c:pt idx="1212">
                  <c:v>4.5</c:v>
                </c:pt>
                <c:pt idx="1213">
                  <c:v>4.5</c:v>
                </c:pt>
                <c:pt idx="1214">
                  <c:v>4.5</c:v>
                </c:pt>
                <c:pt idx="1215">
                  <c:v>4.5</c:v>
                </c:pt>
                <c:pt idx="1216">
                  <c:v>4.5</c:v>
                </c:pt>
                <c:pt idx="1217">
                  <c:v>4.5</c:v>
                </c:pt>
                <c:pt idx="1218">
                  <c:v>4.5</c:v>
                </c:pt>
                <c:pt idx="1219">
                  <c:v>4.5</c:v>
                </c:pt>
                <c:pt idx="1220">
                  <c:v>4.5</c:v>
                </c:pt>
                <c:pt idx="1221">
                  <c:v>4.5</c:v>
                </c:pt>
                <c:pt idx="1222">
                  <c:v>4.5</c:v>
                </c:pt>
                <c:pt idx="1223">
                  <c:v>4.5</c:v>
                </c:pt>
                <c:pt idx="1224">
                  <c:v>4.5</c:v>
                </c:pt>
                <c:pt idx="1225">
                  <c:v>4.5</c:v>
                </c:pt>
                <c:pt idx="1226">
                  <c:v>4.5</c:v>
                </c:pt>
                <c:pt idx="1227">
                  <c:v>4.5</c:v>
                </c:pt>
                <c:pt idx="1228">
                  <c:v>4.5</c:v>
                </c:pt>
                <c:pt idx="1229">
                  <c:v>4.5</c:v>
                </c:pt>
                <c:pt idx="1230">
                  <c:v>4.5</c:v>
                </c:pt>
                <c:pt idx="1231">
                  <c:v>4.5</c:v>
                </c:pt>
                <c:pt idx="1232">
                  <c:v>4.5</c:v>
                </c:pt>
                <c:pt idx="1233">
                  <c:v>4.5</c:v>
                </c:pt>
                <c:pt idx="1234">
                  <c:v>4.5</c:v>
                </c:pt>
                <c:pt idx="1235">
                  <c:v>4.5</c:v>
                </c:pt>
                <c:pt idx="1236">
                  <c:v>4.5</c:v>
                </c:pt>
                <c:pt idx="1237">
                  <c:v>4.5</c:v>
                </c:pt>
                <c:pt idx="1238">
                  <c:v>4.5</c:v>
                </c:pt>
                <c:pt idx="1239">
                  <c:v>4.5</c:v>
                </c:pt>
                <c:pt idx="1240">
                  <c:v>4.5</c:v>
                </c:pt>
                <c:pt idx="1241">
                  <c:v>4.5</c:v>
                </c:pt>
                <c:pt idx="1242">
                  <c:v>4.5</c:v>
                </c:pt>
                <c:pt idx="1243">
                  <c:v>4.5</c:v>
                </c:pt>
                <c:pt idx="1244">
                  <c:v>4.5</c:v>
                </c:pt>
                <c:pt idx="1245">
                  <c:v>4.5</c:v>
                </c:pt>
                <c:pt idx="1246">
                  <c:v>4.5</c:v>
                </c:pt>
                <c:pt idx="1247">
                  <c:v>4.5</c:v>
                </c:pt>
                <c:pt idx="1248">
                  <c:v>4.5</c:v>
                </c:pt>
                <c:pt idx="1249">
                  <c:v>4.5</c:v>
                </c:pt>
                <c:pt idx="1250">
                  <c:v>4.5</c:v>
                </c:pt>
                <c:pt idx="1251">
                  <c:v>4.5</c:v>
                </c:pt>
                <c:pt idx="1252">
                  <c:v>4.5</c:v>
                </c:pt>
                <c:pt idx="1253">
                  <c:v>4.5</c:v>
                </c:pt>
                <c:pt idx="1254">
                  <c:v>4.5</c:v>
                </c:pt>
                <c:pt idx="1255">
                  <c:v>4.5</c:v>
                </c:pt>
                <c:pt idx="1256">
                  <c:v>4.5</c:v>
                </c:pt>
                <c:pt idx="1257">
                  <c:v>4.5</c:v>
                </c:pt>
                <c:pt idx="1258">
                  <c:v>4.5</c:v>
                </c:pt>
                <c:pt idx="1259">
                  <c:v>4.5</c:v>
                </c:pt>
                <c:pt idx="1260">
                  <c:v>4.5</c:v>
                </c:pt>
                <c:pt idx="1261">
                  <c:v>4.5</c:v>
                </c:pt>
                <c:pt idx="1262">
                  <c:v>4.5</c:v>
                </c:pt>
                <c:pt idx="1263">
                  <c:v>4.5</c:v>
                </c:pt>
                <c:pt idx="1264">
                  <c:v>4.5</c:v>
                </c:pt>
                <c:pt idx="1265">
                  <c:v>4.5</c:v>
                </c:pt>
                <c:pt idx="1266">
                  <c:v>4.5</c:v>
                </c:pt>
                <c:pt idx="1267">
                  <c:v>4.5</c:v>
                </c:pt>
                <c:pt idx="1268">
                  <c:v>4.5</c:v>
                </c:pt>
                <c:pt idx="1269">
                  <c:v>4.5</c:v>
                </c:pt>
                <c:pt idx="1270">
                  <c:v>4.5</c:v>
                </c:pt>
                <c:pt idx="1271">
                  <c:v>4.5</c:v>
                </c:pt>
                <c:pt idx="1272">
                  <c:v>4.5</c:v>
                </c:pt>
                <c:pt idx="1273">
                  <c:v>4.5</c:v>
                </c:pt>
                <c:pt idx="1274">
                  <c:v>4.5</c:v>
                </c:pt>
                <c:pt idx="1275">
                  <c:v>4.5</c:v>
                </c:pt>
                <c:pt idx="1276">
                  <c:v>4.5</c:v>
                </c:pt>
                <c:pt idx="1277">
                  <c:v>4.5</c:v>
                </c:pt>
                <c:pt idx="1278">
                  <c:v>4.5</c:v>
                </c:pt>
                <c:pt idx="1279">
                  <c:v>4.5</c:v>
                </c:pt>
                <c:pt idx="1280">
                  <c:v>4.5</c:v>
                </c:pt>
                <c:pt idx="1281">
                  <c:v>4.5</c:v>
                </c:pt>
                <c:pt idx="1282">
                  <c:v>4.5</c:v>
                </c:pt>
                <c:pt idx="1283">
                  <c:v>4.5</c:v>
                </c:pt>
                <c:pt idx="1284">
                  <c:v>4.5</c:v>
                </c:pt>
                <c:pt idx="1285">
                  <c:v>4.5</c:v>
                </c:pt>
                <c:pt idx="1286">
                  <c:v>4.5</c:v>
                </c:pt>
                <c:pt idx="1287">
                  <c:v>4.5</c:v>
                </c:pt>
                <c:pt idx="1288">
                  <c:v>4.5</c:v>
                </c:pt>
                <c:pt idx="1289">
                  <c:v>4.5</c:v>
                </c:pt>
                <c:pt idx="1290">
                  <c:v>4.5</c:v>
                </c:pt>
                <c:pt idx="1291">
                  <c:v>4.5</c:v>
                </c:pt>
                <c:pt idx="1292">
                  <c:v>4.5</c:v>
                </c:pt>
                <c:pt idx="1293">
                  <c:v>4.5</c:v>
                </c:pt>
                <c:pt idx="1294">
                  <c:v>4.5</c:v>
                </c:pt>
                <c:pt idx="1295">
                  <c:v>4.5</c:v>
                </c:pt>
                <c:pt idx="1296">
                  <c:v>4.5</c:v>
                </c:pt>
                <c:pt idx="1297">
                  <c:v>4.5</c:v>
                </c:pt>
                <c:pt idx="1298">
                  <c:v>4.5</c:v>
                </c:pt>
                <c:pt idx="1299">
                  <c:v>4.5</c:v>
                </c:pt>
                <c:pt idx="1300">
                  <c:v>4.5</c:v>
                </c:pt>
                <c:pt idx="1301">
                  <c:v>4.5</c:v>
                </c:pt>
                <c:pt idx="1302">
                  <c:v>4.5</c:v>
                </c:pt>
                <c:pt idx="1303">
                  <c:v>4.5</c:v>
                </c:pt>
                <c:pt idx="1304">
                  <c:v>4.5</c:v>
                </c:pt>
                <c:pt idx="1305">
                  <c:v>4.5</c:v>
                </c:pt>
                <c:pt idx="1306">
                  <c:v>4.5</c:v>
                </c:pt>
                <c:pt idx="1307">
                  <c:v>4.5</c:v>
                </c:pt>
                <c:pt idx="1308">
                  <c:v>4.5</c:v>
                </c:pt>
                <c:pt idx="1309">
                  <c:v>4.5</c:v>
                </c:pt>
                <c:pt idx="1310">
                  <c:v>4.5</c:v>
                </c:pt>
                <c:pt idx="1311">
                  <c:v>4.5</c:v>
                </c:pt>
                <c:pt idx="1312">
                  <c:v>4.5</c:v>
                </c:pt>
                <c:pt idx="1313">
                  <c:v>4.5</c:v>
                </c:pt>
                <c:pt idx="1314">
                  <c:v>4.5</c:v>
                </c:pt>
                <c:pt idx="1315">
                  <c:v>4.5</c:v>
                </c:pt>
                <c:pt idx="1316">
                  <c:v>4.5</c:v>
                </c:pt>
                <c:pt idx="1317">
                  <c:v>4.5</c:v>
                </c:pt>
                <c:pt idx="1318">
                  <c:v>4.5</c:v>
                </c:pt>
                <c:pt idx="1319">
                  <c:v>4.5</c:v>
                </c:pt>
                <c:pt idx="1320">
                  <c:v>4.5</c:v>
                </c:pt>
                <c:pt idx="1321">
                  <c:v>4.5</c:v>
                </c:pt>
                <c:pt idx="1322">
                  <c:v>4.5</c:v>
                </c:pt>
                <c:pt idx="1323">
                  <c:v>4.5</c:v>
                </c:pt>
                <c:pt idx="1324">
                  <c:v>4.5</c:v>
                </c:pt>
                <c:pt idx="1325">
                  <c:v>4.5</c:v>
                </c:pt>
                <c:pt idx="1326">
                  <c:v>4.5</c:v>
                </c:pt>
                <c:pt idx="1327">
                  <c:v>4.5</c:v>
                </c:pt>
                <c:pt idx="1328">
                  <c:v>4.5</c:v>
                </c:pt>
                <c:pt idx="1329">
                  <c:v>4.5</c:v>
                </c:pt>
                <c:pt idx="1330">
                  <c:v>4.5</c:v>
                </c:pt>
                <c:pt idx="1331">
                  <c:v>4.5</c:v>
                </c:pt>
                <c:pt idx="1332">
                  <c:v>4.5</c:v>
                </c:pt>
                <c:pt idx="1333">
                  <c:v>4.5</c:v>
                </c:pt>
                <c:pt idx="1334">
                  <c:v>4.5</c:v>
                </c:pt>
                <c:pt idx="1335">
                  <c:v>4.25</c:v>
                </c:pt>
                <c:pt idx="1336">
                  <c:v>4.25</c:v>
                </c:pt>
                <c:pt idx="1337">
                  <c:v>4.25</c:v>
                </c:pt>
                <c:pt idx="1338">
                  <c:v>4.25</c:v>
                </c:pt>
                <c:pt idx="1339">
                  <c:v>4.25</c:v>
                </c:pt>
                <c:pt idx="1340">
                  <c:v>4.25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635-4305-9CD6-9110EBD532C9}"/>
            </c:ext>
          </c:extLst>
        </c:ser>
        <c:ser>
          <c:idx val="1"/>
          <c:order val="1"/>
          <c:tx>
            <c:strRef>
              <c:f>DFEDTARU!$C$1</c:f>
              <c:strCache>
                <c:ptCount val="1"/>
                <c:pt idx="0">
                  <c:v>ECB Deposit facility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DFEDTARU!$A$2:$A$1342</c:f>
              <c:numCache>
                <c:formatCode>m/d/yyyy</c:formatCode>
                <c:ptCount val="1341"/>
                <c:pt idx="0">
                  <c:v>44583</c:v>
                </c:pt>
                <c:pt idx="1">
                  <c:v>44584</c:v>
                </c:pt>
                <c:pt idx="2">
                  <c:v>44585</c:v>
                </c:pt>
                <c:pt idx="3">
                  <c:v>44586</c:v>
                </c:pt>
                <c:pt idx="4">
                  <c:v>44587</c:v>
                </c:pt>
                <c:pt idx="5">
                  <c:v>44588</c:v>
                </c:pt>
                <c:pt idx="6">
                  <c:v>44589</c:v>
                </c:pt>
                <c:pt idx="7">
                  <c:v>44590</c:v>
                </c:pt>
                <c:pt idx="8">
                  <c:v>44591</c:v>
                </c:pt>
                <c:pt idx="9">
                  <c:v>44592</c:v>
                </c:pt>
                <c:pt idx="10">
                  <c:v>44593</c:v>
                </c:pt>
                <c:pt idx="11">
                  <c:v>44594</c:v>
                </c:pt>
                <c:pt idx="12">
                  <c:v>44595</c:v>
                </c:pt>
                <c:pt idx="13">
                  <c:v>44596</c:v>
                </c:pt>
                <c:pt idx="14">
                  <c:v>44597</c:v>
                </c:pt>
                <c:pt idx="15">
                  <c:v>44598</c:v>
                </c:pt>
                <c:pt idx="16">
                  <c:v>44599</c:v>
                </c:pt>
                <c:pt idx="17">
                  <c:v>44600</c:v>
                </c:pt>
                <c:pt idx="18">
                  <c:v>44601</c:v>
                </c:pt>
                <c:pt idx="19">
                  <c:v>44602</c:v>
                </c:pt>
                <c:pt idx="20">
                  <c:v>44603</c:v>
                </c:pt>
                <c:pt idx="21">
                  <c:v>44604</c:v>
                </c:pt>
                <c:pt idx="22">
                  <c:v>44605</c:v>
                </c:pt>
                <c:pt idx="23">
                  <c:v>44606</c:v>
                </c:pt>
                <c:pt idx="24">
                  <c:v>44607</c:v>
                </c:pt>
                <c:pt idx="25">
                  <c:v>44608</c:v>
                </c:pt>
                <c:pt idx="26">
                  <c:v>44609</c:v>
                </c:pt>
                <c:pt idx="27">
                  <c:v>44610</c:v>
                </c:pt>
                <c:pt idx="28">
                  <c:v>44611</c:v>
                </c:pt>
                <c:pt idx="29">
                  <c:v>44612</c:v>
                </c:pt>
                <c:pt idx="30">
                  <c:v>44613</c:v>
                </c:pt>
                <c:pt idx="31">
                  <c:v>44614</c:v>
                </c:pt>
                <c:pt idx="32">
                  <c:v>44615</c:v>
                </c:pt>
                <c:pt idx="33">
                  <c:v>44616</c:v>
                </c:pt>
                <c:pt idx="34">
                  <c:v>44617</c:v>
                </c:pt>
                <c:pt idx="35">
                  <c:v>44618</c:v>
                </c:pt>
                <c:pt idx="36">
                  <c:v>44619</c:v>
                </c:pt>
                <c:pt idx="37">
                  <c:v>44620</c:v>
                </c:pt>
                <c:pt idx="38">
                  <c:v>44621</c:v>
                </c:pt>
                <c:pt idx="39">
                  <c:v>44622</c:v>
                </c:pt>
                <c:pt idx="40">
                  <c:v>44623</c:v>
                </c:pt>
                <c:pt idx="41">
                  <c:v>44624</c:v>
                </c:pt>
                <c:pt idx="42">
                  <c:v>44625</c:v>
                </c:pt>
                <c:pt idx="43">
                  <c:v>44626</c:v>
                </c:pt>
                <c:pt idx="44">
                  <c:v>44627</c:v>
                </c:pt>
                <c:pt idx="45">
                  <c:v>44628</c:v>
                </c:pt>
                <c:pt idx="46">
                  <c:v>44629</c:v>
                </c:pt>
                <c:pt idx="47">
                  <c:v>44630</c:v>
                </c:pt>
                <c:pt idx="48">
                  <c:v>44631</c:v>
                </c:pt>
                <c:pt idx="49">
                  <c:v>44632</c:v>
                </c:pt>
                <c:pt idx="50">
                  <c:v>44633</c:v>
                </c:pt>
                <c:pt idx="51">
                  <c:v>44634</c:v>
                </c:pt>
                <c:pt idx="52">
                  <c:v>44635</c:v>
                </c:pt>
                <c:pt idx="53">
                  <c:v>44636</c:v>
                </c:pt>
                <c:pt idx="54">
                  <c:v>44637</c:v>
                </c:pt>
                <c:pt idx="55">
                  <c:v>44638</c:v>
                </c:pt>
                <c:pt idx="56">
                  <c:v>44639</c:v>
                </c:pt>
                <c:pt idx="57">
                  <c:v>44640</c:v>
                </c:pt>
                <c:pt idx="58">
                  <c:v>44641</c:v>
                </c:pt>
                <c:pt idx="59">
                  <c:v>44642</c:v>
                </c:pt>
                <c:pt idx="60">
                  <c:v>44643</c:v>
                </c:pt>
                <c:pt idx="61">
                  <c:v>44644</c:v>
                </c:pt>
                <c:pt idx="62">
                  <c:v>44645</c:v>
                </c:pt>
                <c:pt idx="63">
                  <c:v>44646</c:v>
                </c:pt>
                <c:pt idx="64">
                  <c:v>44647</c:v>
                </c:pt>
                <c:pt idx="65">
                  <c:v>44648</c:v>
                </c:pt>
                <c:pt idx="66">
                  <c:v>44649</c:v>
                </c:pt>
                <c:pt idx="67">
                  <c:v>44650</c:v>
                </c:pt>
                <c:pt idx="68">
                  <c:v>44651</c:v>
                </c:pt>
                <c:pt idx="69">
                  <c:v>44652</c:v>
                </c:pt>
                <c:pt idx="70">
                  <c:v>44653</c:v>
                </c:pt>
                <c:pt idx="71">
                  <c:v>44654</c:v>
                </c:pt>
                <c:pt idx="72">
                  <c:v>44655</c:v>
                </c:pt>
                <c:pt idx="73">
                  <c:v>44656</c:v>
                </c:pt>
                <c:pt idx="74">
                  <c:v>44657</c:v>
                </c:pt>
                <c:pt idx="75">
                  <c:v>44658</c:v>
                </c:pt>
                <c:pt idx="76">
                  <c:v>44659</c:v>
                </c:pt>
                <c:pt idx="77">
                  <c:v>44660</c:v>
                </c:pt>
                <c:pt idx="78">
                  <c:v>44661</c:v>
                </c:pt>
                <c:pt idx="79">
                  <c:v>44662</c:v>
                </c:pt>
                <c:pt idx="80">
                  <c:v>44663</c:v>
                </c:pt>
                <c:pt idx="81">
                  <c:v>44664</c:v>
                </c:pt>
                <c:pt idx="82">
                  <c:v>44665</c:v>
                </c:pt>
                <c:pt idx="83">
                  <c:v>44666</c:v>
                </c:pt>
                <c:pt idx="84">
                  <c:v>44667</c:v>
                </c:pt>
                <c:pt idx="85">
                  <c:v>44668</c:v>
                </c:pt>
                <c:pt idx="86">
                  <c:v>44669</c:v>
                </c:pt>
                <c:pt idx="87">
                  <c:v>44670</c:v>
                </c:pt>
                <c:pt idx="88">
                  <c:v>44671</c:v>
                </c:pt>
                <c:pt idx="89">
                  <c:v>44672</c:v>
                </c:pt>
                <c:pt idx="90">
                  <c:v>44673</c:v>
                </c:pt>
                <c:pt idx="91">
                  <c:v>44674</c:v>
                </c:pt>
                <c:pt idx="92">
                  <c:v>44675</c:v>
                </c:pt>
                <c:pt idx="93">
                  <c:v>44676</c:v>
                </c:pt>
                <c:pt idx="94">
                  <c:v>44677</c:v>
                </c:pt>
                <c:pt idx="95">
                  <c:v>44678</c:v>
                </c:pt>
                <c:pt idx="96">
                  <c:v>44679</c:v>
                </c:pt>
                <c:pt idx="97">
                  <c:v>44680</c:v>
                </c:pt>
                <c:pt idx="98">
                  <c:v>44681</c:v>
                </c:pt>
                <c:pt idx="99">
                  <c:v>44682</c:v>
                </c:pt>
                <c:pt idx="100">
                  <c:v>44683</c:v>
                </c:pt>
                <c:pt idx="101">
                  <c:v>44684</c:v>
                </c:pt>
                <c:pt idx="102">
                  <c:v>44685</c:v>
                </c:pt>
                <c:pt idx="103">
                  <c:v>44686</c:v>
                </c:pt>
                <c:pt idx="104">
                  <c:v>44687</c:v>
                </c:pt>
                <c:pt idx="105">
                  <c:v>44688</c:v>
                </c:pt>
                <c:pt idx="106">
                  <c:v>44689</c:v>
                </c:pt>
                <c:pt idx="107">
                  <c:v>44690</c:v>
                </c:pt>
                <c:pt idx="108">
                  <c:v>44691</c:v>
                </c:pt>
                <c:pt idx="109">
                  <c:v>44692</c:v>
                </c:pt>
                <c:pt idx="110">
                  <c:v>44693</c:v>
                </c:pt>
                <c:pt idx="111">
                  <c:v>44694</c:v>
                </c:pt>
                <c:pt idx="112">
                  <c:v>44695</c:v>
                </c:pt>
                <c:pt idx="113">
                  <c:v>44696</c:v>
                </c:pt>
                <c:pt idx="114">
                  <c:v>44697</c:v>
                </c:pt>
                <c:pt idx="115">
                  <c:v>44698</c:v>
                </c:pt>
                <c:pt idx="116">
                  <c:v>44699</c:v>
                </c:pt>
                <c:pt idx="117">
                  <c:v>44700</c:v>
                </c:pt>
                <c:pt idx="118">
                  <c:v>44701</c:v>
                </c:pt>
                <c:pt idx="119">
                  <c:v>44702</c:v>
                </c:pt>
                <c:pt idx="120">
                  <c:v>44703</c:v>
                </c:pt>
                <c:pt idx="121">
                  <c:v>44704</c:v>
                </c:pt>
                <c:pt idx="122">
                  <c:v>44705</c:v>
                </c:pt>
                <c:pt idx="123">
                  <c:v>44706</c:v>
                </c:pt>
                <c:pt idx="124">
                  <c:v>44707</c:v>
                </c:pt>
                <c:pt idx="125">
                  <c:v>44708</c:v>
                </c:pt>
                <c:pt idx="126">
                  <c:v>44709</c:v>
                </c:pt>
                <c:pt idx="127">
                  <c:v>44710</c:v>
                </c:pt>
                <c:pt idx="128">
                  <c:v>44711</c:v>
                </c:pt>
                <c:pt idx="129">
                  <c:v>44712</c:v>
                </c:pt>
                <c:pt idx="130">
                  <c:v>44713</c:v>
                </c:pt>
                <c:pt idx="131">
                  <c:v>44714</c:v>
                </c:pt>
                <c:pt idx="132">
                  <c:v>44715</c:v>
                </c:pt>
                <c:pt idx="133">
                  <c:v>44716</c:v>
                </c:pt>
                <c:pt idx="134">
                  <c:v>44717</c:v>
                </c:pt>
                <c:pt idx="135">
                  <c:v>44718</c:v>
                </c:pt>
                <c:pt idx="136">
                  <c:v>44719</c:v>
                </c:pt>
                <c:pt idx="137">
                  <c:v>44720</c:v>
                </c:pt>
                <c:pt idx="138">
                  <c:v>44721</c:v>
                </c:pt>
                <c:pt idx="139">
                  <c:v>44722</c:v>
                </c:pt>
                <c:pt idx="140">
                  <c:v>44723</c:v>
                </c:pt>
                <c:pt idx="141">
                  <c:v>44724</c:v>
                </c:pt>
                <c:pt idx="142">
                  <c:v>44725</c:v>
                </c:pt>
                <c:pt idx="143">
                  <c:v>44726</c:v>
                </c:pt>
                <c:pt idx="144">
                  <c:v>44727</c:v>
                </c:pt>
                <c:pt idx="145">
                  <c:v>44728</c:v>
                </c:pt>
                <c:pt idx="146">
                  <c:v>44729</c:v>
                </c:pt>
                <c:pt idx="147">
                  <c:v>44730</c:v>
                </c:pt>
                <c:pt idx="148">
                  <c:v>44731</c:v>
                </c:pt>
                <c:pt idx="149">
                  <c:v>44732</c:v>
                </c:pt>
                <c:pt idx="150">
                  <c:v>44733</c:v>
                </c:pt>
                <c:pt idx="151">
                  <c:v>44734</c:v>
                </c:pt>
                <c:pt idx="152">
                  <c:v>44735</c:v>
                </c:pt>
                <c:pt idx="153">
                  <c:v>44736</c:v>
                </c:pt>
                <c:pt idx="154">
                  <c:v>44737</c:v>
                </c:pt>
                <c:pt idx="155">
                  <c:v>44738</c:v>
                </c:pt>
                <c:pt idx="156">
                  <c:v>44739</c:v>
                </c:pt>
                <c:pt idx="157">
                  <c:v>44740</c:v>
                </c:pt>
                <c:pt idx="158">
                  <c:v>44741</c:v>
                </c:pt>
                <c:pt idx="159">
                  <c:v>44742</c:v>
                </c:pt>
                <c:pt idx="160">
                  <c:v>44743</c:v>
                </c:pt>
                <c:pt idx="161">
                  <c:v>44744</c:v>
                </c:pt>
                <c:pt idx="162">
                  <c:v>44745</c:v>
                </c:pt>
                <c:pt idx="163">
                  <c:v>44746</c:v>
                </c:pt>
                <c:pt idx="164">
                  <c:v>44747</c:v>
                </c:pt>
                <c:pt idx="165">
                  <c:v>44748</c:v>
                </c:pt>
                <c:pt idx="166">
                  <c:v>44749</c:v>
                </c:pt>
                <c:pt idx="167">
                  <c:v>44750</c:v>
                </c:pt>
                <c:pt idx="168">
                  <c:v>44751</c:v>
                </c:pt>
                <c:pt idx="169">
                  <c:v>44752</c:v>
                </c:pt>
                <c:pt idx="170">
                  <c:v>44753</c:v>
                </c:pt>
                <c:pt idx="171">
                  <c:v>44754</c:v>
                </c:pt>
                <c:pt idx="172">
                  <c:v>44755</c:v>
                </c:pt>
                <c:pt idx="173">
                  <c:v>44756</c:v>
                </c:pt>
                <c:pt idx="174">
                  <c:v>44757</c:v>
                </c:pt>
                <c:pt idx="175">
                  <c:v>44758</c:v>
                </c:pt>
                <c:pt idx="176">
                  <c:v>44759</c:v>
                </c:pt>
                <c:pt idx="177">
                  <c:v>44760</c:v>
                </c:pt>
                <c:pt idx="178">
                  <c:v>44761</c:v>
                </c:pt>
                <c:pt idx="179">
                  <c:v>44762</c:v>
                </c:pt>
                <c:pt idx="180">
                  <c:v>44763</c:v>
                </c:pt>
                <c:pt idx="181">
                  <c:v>44764</c:v>
                </c:pt>
                <c:pt idx="182">
                  <c:v>44765</c:v>
                </c:pt>
                <c:pt idx="183">
                  <c:v>44766</c:v>
                </c:pt>
                <c:pt idx="184">
                  <c:v>44767</c:v>
                </c:pt>
                <c:pt idx="185">
                  <c:v>44768</c:v>
                </c:pt>
                <c:pt idx="186">
                  <c:v>44769</c:v>
                </c:pt>
                <c:pt idx="187">
                  <c:v>44770</c:v>
                </c:pt>
                <c:pt idx="188">
                  <c:v>44771</c:v>
                </c:pt>
                <c:pt idx="189">
                  <c:v>44772</c:v>
                </c:pt>
                <c:pt idx="190">
                  <c:v>44773</c:v>
                </c:pt>
                <c:pt idx="191">
                  <c:v>44774</c:v>
                </c:pt>
                <c:pt idx="192">
                  <c:v>44775</c:v>
                </c:pt>
                <c:pt idx="193">
                  <c:v>44776</c:v>
                </c:pt>
                <c:pt idx="194">
                  <c:v>44777</c:v>
                </c:pt>
                <c:pt idx="195">
                  <c:v>44778</c:v>
                </c:pt>
                <c:pt idx="196">
                  <c:v>44779</c:v>
                </c:pt>
                <c:pt idx="197">
                  <c:v>44780</c:v>
                </c:pt>
                <c:pt idx="198">
                  <c:v>44781</c:v>
                </c:pt>
                <c:pt idx="199">
                  <c:v>44782</c:v>
                </c:pt>
                <c:pt idx="200">
                  <c:v>44783</c:v>
                </c:pt>
                <c:pt idx="201">
                  <c:v>44784</c:v>
                </c:pt>
                <c:pt idx="202">
                  <c:v>44785</c:v>
                </c:pt>
                <c:pt idx="203">
                  <c:v>44786</c:v>
                </c:pt>
                <c:pt idx="204">
                  <c:v>44787</c:v>
                </c:pt>
                <c:pt idx="205">
                  <c:v>44788</c:v>
                </c:pt>
                <c:pt idx="206">
                  <c:v>44789</c:v>
                </c:pt>
                <c:pt idx="207">
                  <c:v>44790</c:v>
                </c:pt>
                <c:pt idx="208">
                  <c:v>44791</c:v>
                </c:pt>
                <c:pt idx="209">
                  <c:v>44792</c:v>
                </c:pt>
                <c:pt idx="210">
                  <c:v>44793</c:v>
                </c:pt>
                <c:pt idx="211">
                  <c:v>44794</c:v>
                </c:pt>
                <c:pt idx="212">
                  <c:v>44795</c:v>
                </c:pt>
                <c:pt idx="213">
                  <c:v>44796</c:v>
                </c:pt>
                <c:pt idx="214">
                  <c:v>44797</c:v>
                </c:pt>
                <c:pt idx="215">
                  <c:v>44798</c:v>
                </c:pt>
                <c:pt idx="216">
                  <c:v>44799</c:v>
                </c:pt>
                <c:pt idx="217">
                  <c:v>44800</c:v>
                </c:pt>
                <c:pt idx="218">
                  <c:v>44801</c:v>
                </c:pt>
                <c:pt idx="219">
                  <c:v>44802</c:v>
                </c:pt>
                <c:pt idx="220">
                  <c:v>44803</c:v>
                </c:pt>
                <c:pt idx="221">
                  <c:v>44804</c:v>
                </c:pt>
                <c:pt idx="222">
                  <c:v>44805</c:v>
                </c:pt>
                <c:pt idx="223">
                  <c:v>44806</c:v>
                </c:pt>
                <c:pt idx="224">
                  <c:v>44807</c:v>
                </c:pt>
                <c:pt idx="225">
                  <c:v>44808</c:v>
                </c:pt>
                <c:pt idx="226">
                  <c:v>44809</c:v>
                </c:pt>
                <c:pt idx="227">
                  <c:v>44810</c:v>
                </c:pt>
                <c:pt idx="228">
                  <c:v>44811</c:v>
                </c:pt>
                <c:pt idx="229">
                  <c:v>44812</c:v>
                </c:pt>
                <c:pt idx="230">
                  <c:v>44813</c:v>
                </c:pt>
                <c:pt idx="231">
                  <c:v>44814</c:v>
                </c:pt>
                <c:pt idx="232">
                  <c:v>44815</c:v>
                </c:pt>
                <c:pt idx="233">
                  <c:v>44816</c:v>
                </c:pt>
                <c:pt idx="234">
                  <c:v>44817</c:v>
                </c:pt>
                <c:pt idx="235">
                  <c:v>44818</c:v>
                </c:pt>
                <c:pt idx="236">
                  <c:v>44819</c:v>
                </c:pt>
                <c:pt idx="237">
                  <c:v>44820</c:v>
                </c:pt>
                <c:pt idx="238">
                  <c:v>44821</c:v>
                </c:pt>
                <c:pt idx="239">
                  <c:v>44822</c:v>
                </c:pt>
                <c:pt idx="240">
                  <c:v>44823</c:v>
                </c:pt>
                <c:pt idx="241">
                  <c:v>44824</c:v>
                </c:pt>
                <c:pt idx="242">
                  <c:v>44825</c:v>
                </c:pt>
                <c:pt idx="243">
                  <c:v>44826</c:v>
                </c:pt>
                <c:pt idx="244">
                  <c:v>44827</c:v>
                </c:pt>
                <c:pt idx="245">
                  <c:v>44828</c:v>
                </c:pt>
                <c:pt idx="246">
                  <c:v>44829</c:v>
                </c:pt>
                <c:pt idx="247">
                  <c:v>44830</c:v>
                </c:pt>
                <c:pt idx="248">
                  <c:v>44831</c:v>
                </c:pt>
                <c:pt idx="249">
                  <c:v>44832</c:v>
                </c:pt>
                <c:pt idx="250">
                  <c:v>44833</c:v>
                </c:pt>
                <c:pt idx="251">
                  <c:v>44834</c:v>
                </c:pt>
                <c:pt idx="252">
                  <c:v>44835</c:v>
                </c:pt>
                <c:pt idx="253">
                  <c:v>44836</c:v>
                </c:pt>
                <c:pt idx="254">
                  <c:v>44837</c:v>
                </c:pt>
                <c:pt idx="255">
                  <c:v>44838</c:v>
                </c:pt>
                <c:pt idx="256">
                  <c:v>44839</c:v>
                </c:pt>
                <c:pt idx="257">
                  <c:v>44840</c:v>
                </c:pt>
                <c:pt idx="258">
                  <c:v>44841</c:v>
                </c:pt>
                <c:pt idx="259">
                  <c:v>44842</c:v>
                </c:pt>
                <c:pt idx="260">
                  <c:v>44843</c:v>
                </c:pt>
                <c:pt idx="261">
                  <c:v>44844</c:v>
                </c:pt>
                <c:pt idx="262">
                  <c:v>44845</c:v>
                </c:pt>
                <c:pt idx="263">
                  <c:v>44846</c:v>
                </c:pt>
                <c:pt idx="264">
                  <c:v>44847</c:v>
                </c:pt>
                <c:pt idx="265">
                  <c:v>44848</c:v>
                </c:pt>
                <c:pt idx="266">
                  <c:v>44849</c:v>
                </c:pt>
                <c:pt idx="267">
                  <c:v>44850</c:v>
                </c:pt>
                <c:pt idx="268">
                  <c:v>44851</c:v>
                </c:pt>
                <c:pt idx="269">
                  <c:v>44852</c:v>
                </c:pt>
                <c:pt idx="270">
                  <c:v>44853</c:v>
                </c:pt>
                <c:pt idx="271">
                  <c:v>44854</c:v>
                </c:pt>
                <c:pt idx="272">
                  <c:v>44855</c:v>
                </c:pt>
                <c:pt idx="273">
                  <c:v>44856</c:v>
                </c:pt>
                <c:pt idx="274">
                  <c:v>44857</c:v>
                </c:pt>
                <c:pt idx="275">
                  <c:v>44858</c:v>
                </c:pt>
                <c:pt idx="276">
                  <c:v>44859</c:v>
                </c:pt>
                <c:pt idx="277">
                  <c:v>44860</c:v>
                </c:pt>
                <c:pt idx="278">
                  <c:v>44861</c:v>
                </c:pt>
                <c:pt idx="279">
                  <c:v>44862</c:v>
                </c:pt>
                <c:pt idx="280">
                  <c:v>44863</c:v>
                </c:pt>
                <c:pt idx="281">
                  <c:v>44864</c:v>
                </c:pt>
                <c:pt idx="282">
                  <c:v>44865</c:v>
                </c:pt>
                <c:pt idx="283">
                  <c:v>44866</c:v>
                </c:pt>
                <c:pt idx="284">
                  <c:v>44867</c:v>
                </c:pt>
                <c:pt idx="285">
                  <c:v>44868</c:v>
                </c:pt>
                <c:pt idx="286">
                  <c:v>44869</c:v>
                </c:pt>
                <c:pt idx="287">
                  <c:v>44870</c:v>
                </c:pt>
                <c:pt idx="288">
                  <c:v>44871</c:v>
                </c:pt>
                <c:pt idx="289">
                  <c:v>44872</c:v>
                </c:pt>
                <c:pt idx="290">
                  <c:v>44873</c:v>
                </c:pt>
                <c:pt idx="291">
                  <c:v>44874</c:v>
                </c:pt>
                <c:pt idx="292">
                  <c:v>44875</c:v>
                </c:pt>
                <c:pt idx="293">
                  <c:v>44876</c:v>
                </c:pt>
                <c:pt idx="294">
                  <c:v>44877</c:v>
                </c:pt>
                <c:pt idx="295">
                  <c:v>44878</c:v>
                </c:pt>
                <c:pt idx="296">
                  <c:v>44879</c:v>
                </c:pt>
                <c:pt idx="297">
                  <c:v>44880</c:v>
                </c:pt>
                <c:pt idx="298">
                  <c:v>44881</c:v>
                </c:pt>
                <c:pt idx="299">
                  <c:v>44882</c:v>
                </c:pt>
                <c:pt idx="300">
                  <c:v>44883</c:v>
                </c:pt>
                <c:pt idx="301">
                  <c:v>44884</c:v>
                </c:pt>
                <c:pt idx="302">
                  <c:v>44885</c:v>
                </c:pt>
                <c:pt idx="303">
                  <c:v>44886</c:v>
                </c:pt>
                <c:pt idx="304">
                  <c:v>44887</c:v>
                </c:pt>
                <c:pt idx="305">
                  <c:v>44888</c:v>
                </c:pt>
                <c:pt idx="306">
                  <c:v>44889</c:v>
                </c:pt>
                <c:pt idx="307">
                  <c:v>44890</c:v>
                </c:pt>
                <c:pt idx="308">
                  <c:v>44891</c:v>
                </c:pt>
                <c:pt idx="309">
                  <c:v>44892</c:v>
                </c:pt>
                <c:pt idx="310">
                  <c:v>44893</c:v>
                </c:pt>
                <c:pt idx="311">
                  <c:v>44894</c:v>
                </c:pt>
                <c:pt idx="312">
                  <c:v>44895</c:v>
                </c:pt>
                <c:pt idx="313">
                  <c:v>44896</c:v>
                </c:pt>
                <c:pt idx="314">
                  <c:v>44897</c:v>
                </c:pt>
                <c:pt idx="315">
                  <c:v>44898</c:v>
                </c:pt>
                <c:pt idx="316">
                  <c:v>44899</c:v>
                </c:pt>
                <c:pt idx="317">
                  <c:v>44900</c:v>
                </c:pt>
                <c:pt idx="318">
                  <c:v>44901</c:v>
                </c:pt>
                <c:pt idx="319">
                  <c:v>44902</c:v>
                </c:pt>
                <c:pt idx="320">
                  <c:v>44903</c:v>
                </c:pt>
                <c:pt idx="321">
                  <c:v>44904</c:v>
                </c:pt>
                <c:pt idx="322">
                  <c:v>44905</c:v>
                </c:pt>
                <c:pt idx="323">
                  <c:v>44906</c:v>
                </c:pt>
                <c:pt idx="324">
                  <c:v>44907</c:v>
                </c:pt>
                <c:pt idx="325">
                  <c:v>44908</c:v>
                </c:pt>
                <c:pt idx="326">
                  <c:v>44909</c:v>
                </c:pt>
                <c:pt idx="327">
                  <c:v>44910</c:v>
                </c:pt>
                <c:pt idx="328">
                  <c:v>44911</c:v>
                </c:pt>
                <c:pt idx="329">
                  <c:v>44912</c:v>
                </c:pt>
                <c:pt idx="330">
                  <c:v>44913</c:v>
                </c:pt>
                <c:pt idx="331">
                  <c:v>44914</c:v>
                </c:pt>
                <c:pt idx="332">
                  <c:v>44915</c:v>
                </c:pt>
                <c:pt idx="333">
                  <c:v>44916</c:v>
                </c:pt>
                <c:pt idx="334">
                  <c:v>44917</c:v>
                </c:pt>
                <c:pt idx="335">
                  <c:v>44918</c:v>
                </c:pt>
                <c:pt idx="336">
                  <c:v>44919</c:v>
                </c:pt>
                <c:pt idx="337">
                  <c:v>44920</c:v>
                </c:pt>
                <c:pt idx="338">
                  <c:v>44921</c:v>
                </c:pt>
                <c:pt idx="339">
                  <c:v>44922</c:v>
                </c:pt>
                <c:pt idx="340">
                  <c:v>44923</c:v>
                </c:pt>
                <c:pt idx="341">
                  <c:v>44924</c:v>
                </c:pt>
                <c:pt idx="342">
                  <c:v>44925</c:v>
                </c:pt>
                <c:pt idx="343">
                  <c:v>44926</c:v>
                </c:pt>
                <c:pt idx="344">
                  <c:v>44927</c:v>
                </c:pt>
                <c:pt idx="345">
                  <c:v>44928</c:v>
                </c:pt>
                <c:pt idx="346">
                  <c:v>44929</c:v>
                </c:pt>
                <c:pt idx="347">
                  <c:v>44930</c:v>
                </c:pt>
                <c:pt idx="348">
                  <c:v>44931</c:v>
                </c:pt>
                <c:pt idx="349">
                  <c:v>44932</c:v>
                </c:pt>
                <c:pt idx="350">
                  <c:v>44933</c:v>
                </c:pt>
                <c:pt idx="351">
                  <c:v>44934</c:v>
                </c:pt>
                <c:pt idx="352">
                  <c:v>44935</c:v>
                </c:pt>
                <c:pt idx="353">
                  <c:v>44936</c:v>
                </c:pt>
                <c:pt idx="354">
                  <c:v>44937</c:v>
                </c:pt>
                <c:pt idx="355">
                  <c:v>44938</c:v>
                </c:pt>
                <c:pt idx="356">
                  <c:v>44939</c:v>
                </c:pt>
                <c:pt idx="357">
                  <c:v>44940</c:v>
                </c:pt>
                <c:pt idx="358">
                  <c:v>44941</c:v>
                </c:pt>
                <c:pt idx="359">
                  <c:v>44942</c:v>
                </c:pt>
                <c:pt idx="360">
                  <c:v>44943</c:v>
                </c:pt>
                <c:pt idx="361">
                  <c:v>44944</c:v>
                </c:pt>
                <c:pt idx="362">
                  <c:v>44945</c:v>
                </c:pt>
                <c:pt idx="363">
                  <c:v>44946</c:v>
                </c:pt>
                <c:pt idx="364">
                  <c:v>44947</c:v>
                </c:pt>
                <c:pt idx="365">
                  <c:v>44948</c:v>
                </c:pt>
                <c:pt idx="366">
                  <c:v>44949</c:v>
                </c:pt>
                <c:pt idx="367">
                  <c:v>44950</c:v>
                </c:pt>
                <c:pt idx="368">
                  <c:v>44951</c:v>
                </c:pt>
                <c:pt idx="369">
                  <c:v>44952</c:v>
                </c:pt>
                <c:pt idx="370">
                  <c:v>44953</c:v>
                </c:pt>
                <c:pt idx="371">
                  <c:v>44954</c:v>
                </c:pt>
                <c:pt idx="372">
                  <c:v>44955</c:v>
                </c:pt>
                <c:pt idx="373">
                  <c:v>44956</c:v>
                </c:pt>
                <c:pt idx="374">
                  <c:v>44957</c:v>
                </c:pt>
                <c:pt idx="375">
                  <c:v>44958</c:v>
                </c:pt>
                <c:pt idx="376">
                  <c:v>44959</c:v>
                </c:pt>
                <c:pt idx="377">
                  <c:v>44960</c:v>
                </c:pt>
                <c:pt idx="378">
                  <c:v>44961</c:v>
                </c:pt>
                <c:pt idx="379">
                  <c:v>44962</c:v>
                </c:pt>
                <c:pt idx="380">
                  <c:v>44963</c:v>
                </c:pt>
                <c:pt idx="381">
                  <c:v>44964</c:v>
                </c:pt>
                <c:pt idx="382">
                  <c:v>44965</c:v>
                </c:pt>
                <c:pt idx="383">
                  <c:v>44966</c:v>
                </c:pt>
                <c:pt idx="384">
                  <c:v>44967</c:v>
                </c:pt>
                <c:pt idx="385">
                  <c:v>44968</c:v>
                </c:pt>
                <c:pt idx="386">
                  <c:v>44969</c:v>
                </c:pt>
                <c:pt idx="387">
                  <c:v>44970</c:v>
                </c:pt>
                <c:pt idx="388">
                  <c:v>44971</c:v>
                </c:pt>
                <c:pt idx="389">
                  <c:v>44972</c:v>
                </c:pt>
                <c:pt idx="390">
                  <c:v>44973</c:v>
                </c:pt>
                <c:pt idx="391">
                  <c:v>44974</c:v>
                </c:pt>
                <c:pt idx="392">
                  <c:v>44975</c:v>
                </c:pt>
                <c:pt idx="393">
                  <c:v>44976</c:v>
                </c:pt>
                <c:pt idx="394">
                  <c:v>44977</c:v>
                </c:pt>
                <c:pt idx="395">
                  <c:v>44978</c:v>
                </c:pt>
                <c:pt idx="396">
                  <c:v>44979</c:v>
                </c:pt>
                <c:pt idx="397">
                  <c:v>44980</c:v>
                </c:pt>
                <c:pt idx="398">
                  <c:v>44981</c:v>
                </c:pt>
                <c:pt idx="399">
                  <c:v>44982</c:v>
                </c:pt>
                <c:pt idx="400">
                  <c:v>44983</c:v>
                </c:pt>
                <c:pt idx="401">
                  <c:v>44984</c:v>
                </c:pt>
                <c:pt idx="402">
                  <c:v>44985</c:v>
                </c:pt>
                <c:pt idx="403">
                  <c:v>44986</c:v>
                </c:pt>
                <c:pt idx="404">
                  <c:v>44987</c:v>
                </c:pt>
                <c:pt idx="405">
                  <c:v>44988</c:v>
                </c:pt>
                <c:pt idx="406">
                  <c:v>44989</c:v>
                </c:pt>
                <c:pt idx="407">
                  <c:v>44990</c:v>
                </c:pt>
                <c:pt idx="408">
                  <c:v>44991</c:v>
                </c:pt>
                <c:pt idx="409">
                  <c:v>44992</c:v>
                </c:pt>
                <c:pt idx="410">
                  <c:v>44993</c:v>
                </c:pt>
                <c:pt idx="411">
                  <c:v>44994</c:v>
                </c:pt>
                <c:pt idx="412">
                  <c:v>44995</c:v>
                </c:pt>
                <c:pt idx="413">
                  <c:v>44996</c:v>
                </c:pt>
                <c:pt idx="414">
                  <c:v>44997</c:v>
                </c:pt>
                <c:pt idx="415">
                  <c:v>44998</c:v>
                </c:pt>
                <c:pt idx="416">
                  <c:v>44999</c:v>
                </c:pt>
                <c:pt idx="417">
                  <c:v>45000</c:v>
                </c:pt>
                <c:pt idx="418">
                  <c:v>45001</c:v>
                </c:pt>
                <c:pt idx="419">
                  <c:v>45002</c:v>
                </c:pt>
                <c:pt idx="420">
                  <c:v>45003</c:v>
                </c:pt>
                <c:pt idx="421">
                  <c:v>45004</c:v>
                </c:pt>
                <c:pt idx="422">
                  <c:v>45005</c:v>
                </c:pt>
                <c:pt idx="423">
                  <c:v>45006</c:v>
                </c:pt>
                <c:pt idx="424">
                  <c:v>45007</c:v>
                </c:pt>
                <c:pt idx="425">
                  <c:v>45008</c:v>
                </c:pt>
                <c:pt idx="426">
                  <c:v>45009</c:v>
                </c:pt>
                <c:pt idx="427">
                  <c:v>45010</c:v>
                </c:pt>
                <c:pt idx="428">
                  <c:v>45011</c:v>
                </c:pt>
                <c:pt idx="429">
                  <c:v>45012</c:v>
                </c:pt>
                <c:pt idx="430">
                  <c:v>45013</c:v>
                </c:pt>
                <c:pt idx="431">
                  <c:v>45014</c:v>
                </c:pt>
                <c:pt idx="432">
                  <c:v>45015</c:v>
                </c:pt>
                <c:pt idx="433">
                  <c:v>45016</c:v>
                </c:pt>
                <c:pt idx="434">
                  <c:v>45017</c:v>
                </c:pt>
                <c:pt idx="435">
                  <c:v>45018</c:v>
                </c:pt>
                <c:pt idx="436">
                  <c:v>45019</c:v>
                </c:pt>
                <c:pt idx="437">
                  <c:v>45020</c:v>
                </c:pt>
                <c:pt idx="438">
                  <c:v>45021</c:v>
                </c:pt>
                <c:pt idx="439">
                  <c:v>45022</c:v>
                </c:pt>
                <c:pt idx="440">
                  <c:v>45023</c:v>
                </c:pt>
                <c:pt idx="441">
                  <c:v>45024</c:v>
                </c:pt>
                <c:pt idx="442">
                  <c:v>45025</c:v>
                </c:pt>
                <c:pt idx="443">
                  <c:v>45026</c:v>
                </c:pt>
                <c:pt idx="444">
                  <c:v>45027</c:v>
                </c:pt>
                <c:pt idx="445">
                  <c:v>45028</c:v>
                </c:pt>
                <c:pt idx="446">
                  <c:v>45029</c:v>
                </c:pt>
                <c:pt idx="447">
                  <c:v>45030</c:v>
                </c:pt>
                <c:pt idx="448">
                  <c:v>45031</c:v>
                </c:pt>
                <c:pt idx="449">
                  <c:v>45032</c:v>
                </c:pt>
                <c:pt idx="450">
                  <c:v>45033</c:v>
                </c:pt>
                <c:pt idx="451">
                  <c:v>45034</c:v>
                </c:pt>
                <c:pt idx="452">
                  <c:v>45035</c:v>
                </c:pt>
                <c:pt idx="453">
                  <c:v>45036</c:v>
                </c:pt>
                <c:pt idx="454">
                  <c:v>45037</c:v>
                </c:pt>
                <c:pt idx="455">
                  <c:v>45038</c:v>
                </c:pt>
                <c:pt idx="456">
                  <c:v>45039</c:v>
                </c:pt>
                <c:pt idx="457">
                  <c:v>45040</c:v>
                </c:pt>
                <c:pt idx="458">
                  <c:v>45041</c:v>
                </c:pt>
                <c:pt idx="459">
                  <c:v>45042</c:v>
                </c:pt>
                <c:pt idx="460">
                  <c:v>45043</c:v>
                </c:pt>
                <c:pt idx="461">
                  <c:v>45044</c:v>
                </c:pt>
                <c:pt idx="462">
                  <c:v>45045</c:v>
                </c:pt>
                <c:pt idx="463">
                  <c:v>45046</c:v>
                </c:pt>
                <c:pt idx="464">
                  <c:v>45047</c:v>
                </c:pt>
                <c:pt idx="465">
                  <c:v>45048</c:v>
                </c:pt>
                <c:pt idx="466">
                  <c:v>45049</c:v>
                </c:pt>
                <c:pt idx="467">
                  <c:v>45050</c:v>
                </c:pt>
                <c:pt idx="468">
                  <c:v>45051</c:v>
                </c:pt>
                <c:pt idx="469">
                  <c:v>45052</c:v>
                </c:pt>
                <c:pt idx="470">
                  <c:v>45053</c:v>
                </c:pt>
                <c:pt idx="471">
                  <c:v>45054</c:v>
                </c:pt>
                <c:pt idx="472">
                  <c:v>45055</c:v>
                </c:pt>
                <c:pt idx="473">
                  <c:v>45056</c:v>
                </c:pt>
                <c:pt idx="474">
                  <c:v>45057</c:v>
                </c:pt>
                <c:pt idx="475">
                  <c:v>45058</c:v>
                </c:pt>
                <c:pt idx="476">
                  <c:v>45059</c:v>
                </c:pt>
                <c:pt idx="477">
                  <c:v>45060</c:v>
                </c:pt>
                <c:pt idx="478">
                  <c:v>45061</c:v>
                </c:pt>
                <c:pt idx="479">
                  <c:v>45062</c:v>
                </c:pt>
                <c:pt idx="480">
                  <c:v>45063</c:v>
                </c:pt>
                <c:pt idx="481">
                  <c:v>45064</c:v>
                </c:pt>
                <c:pt idx="482">
                  <c:v>45065</c:v>
                </c:pt>
                <c:pt idx="483">
                  <c:v>45066</c:v>
                </c:pt>
                <c:pt idx="484">
                  <c:v>45067</c:v>
                </c:pt>
                <c:pt idx="485">
                  <c:v>45068</c:v>
                </c:pt>
                <c:pt idx="486">
                  <c:v>45069</c:v>
                </c:pt>
                <c:pt idx="487">
                  <c:v>45070</c:v>
                </c:pt>
                <c:pt idx="488">
                  <c:v>45071</c:v>
                </c:pt>
                <c:pt idx="489">
                  <c:v>45072</c:v>
                </c:pt>
                <c:pt idx="490">
                  <c:v>45073</c:v>
                </c:pt>
                <c:pt idx="491">
                  <c:v>45074</c:v>
                </c:pt>
                <c:pt idx="492">
                  <c:v>45075</c:v>
                </c:pt>
                <c:pt idx="493">
                  <c:v>45076</c:v>
                </c:pt>
                <c:pt idx="494">
                  <c:v>45077</c:v>
                </c:pt>
                <c:pt idx="495">
                  <c:v>45078</c:v>
                </c:pt>
                <c:pt idx="496">
                  <c:v>45079</c:v>
                </c:pt>
                <c:pt idx="497">
                  <c:v>45080</c:v>
                </c:pt>
                <c:pt idx="498">
                  <c:v>45081</c:v>
                </c:pt>
                <c:pt idx="499">
                  <c:v>45082</c:v>
                </c:pt>
                <c:pt idx="500">
                  <c:v>45083</c:v>
                </c:pt>
                <c:pt idx="501">
                  <c:v>45084</c:v>
                </c:pt>
                <c:pt idx="502">
                  <c:v>45085</c:v>
                </c:pt>
                <c:pt idx="503">
                  <c:v>45086</c:v>
                </c:pt>
                <c:pt idx="504">
                  <c:v>45087</c:v>
                </c:pt>
                <c:pt idx="505">
                  <c:v>45088</c:v>
                </c:pt>
                <c:pt idx="506">
                  <c:v>45089</c:v>
                </c:pt>
                <c:pt idx="507">
                  <c:v>45090</c:v>
                </c:pt>
                <c:pt idx="508">
                  <c:v>45091</c:v>
                </c:pt>
                <c:pt idx="509">
                  <c:v>45092</c:v>
                </c:pt>
                <c:pt idx="510">
                  <c:v>45093</c:v>
                </c:pt>
                <c:pt idx="511">
                  <c:v>45094</c:v>
                </c:pt>
                <c:pt idx="512">
                  <c:v>45095</c:v>
                </c:pt>
                <c:pt idx="513">
                  <c:v>45096</c:v>
                </c:pt>
                <c:pt idx="514">
                  <c:v>45097</c:v>
                </c:pt>
                <c:pt idx="515">
                  <c:v>45098</c:v>
                </c:pt>
                <c:pt idx="516">
                  <c:v>45099</c:v>
                </c:pt>
                <c:pt idx="517">
                  <c:v>45100</c:v>
                </c:pt>
                <c:pt idx="518">
                  <c:v>45101</c:v>
                </c:pt>
                <c:pt idx="519">
                  <c:v>45102</c:v>
                </c:pt>
                <c:pt idx="520">
                  <c:v>45103</c:v>
                </c:pt>
                <c:pt idx="521">
                  <c:v>45104</c:v>
                </c:pt>
                <c:pt idx="522">
                  <c:v>45105</c:v>
                </c:pt>
                <c:pt idx="523">
                  <c:v>45106</c:v>
                </c:pt>
                <c:pt idx="524">
                  <c:v>45107</c:v>
                </c:pt>
                <c:pt idx="525">
                  <c:v>45108</c:v>
                </c:pt>
                <c:pt idx="526">
                  <c:v>45109</c:v>
                </c:pt>
                <c:pt idx="527">
                  <c:v>45110</c:v>
                </c:pt>
                <c:pt idx="528">
                  <c:v>45111</c:v>
                </c:pt>
                <c:pt idx="529">
                  <c:v>45112</c:v>
                </c:pt>
                <c:pt idx="530">
                  <c:v>45113</c:v>
                </c:pt>
                <c:pt idx="531">
                  <c:v>45114</c:v>
                </c:pt>
                <c:pt idx="532">
                  <c:v>45115</c:v>
                </c:pt>
                <c:pt idx="533">
                  <c:v>45116</c:v>
                </c:pt>
                <c:pt idx="534">
                  <c:v>45117</c:v>
                </c:pt>
                <c:pt idx="535">
                  <c:v>45118</c:v>
                </c:pt>
                <c:pt idx="536">
                  <c:v>45119</c:v>
                </c:pt>
                <c:pt idx="537">
                  <c:v>45120</c:v>
                </c:pt>
                <c:pt idx="538">
                  <c:v>45121</c:v>
                </c:pt>
                <c:pt idx="539">
                  <c:v>45122</c:v>
                </c:pt>
                <c:pt idx="540">
                  <c:v>45123</c:v>
                </c:pt>
                <c:pt idx="541">
                  <c:v>45124</c:v>
                </c:pt>
                <c:pt idx="542">
                  <c:v>45125</c:v>
                </c:pt>
                <c:pt idx="543">
                  <c:v>45126</c:v>
                </c:pt>
                <c:pt idx="544">
                  <c:v>45127</c:v>
                </c:pt>
                <c:pt idx="545">
                  <c:v>45128</c:v>
                </c:pt>
                <c:pt idx="546">
                  <c:v>45129</c:v>
                </c:pt>
                <c:pt idx="547">
                  <c:v>45130</c:v>
                </c:pt>
                <c:pt idx="548">
                  <c:v>45131</c:v>
                </c:pt>
                <c:pt idx="549">
                  <c:v>45132</c:v>
                </c:pt>
                <c:pt idx="550">
                  <c:v>45133</c:v>
                </c:pt>
                <c:pt idx="551">
                  <c:v>45134</c:v>
                </c:pt>
                <c:pt idx="552">
                  <c:v>45135</c:v>
                </c:pt>
                <c:pt idx="553">
                  <c:v>45136</c:v>
                </c:pt>
                <c:pt idx="554">
                  <c:v>45137</c:v>
                </c:pt>
                <c:pt idx="555">
                  <c:v>45138</c:v>
                </c:pt>
                <c:pt idx="556">
                  <c:v>45139</c:v>
                </c:pt>
                <c:pt idx="557">
                  <c:v>45140</c:v>
                </c:pt>
                <c:pt idx="558">
                  <c:v>45141</c:v>
                </c:pt>
                <c:pt idx="559">
                  <c:v>45142</c:v>
                </c:pt>
                <c:pt idx="560">
                  <c:v>45143</c:v>
                </c:pt>
                <c:pt idx="561">
                  <c:v>45144</c:v>
                </c:pt>
                <c:pt idx="562">
                  <c:v>45145</c:v>
                </c:pt>
                <c:pt idx="563">
                  <c:v>45146</c:v>
                </c:pt>
                <c:pt idx="564">
                  <c:v>45147</c:v>
                </c:pt>
                <c:pt idx="565">
                  <c:v>45148</c:v>
                </c:pt>
                <c:pt idx="566">
                  <c:v>45149</c:v>
                </c:pt>
                <c:pt idx="567">
                  <c:v>45150</c:v>
                </c:pt>
                <c:pt idx="568">
                  <c:v>45151</c:v>
                </c:pt>
                <c:pt idx="569">
                  <c:v>45152</c:v>
                </c:pt>
                <c:pt idx="570">
                  <c:v>45153</c:v>
                </c:pt>
                <c:pt idx="571">
                  <c:v>45154</c:v>
                </c:pt>
                <c:pt idx="572">
                  <c:v>45155</c:v>
                </c:pt>
                <c:pt idx="573">
                  <c:v>45156</c:v>
                </c:pt>
                <c:pt idx="574">
                  <c:v>45157</c:v>
                </c:pt>
                <c:pt idx="575">
                  <c:v>45158</c:v>
                </c:pt>
                <c:pt idx="576">
                  <c:v>45159</c:v>
                </c:pt>
                <c:pt idx="577">
                  <c:v>45160</c:v>
                </c:pt>
                <c:pt idx="578">
                  <c:v>45161</c:v>
                </c:pt>
                <c:pt idx="579">
                  <c:v>45162</c:v>
                </c:pt>
                <c:pt idx="580">
                  <c:v>45163</c:v>
                </c:pt>
                <c:pt idx="581">
                  <c:v>45164</c:v>
                </c:pt>
                <c:pt idx="582">
                  <c:v>45165</c:v>
                </c:pt>
                <c:pt idx="583">
                  <c:v>45166</c:v>
                </c:pt>
                <c:pt idx="584">
                  <c:v>45167</c:v>
                </c:pt>
                <c:pt idx="585">
                  <c:v>45168</c:v>
                </c:pt>
                <c:pt idx="586">
                  <c:v>45169</c:v>
                </c:pt>
                <c:pt idx="587">
                  <c:v>45170</c:v>
                </c:pt>
                <c:pt idx="588">
                  <c:v>45171</c:v>
                </c:pt>
                <c:pt idx="589">
                  <c:v>45172</c:v>
                </c:pt>
                <c:pt idx="590">
                  <c:v>45173</c:v>
                </c:pt>
                <c:pt idx="591">
                  <c:v>45174</c:v>
                </c:pt>
                <c:pt idx="592">
                  <c:v>45175</c:v>
                </c:pt>
                <c:pt idx="593">
                  <c:v>45176</c:v>
                </c:pt>
                <c:pt idx="594">
                  <c:v>45177</c:v>
                </c:pt>
                <c:pt idx="595">
                  <c:v>45178</c:v>
                </c:pt>
                <c:pt idx="596">
                  <c:v>45179</c:v>
                </c:pt>
                <c:pt idx="597">
                  <c:v>45180</c:v>
                </c:pt>
                <c:pt idx="598">
                  <c:v>45181</c:v>
                </c:pt>
                <c:pt idx="599">
                  <c:v>45182</c:v>
                </c:pt>
                <c:pt idx="600">
                  <c:v>45183</c:v>
                </c:pt>
                <c:pt idx="601">
                  <c:v>45184</c:v>
                </c:pt>
                <c:pt idx="602">
                  <c:v>45185</c:v>
                </c:pt>
                <c:pt idx="603">
                  <c:v>45186</c:v>
                </c:pt>
                <c:pt idx="604">
                  <c:v>45187</c:v>
                </c:pt>
                <c:pt idx="605">
                  <c:v>45188</c:v>
                </c:pt>
                <c:pt idx="606">
                  <c:v>45189</c:v>
                </c:pt>
                <c:pt idx="607">
                  <c:v>45190</c:v>
                </c:pt>
                <c:pt idx="608">
                  <c:v>45191</c:v>
                </c:pt>
                <c:pt idx="609">
                  <c:v>45192</c:v>
                </c:pt>
                <c:pt idx="610">
                  <c:v>45193</c:v>
                </c:pt>
                <c:pt idx="611">
                  <c:v>45194</c:v>
                </c:pt>
                <c:pt idx="612">
                  <c:v>45195</c:v>
                </c:pt>
                <c:pt idx="613">
                  <c:v>45196</c:v>
                </c:pt>
                <c:pt idx="614">
                  <c:v>45197</c:v>
                </c:pt>
                <c:pt idx="615">
                  <c:v>45198</c:v>
                </c:pt>
                <c:pt idx="616">
                  <c:v>45199</c:v>
                </c:pt>
                <c:pt idx="617">
                  <c:v>45200</c:v>
                </c:pt>
                <c:pt idx="618">
                  <c:v>45201</c:v>
                </c:pt>
                <c:pt idx="619">
                  <c:v>45202</c:v>
                </c:pt>
                <c:pt idx="620">
                  <c:v>45203</c:v>
                </c:pt>
                <c:pt idx="621">
                  <c:v>45204</c:v>
                </c:pt>
                <c:pt idx="622">
                  <c:v>45205</c:v>
                </c:pt>
                <c:pt idx="623">
                  <c:v>45206</c:v>
                </c:pt>
                <c:pt idx="624">
                  <c:v>45207</c:v>
                </c:pt>
                <c:pt idx="625">
                  <c:v>45208</c:v>
                </c:pt>
                <c:pt idx="626">
                  <c:v>45209</c:v>
                </c:pt>
                <c:pt idx="627">
                  <c:v>45210</c:v>
                </c:pt>
                <c:pt idx="628">
                  <c:v>45211</c:v>
                </c:pt>
                <c:pt idx="629">
                  <c:v>45212</c:v>
                </c:pt>
                <c:pt idx="630">
                  <c:v>45213</c:v>
                </c:pt>
                <c:pt idx="631">
                  <c:v>45214</c:v>
                </c:pt>
                <c:pt idx="632">
                  <c:v>45215</c:v>
                </c:pt>
                <c:pt idx="633">
                  <c:v>45216</c:v>
                </c:pt>
                <c:pt idx="634">
                  <c:v>45217</c:v>
                </c:pt>
                <c:pt idx="635">
                  <c:v>45218</c:v>
                </c:pt>
                <c:pt idx="636">
                  <c:v>45219</c:v>
                </c:pt>
                <c:pt idx="637">
                  <c:v>45220</c:v>
                </c:pt>
                <c:pt idx="638">
                  <c:v>45221</c:v>
                </c:pt>
                <c:pt idx="639">
                  <c:v>45222</c:v>
                </c:pt>
                <c:pt idx="640">
                  <c:v>45223</c:v>
                </c:pt>
                <c:pt idx="641">
                  <c:v>45224</c:v>
                </c:pt>
                <c:pt idx="642">
                  <c:v>45225</c:v>
                </c:pt>
                <c:pt idx="643">
                  <c:v>45226</c:v>
                </c:pt>
                <c:pt idx="644">
                  <c:v>45227</c:v>
                </c:pt>
                <c:pt idx="645">
                  <c:v>45228</c:v>
                </c:pt>
                <c:pt idx="646">
                  <c:v>45229</c:v>
                </c:pt>
                <c:pt idx="647">
                  <c:v>45230</c:v>
                </c:pt>
                <c:pt idx="648">
                  <c:v>45231</c:v>
                </c:pt>
                <c:pt idx="649">
                  <c:v>45232</c:v>
                </c:pt>
                <c:pt idx="650">
                  <c:v>45233</c:v>
                </c:pt>
                <c:pt idx="651">
                  <c:v>45234</c:v>
                </c:pt>
                <c:pt idx="652">
                  <c:v>45235</c:v>
                </c:pt>
                <c:pt idx="653">
                  <c:v>45236</c:v>
                </c:pt>
                <c:pt idx="654">
                  <c:v>45237</c:v>
                </c:pt>
                <c:pt idx="655">
                  <c:v>45238</c:v>
                </c:pt>
                <c:pt idx="656">
                  <c:v>45239</c:v>
                </c:pt>
                <c:pt idx="657">
                  <c:v>45240</c:v>
                </c:pt>
                <c:pt idx="658">
                  <c:v>45241</c:v>
                </c:pt>
                <c:pt idx="659">
                  <c:v>45242</c:v>
                </c:pt>
                <c:pt idx="660">
                  <c:v>45243</c:v>
                </c:pt>
                <c:pt idx="661">
                  <c:v>45244</c:v>
                </c:pt>
                <c:pt idx="662">
                  <c:v>45245</c:v>
                </c:pt>
                <c:pt idx="663">
                  <c:v>45246</c:v>
                </c:pt>
                <c:pt idx="664">
                  <c:v>45247</c:v>
                </c:pt>
                <c:pt idx="665">
                  <c:v>45248</c:v>
                </c:pt>
                <c:pt idx="666">
                  <c:v>45249</c:v>
                </c:pt>
                <c:pt idx="667">
                  <c:v>45250</c:v>
                </c:pt>
                <c:pt idx="668">
                  <c:v>45251</c:v>
                </c:pt>
                <c:pt idx="669">
                  <c:v>45252</c:v>
                </c:pt>
                <c:pt idx="670">
                  <c:v>45253</c:v>
                </c:pt>
                <c:pt idx="671">
                  <c:v>45254</c:v>
                </c:pt>
                <c:pt idx="672">
                  <c:v>45255</c:v>
                </c:pt>
                <c:pt idx="673">
                  <c:v>45256</c:v>
                </c:pt>
                <c:pt idx="674">
                  <c:v>45257</c:v>
                </c:pt>
                <c:pt idx="675">
                  <c:v>45258</c:v>
                </c:pt>
                <c:pt idx="676">
                  <c:v>45259</c:v>
                </c:pt>
                <c:pt idx="677">
                  <c:v>45260</c:v>
                </c:pt>
                <c:pt idx="678">
                  <c:v>45261</c:v>
                </c:pt>
                <c:pt idx="679">
                  <c:v>45262</c:v>
                </c:pt>
                <c:pt idx="680">
                  <c:v>45263</c:v>
                </c:pt>
                <c:pt idx="681">
                  <c:v>45264</c:v>
                </c:pt>
                <c:pt idx="682">
                  <c:v>45265</c:v>
                </c:pt>
                <c:pt idx="683">
                  <c:v>45266</c:v>
                </c:pt>
                <c:pt idx="684">
                  <c:v>45267</c:v>
                </c:pt>
                <c:pt idx="685">
                  <c:v>45268</c:v>
                </c:pt>
                <c:pt idx="686">
                  <c:v>45269</c:v>
                </c:pt>
                <c:pt idx="687">
                  <c:v>45270</c:v>
                </c:pt>
                <c:pt idx="688">
                  <c:v>45271</c:v>
                </c:pt>
                <c:pt idx="689">
                  <c:v>45272</c:v>
                </c:pt>
                <c:pt idx="690">
                  <c:v>45273</c:v>
                </c:pt>
                <c:pt idx="691">
                  <c:v>45274</c:v>
                </c:pt>
                <c:pt idx="692">
                  <c:v>45275</c:v>
                </c:pt>
                <c:pt idx="693">
                  <c:v>45276</c:v>
                </c:pt>
                <c:pt idx="694">
                  <c:v>45277</c:v>
                </c:pt>
                <c:pt idx="695">
                  <c:v>45278</c:v>
                </c:pt>
                <c:pt idx="696">
                  <c:v>45279</c:v>
                </c:pt>
                <c:pt idx="697">
                  <c:v>45280</c:v>
                </c:pt>
                <c:pt idx="698">
                  <c:v>45281</c:v>
                </c:pt>
                <c:pt idx="699">
                  <c:v>45282</c:v>
                </c:pt>
                <c:pt idx="700">
                  <c:v>45283</c:v>
                </c:pt>
                <c:pt idx="701">
                  <c:v>45284</c:v>
                </c:pt>
                <c:pt idx="702">
                  <c:v>45285</c:v>
                </c:pt>
                <c:pt idx="703">
                  <c:v>45286</c:v>
                </c:pt>
                <c:pt idx="704">
                  <c:v>45287</c:v>
                </c:pt>
                <c:pt idx="705">
                  <c:v>45288</c:v>
                </c:pt>
                <c:pt idx="706">
                  <c:v>45289</c:v>
                </c:pt>
                <c:pt idx="707">
                  <c:v>45290</c:v>
                </c:pt>
                <c:pt idx="708">
                  <c:v>45291</c:v>
                </c:pt>
                <c:pt idx="709">
                  <c:v>45292</c:v>
                </c:pt>
                <c:pt idx="710">
                  <c:v>45293</c:v>
                </c:pt>
                <c:pt idx="711">
                  <c:v>45294</c:v>
                </c:pt>
                <c:pt idx="712">
                  <c:v>45295</c:v>
                </c:pt>
                <c:pt idx="713">
                  <c:v>45296</c:v>
                </c:pt>
                <c:pt idx="714">
                  <c:v>45297</c:v>
                </c:pt>
                <c:pt idx="715">
                  <c:v>45298</c:v>
                </c:pt>
                <c:pt idx="716">
                  <c:v>45299</c:v>
                </c:pt>
                <c:pt idx="717">
                  <c:v>45300</c:v>
                </c:pt>
                <c:pt idx="718">
                  <c:v>45301</c:v>
                </c:pt>
                <c:pt idx="719">
                  <c:v>45302</c:v>
                </c:pt>
                <c:pt idx="720">
                  <c:v>45303</c:v>
                </c:pt>
                <c:pt idx="721">
                  <c:v>45304</c:v>
                </c:pt>
                <c:pt idx="722">
                  <c:v>45305</c:v>
                </c:pt>
                <c:pt idx="723">
                  <c:v>45306</c:v>
                </c:pt>
                <c:pt idx="724">
                  <c:v>45307</c:v>
                </c:pt>
                <c:pt idx="725">
                  <c:v>45308</c:v>
                </c:pt>
                <c:pt idx="726">
                  <c:v>45309</c:v>
                </c:pt>
                <c:pt idx="727">
                  <c:v>45310</c:v>
                </c:pt>
                <c:pt idx="728">
                  <c:v>45311</c:v>
                </c:pt>
                <c:pt idx="729">
                  <c:v>45312</c:v>
                </c:pt>
                <c:pt idx="730">
                  <c:v>45313</c:v>
                </c:pt>
                <c:pt idx="731">
                  <c:v>45314</c:v>
                </c:pt>
                <c:pt idx="732">
                  <c:v>45315</c:v>
                </c:pt>
                <c:pt idx="733">
                  <c:v>45316</c:v>
                </c:pt>
                <c:pt idx="734">
                  <c:v>45317</c:v>
                </c:pt>
                <c:pt idx="735">
                  <c:v>45318</c:v>
                </c:pt>
                <c:pt idx="736">
                  <c:v>45319</c:v>
                </c:pt>
                <c:pt idx="737">
                  <c:v>45320</c:v>
                </c:pt>
                <c:pt idx="738">
                  <c:v>45321</c:v>
                </c:pt>
                <c:pt idx="739">
                  <c:v>45322</c:v>
                </c:pt>
                <c:pt idx="740">
                  <c:v>45323</c:v>
                </c:pt>
                <c:pt idx="741">
                  <c:v>45324</c:v>
                </c:pt>
                <c:pt idx="742">
                  <c:v>45325</c:v>
                </c:pt>
                <c:pt idx="743">
                  <c:v>45326</c:v>
                </c:pt>
                <c:pt idx="744">
                  <c:v>45327</c:v>
                </c:pt>
                <c:pt idx="745">
                  <c:v>45328</c:v>
                </c:pt>
                <c:pt idx="746">
                  <c:v>45329</c:v>
                </c:pt>
                <c:pt idx="747">
                  <c:v>45330</c:v>
                </c:pt>
                <c:pt idx="748">
                  <c:v>45331</c:v>
                </c:pt>
                <c:pt idx="749">
                  <c:v>45332</c:v>
                </c:pt>
                <c:pt idx="750">
                  <c:v>45333</c:v>
                </c:pt>
                <c:pt idx="751">
                  <c:v>45334</c:v>
                </c:pt>
                <c:pt idx="752">
                  <c:v>45335</c:v>
                </c:pt>
                <c:pt idx="753">
                  <c:v>45336</c:v>
                </c:pt>
                <c:pt idx="754">
                  <c:v>45337</c:v>
                </c:pt>
                <c:pt idx="755">
                  <c:v>45338</c:v>
                </c:pt>
                <c:pt idx="756">
                  <c:v>45339</c:v>
                </c:pt>
                <c:pt idx="757">
                  <c:v>45340</c:v>
                </c:pt>
                <c:pt idx="758">
                  <c:v>45341</c:v>
                </c:pt>
                <c:pt idx="759">
                  <c:v>45342</c:v>
                </c:pt>
                <c:pt idx="760">
                  <c:v>45343</c:v>
                </c:pt>
                <c:pt idx="761">
                  <c:v>45344</c:v>
                </c:pt>
                <c:pt idx="762">
                  <c:v>45345</c:v>
                </c:pt>
                <c:pt idx="763">
                  <c:v>45346</c:v>
                </c:pt>
                <c:pt idx="764">
                  <c:v>45347</c:v>
                </c:pt>
                <c:pt idx="765">
                  <c:v>45348</c:v>
                </c:pt>
                <c:pt idx="766">
                  <c:v>45349</c:v>
                </c:pt>
                <c:pt idx="767">
                  <c:v>45350</c:v>
                </c:pt>
                <c:pt idx="768">
                  <c:v>45351</c:v>
                </c:pt>
                <c:pt idx="769">
                  <c:v>45352</c:v>
                </c:pt>
                <c:pt idx="770">
                  <c:v>45353</c:v>
                </c:pt>
                <c:pt idx="771">
                  <c:v>45354</c:v>
                </c:pt>
                <c:pt idx="772">
                  <c:v>45355</c:v>
                </c:pt>
                <c:pt idx="773">
                  <c:v>45356</c:v>
                </c:pt>
                <c:pt idx="774">
                  <c:v>45357</c:v>
                </c:pt>
                <c:pt idx="775">
                  <c:v>45358</c:v>
                </c:pt>
                <c:pt idx="776">
                  <c:v>45359</c:v>
                </c:pt>
                <c:pt idx="777">
                  <c:v>45360</c:v>
                </c:pt>
                <c:pt idx="778">
                  <c:v>45361</c:v>
                </c:pt>
                <c:pt idx="779">
                  <c:v>45362</c:v>
                </c:pt>
                <c:pt idx="780">
                  <c:v>45363</c:v>
                </c:pt>
                <c:pt idx="781">
                  <c:v>45364</c:v>
                </c:pt>
                <c:pt idx="782">
                  <c:v>45365</c:v>
                </c:pt>
                <c:pt idx="783">
                  <c:v>45366</c:v>
                </c:pt>
                <c:pt idx="784">
                  <c:v>45367</c:v>
                </c:pt>
                <c:pt idx="785">
                  <c:v>45368</c:v>
                </c:pt>
                <c:pt idx="786">
                  <c:v>45369</c:v>
                </c:pt>
                <c:pt idx="787">
                  <c:v>45370</c:v>
                </c:pt>
                <c:pt idx="788">
                  <c:v>45371</c:v>
                </c:pt>
                <c:pt idx="789">
                  <c:v>45372</c:v>
                </c:pt>
                <c:pt idx="790">
                  <c:v>45373</c:v>
                </c:pt>
                <c:pt idx="791">
                  <c:v>45374</c:v>
                </c:pt>
                <c:pt idx="792">
                  <c:v>45375</c:v>
                </c:pt>
                <c:pt idx="793">
                  <c:v>45376</c:v>
                </c:pt>
                <c:pt idx="794">
                  <c:v>45377</c:v>
                </c:pt>
                <c:pt idx="795">
                  <c:v>45378</c:v>
                </c:pt>
                <c:pt idx="796">
                  <c:v>45379</c:v>
                </c:pt>
                <c:pt idx="797">
                  <c:v>45380</c:v>
                </c:pt>
                <c:pt idx="798">
                  <c:v>45381</c:v>
                </c:pt>
                <c:pt idx="799">
                  <c:v>45382</c:v>
                </c:pt>
                <c:pt idx="800">
                  <c:v>45383</c:v>
                </c:pt>
                <c:pt idx="801">
                  <c:v>45384</c:v>
                </c:pt>
                <c:pt idx="802">
                  <c:v>45385</c:v>
                </c:pt>
                <c:pt idx="803">
                  <c:v>45386</c:v>
                </c:pt>
                <c:pt idx="804">
                  <c:v>45387</c:v>
                </c:pt>
                <c:pt idx="805">
                  <c:v>45388</c:v>
                </c:pt>
                <c:pt idx="806">
                  <c:v>45389</c:v>
                </c:pt>
                <c:pt idx="807">
                  <c:v>45390</c:v>
                </c:pt>
                <c:pt idx="808">
                  <c:v>45391</c:v>
                </c:pt>
                <c:pt idx="809">
                  <c:v>45392</c:v>
                </c:pt>
                <c:pt idx="810">
                  <c:v>45393</c:v>
                </c:pt>
                <c:pt idx="811">
                  <c:v>45394</c:v>
                </c:pt>
                <c:pt idx="812">
                  <c:v>45395</c:v>
                </c:pt>
                <c:pt idx="813">
                  <c:v>45396</c:v>
                </c:pt>
                <c:pt idx="814">
                  <c:v>45397</c:v>
                </c:pt>
                <c:pt idx="815">
                  <c:v>45398</c:v>
                </c:pt>
                <c:pt idx="816">
                  <c:v>45399</c:v>
                </c:pt>
                <c:pt idx="817">
                  <c:v>45400</c:v>
                </c:pt>
                <c:pt idx="818">
                  <c:v>45401</c:v>
                </c:pt>
                <c:pt idx="819">
                  <c:v>45402</c:v>
                </c:pt>
                <c:pt idx="820">
                  <c:v>45403</c:v>
                </c:pt>
                <c:pt idx="821">
                  <c:v>45404</c:v>
                </c:pt>
                <c:pt idx="822">
                  <c:v>45405</c:v>
                </c:pt>
                <c:pt idx="823">
                  <c:v>45406</c:v>
                </c:pt>
                <c:pt idx="824">
                  <c:v>45407</c:v>
                </c:pt>
                <c:pt idx="825">
                  <c:v>45408</c:v>
                </c:pt>
                <c:pt idx="826">
                  <c:v>45409</c:v>
                </c:pt>
                <c:pt idx="827">
                  <c:v>45410</c:v>
                </c:pt>
                <c:pt idx="828">
                  <c:v>45411</c:v>
                </c:pt>
                <c:pt idx="829">
                  <c:v>45412</c:v>
                </c:pt>
                <c:pt idx="830">
                  <c:v>45413</c:v>
                </c:pt>
                <c:pt idx="831">
                  <c:v>45414</c:v>
                </c:pt>
                <c:pt idx="832">
                  <c:v>45415</c:v>
                </c:pt>
                <c:pt idx="833">
                  <c:v>45416</c:v>
                </c:pt>
                <c:pt idx="834">
                  <c:v>45417</c:v>
                </c:pt>
                <c:pt idx="835">
                  <c:v>45418</c:v>
                </c:pt>
                <c:pt idx="836">
                  <c:v>45419</c:v>
                </c:pt>
                <c:pt idx="837">
                  <c:v>45420</c:v>
                </c:pt>
                <c:pt idx="838">
                  <c:v>45421</c:v>
                </c:pt>
                <c:pt idx="839">
                  <c:v>45422</c:v>
                </c:pt>
                <c:pt idx="840">
                  <c:v>45423</c:v>
                </c:pt>
                <c:pt idx="841">
                  <c:v>45424</c:v>
                </c:pt>
                <c:pt idx="842">
                  <c:v>45425</c:v>
                </c:pt>
                <c:pt idx="843">
                  <c:v>45426</c:v>
                </c:pt>
                <c:pt idx="844">
                  <c:v>45427</c:v>
                </c:pt>
                <c:pt idx="845">
                  <c:v>45428</c:v>
                </c:pt>
                <c:pt idx="846">
                  <c:v>45429</c:v>
                </c:pt>
                <c:pt idx="847">
                  <c:v>45430</c:v>
                </c:pt>
                <c:pt idx="848">
                  <c:v>45431</c:v>
                </c:pt>
                <c:pt idx="849">
                  <c:v>45432</c:v>
                </c:pt>
                <c:pt idx="850">
                  <c:v>45433</c:v>
                </c:pt>
                <c:pt idx="851">
                  <c:v>45434</c:v>
                </c:pt>
                <c:pt idx="852">
                  <c:v>45435</c:v>
                </c:pt>
                <c:pt idx="853">
                  <c:v>45436</c:v>
                </c:pt>
                <c:pt idx="854">
                  <c:v>45437</c:v>
                </c:pt>
                <c:pt idx="855">
                  <c:v>45438</c:v>
                </c:pt>
                <c:pt idx="856">
                  <c:v>45439</c:v>
                </c:pt>
                <c:pt idx="857">
                  <c:v>45440</c:v>
                </c:pt>
                <c:pt idx="858">
                  <c:v>45441</c:v>
                </c:pt>
                <c:pt idx="859">
                  <c:v>45442</c:v>
                </c:pt>
                <c:pt idx="860">
                  <c:v>45443</c:v>
                </c:pt>
                <c:pt idx="861">
                  <c:v>45444</c:v>
                </c:pt>
                <c:pt idx="862">
                  <c:v>45445</c:v>
                </c:pt>
                <c:pt idx="863">
                  <c:v>45446</c:v>
                </c:pt>
                <c:pt idx="864">
                  <c:v>45447</c:v>
                </c:pt>
                <c:pt idx="865">
                  <c:v>45448</c:v>
                </c:pt>
                <c:pt idx="866">
                  <c:v>45449</c:v>
                </c:pt>
                <c:pt idx="867">
                  <c:v>45450</c:v>
                </c:pt>
                <c:pt idx="868">
                  <c:v>45451</c:v>
                </c:pt>
                <c:pt idx="869">
                  <c:v>45452</c:v>
                </c:pt>
                <c:pt idx="870">
                  <c:v>45453</c:v>
                </c:pt>
                <c:pt idx="871">
                  <c:v>45454</c:v>
                </c:pt>
                <c:pt idx="872">
                  <c:v>45455</c:v>
                </c:pt>
                <c:pt idx="873">
                  <c:v>45456</c:v>
                </c:pt>
                <c:pt idx="874">
                  <c:v>45457</c:v>
                </c:pt>
                <c:pt idx="875">
                  <c:v>45458</c:v>
                </c:pt>
                <c:pt idx="876">
                  <c:v>45459</c:v>
                </c:pt>
                <c:pt idx="877">
                  <c:v>45460</c:v>
                </c:pt>
                <c:pt idx="878">
                  <c:v>45461</c:v>
                </c:pt>
                <c:pt idx="879">
                  <c:v>45462</c:v>
                </c:pt>
                <c:pt idx="880">
                  <c:v>45463</c:v>
                </c:pt>
                <c:pt idx="881">
                  <c:v>45464</c:v>
                </c:pt>
                <c:pt idx="882">
                  <c:v>45465</c:v>
                </c:pt>
                <c:pt idx="883">
                  <c:v>45466</c:v>
                </c:pt>
                <c:pt idx="884">
                  <c:v>45467</c:v>
                </c:pt>
                <c:pt idx="885">
                  <c:v>45468</c:v>
                </c:pt>
                <c:pt idx="886">
                  <c:v>45469</c:v>
                </c:pt>
                <c:pt idx="887">
                  <c:v>45470</c:v>
                </c:pt>
                <c:pt idx="888">
                  <c:v>45471</c:v>
                </c:pt>
                <c:pt idx="889">
                  <c:v>45472</c:v>
                </c:pt>
                <c:pt idx="890">
                  <c:v>45473</c:v>
                </c:pt>
                <c:pt idx="891">
                  <c:v>45474</c:v>
                </c:pt>
                <c:pt idx="892">
                  <c:v>45475</c:v>
                </c:pt>
                <c:pt idx="893">
                  <c:v>45476</c:v>
                </c:pt>
                <c:pt idx="894">
                  <c:v>45477</c:v>
                </c:pt>
                <c:pt idx="895">
                  <c:v>45478</c:v>
                </c:pt>
                <c:pt idx="896">
                  <c:v>45479</c:v>
                </c:pt>
                <c:pt idx="897">
                  <c:v>45480</c:v>
                </c:pt>
                <c:pt idx="898">
                  <c:v>45481</c:v>
                </c:pt>
                <c:pt idx="899">
                  <c:v>45482</c:v>
                </c:pt>
                <c:pt idx="900">
                  <c:v>45483</c:v>
                </c:pt>
                <c:pt idx="901">
                  <c:v>45484</c:v>
                </c:pt>
                <c:pt idx="902">
                  <c:v>45485</c:v>
                </c:pt>
                <c:pt idx="903">
                  <c:v>45486</c:v>
                </c:pt>
                <c:pt idx="904">
                  <c:v>45487</c:v>
                </c:pt>
                <c:pt idx="905">
                  <c:v>45488</c:v>
                </c:pt>
                <c:pt idx="906">
                  <c:v>45489</c:v>
                </c:pt>
                <c:pt idx="907">
                  <c:v>45490</c:v>
                </c:pt>
                <c:pt idx="908">
                  <c:v>45491</c:v>
                </c:pt>
                <c:pt idx="909">
                  <c:v>45492</c:v>
                </c:pt>
                <c:pt idx="910">
                  <c:v>45493</c:v>
                </c:pt>
                <c:pt idx="911">
                  <c:v>45494</c:v>
                </c:pt>
                <c:pt idx="912">
                  <c:v>45495</c:v>
                </c:pt>
                <c:pt idx="913">
                  <c:v>45496</c:v>
                </c:pt>
                <c:pt idx="914">
                  <c:v>45497</c:v>
                </c:pt>
                <c:pt idx="915">
                  <c:v>45498</c:v>
                </c:pt>
                <c:pt idx="916">
                  <c:v>45499</c:v>
                </c:pt>
                <c:pt idx="917">
                  <c:v>45500</c:v>
                </c:pt>
                <c:pt idx="918">
                  <c:v>45501</c:v>
                </c:pt>
                <c:pt idx="919">
                  <c:v>45502</c:v>
                </c:pt>
                <c:pt idx="920">
                  <c:v>45503</c:v>
                </c:pt>
                <c:pt idx="921">
                  <c:v>45504</c:v>
                </c:pt>
                <c:pt idx="922">
                  <c:v>45505</c:v>
                </c:pt>
                <c:pt idx="923">
                  <c:v>45506</c:v>
                </c:pt>
                <c:pt idx="924">
                  <c:v>45507</c:v>
                </c:pt>
                <c:pt idx="925">
                  <c:v>45508</c:v>
                </c:pt>
                <c:pt idx="926">
                  <c:v>45509</c:v>
                </c:pt>
                <c:pt idx="927">
                  <c:v>45510</c:v>
                </c:pt>
                <c:pt idx="928">
                  <c:v>45511</c:v>
                </c:pt>
                <c:pt idx="929">
                  <c:v>45512</c:v>
                </c:pt>
                <c:pt idx="930">
                  <c:v>45513</c:v>
                </c:pt>
                <c:pt idx="931">
                  <c:v>45514</c:v>
                </c:pt>
                <c:pt idx="932">
                  <c:v>45515</c:v>
                </c:pt>
                <c:pt idx="933">
                  <c:v>45516</c:v>
                </c:pt>
                <c:pt idx="934">
                  <c:v>45517</c:v>
                </c:pt>
                <c:pt idx="935">
                  <c:v>45518</c:v>
                </c:pt>
                <c:pt idx="936">
                  <c:v>45519</c:v>
                </c:pt>
                <c:pt idx="937">
                  <c:v>45520</c:v>
                </c:pt>
                <c:pt idx="938">
                  <c:v>45521</c:v>
                </c:pt>
                <c:pt idx="939">
                  <c:v>45522</c:v>
                </c:pt>
                <c:pt idx="940">
                  <c:v>45523</c:v>
                </c:pt>
                <c:pt idx="941">
                  <c:v>45524</c:v>
                </c:pt>
                <c:pt idx="942">
                  <c:v>45525</c:v>
                </c:pt>
                <c:pt idx="943">
                  <c:v>45526</c:v>
                </c:pt>
                <c:pt idx="944">
                  <c:v>45527</c:v>
                </c:pt>
                <c:pt idx="945">
                  <c:v>45528</c:v>
                </c:pt>
                <c:pt idx="946">
                  <c:v>45529</c:v>
                </c:pt>
                <c:pt idx="947">
                  <c:v>45530</c:v>
                </c:pt>
                <c:pt idx="948">
                  <c:v>45531</c:v>
                </c:pt>
                <c:pt idx="949">
                  <c:v>45532</c:v>
                </c:pt>
                <c:pt idx="950">
                  <c:v>45533</c:v>
                </c:pt>
                <c:pt idx="951">
                  <c:v>45534</c:v>
                </c:pt>
                <c:pt idx="952">
                  <c:v>45535</c:v>
                </c:pt>
                <c:pt idx="953">
                  <c:v>45536</c:v>
                </c:pt>
                <c:pt idx="954">
                  <c:v>45537</c:v>
                </c:pt>
                <c:pt idx="955">
                  <c:v>45538</c:v>
                </c:pt>
                <c:pt idx="956">
                  <c:v>45539</c:v>
                </c:pt>
                <c:pt idx="957">
                  <c:v>45540</c:v>
                </c:pt>
                <c:pt idx="958">
                  <c:v>45541</c:v>
                </c:pt>
                <c:pt idx="959">
                  <c:v>45542</c:v>
                </c:pt>
                <c:pt idx="960">
                  <c:v>45543</c:v>
                </c:pt>
                <c:pt idx="961">
                  <c:v>45544</c:v>
                </c:pt>
                <c:pt idx="962">
                  <c:v>45545</c:v>
                </c:pt>
                <c:pt idx="963">
                  <c:v>45546</c:v>
                </c:pt>
                <c:pt idx="964">
                  <c:v>45547</c:v>
                </c:pt>
                <c:pt idx="965">
                  <c:v>45548</c:v>
                </c:pt>
                <c:pt idx="966">
                  <c:v>45549</c:v>
                </c:pt>
                <c:pt idx="967">
                  <c:v>45550</c:v>
                </c:pt>
                <c:pt idx="968">
                  <c:v>45551</c:v>
                </c:pt>
                <c:pt idx="969">
                  <c:v>45552</c:v>
                </c:pt>
                <c:pt idx="970">
                  <c:v>45553</c:v>
                </c:pt>
                <c:pt idx="971">
                  <c:v>45554</c:v>
                </c:pt>
                <c:pt idx="972">
                  <c:v>45555</c:v>
                </c:pt>
                <c:pt idx="973">
                  <c:v>45556</c:v>
                </c:pt>
                <c:pt idx="974">
                  <c:v>45557</c:v>
                </c:pt>
                <c:pt idx="975">
                  <c:v>45558</c:v>
                </c:pt>
                <c:pt idx="976">
                  <c:v>45559</c:v>
                </c:pt>
                <c:pt idx="977">
                  <c:v>45560</c:v>
                </c:pt>
                <c:pt idx="978">
                  <c:v>45561</c:v>
                </c:pt>
                <c:pt idx="979">
                  <c:v>45562</c:v>
                </c:pt>
                <c:pt idx="980">
                  <c:v>45563</c:v>
                </c:pt>
                <c:pt idx="981">
                  <c:v>45564</c:v>
                </c:pt>
                <c:pt idx="982">
                  <c:v>45565</c:v>
                </c:pt>
                <c:pt idx="983">
                  <c:v>45566</c:v>
                </c:pt>
                <c:pt idx="984">
                  <c:v>45567</c:v>
                </c:pt>
                <c:pt idx="985">
                  <c:v>45568</c:v>
                </c:pt>
                <c:pt idx="986">
                  <c:v>45569</c:v>
                </c:pt>
                <c:pt idx="987">
                  <c:v>45570</c:v>
                </c:pt>
                <c:pt idx="988">
                  <c:v>45571</c:v>
                </c:pt>
                <c:pt idx="989">
                  <c:v>45572</c:v>
                </c:pt>
                <c:pt idx="990">
                  <c:v>45573</c:v>
                </c:pt>
                <c:pt idx="991">
                  <c:v>45574</c:v>
                </c:pt>
                <c:pt idx="992">
                  <c:v>45575</c:v>
                </c:pt>
                <c:pt idx="993">
                  <c:v>45576</c:v>
                </c:pt>
                <c:pt idx="994">
                  <c:v>45577</c:v>
                </c:pt>
                <c:pt idx="995">
                  <c:v>45578</c:v>
                </c:pt>
                <c:pt idx="996">
                  <c:v>45579</c:v>
                </c:pt>
                <c:pt idx="997">
                  <c:v>45580</c:v>
                </c:pt>
                <c:pt idx="998">
                  <c:v>45581</c:v>
                </c:pt>
                <c:pt idx="999">
                  <c:v>45582</c:v>
                </c:pt>
                <c:pt idx="1000">
                  <c:v>45583</c:v>
                </c:pt>
                <c:pt idx="1001">
                  <c:v>45584</c:v>
                </c:pt>
                <c:pt idx="1002">
                  <c:v>45585</c:v>
                </c:pt>
                <c:pt idx="1003">
                  <c:v>45586</c:v>
                </c:pt>
                <c:pt idx="1004">
                  <c:v>45587</c:v>
                </c:pt>
                <c:pt idx="1005">
                  <c:v>45588</c:v>
                </c:pt>
                <c:pt idx="1006">
                  <c:v>45589</c:v>
                </c:pt>
                <c:pt idx="1007">
                  <c:v>45590</c:v>
                </c:pt>
                <c:pt idx="1008">
                  <c:v>45591</c:v>
                </c:pt>
                <c:pt idx="1009">
                  <c:v>45592</c:v>
                </c:pt>
                <c:pt idx="1010">
                  <c:v>45593</c:v>
                </c:pt>
                <c:pt idx="1011">
                  <c:v>45594</c:v>
                </c:pt>
                <c:pt idx="1012">
                  <c:v>45595</c:v>
                </c:pt>
                <c:pt idx="1013">
                  <c:v>45596</c:v>
                </c:pt>
                <c:pt idx="1014">
                  <c:v>45597</c:v>
                </c:pt>
                <c:pt idx="1015">
                  <c:v>45598</c:v>
                </c:pt>
                <c:pt idx="1016">
                  <c:v>45599</c:v>
                </c:pt>
                <c:pt idx="1017">
                  <c:v>45600</c:v>
                </c:pt>
                <c:pt idx="1018">
                  <c:v>45601</c:v>
                </c:pt>
                <c:pt idx="1019">
                  <c:v>45602</c:v>
                </c:pt>
                <c:pt idx="1020">
                  <c:v>45603</c:v>
                </c:pt>
                <c:pt idx="1021">
                  <c:v>45604</c:v>
                </c:pt>
                <c:pt idx="1022">
                  <c:v>45605</c:v>
                </c:pt>
                <c:pt idx="1023">
                  <c:v>45606</c:v>
                </c:pt>
                <c:pt idx="1024">
                  <c:v>45607</c:v>
                </c:pt>
                <c:pt idx="1025">
                  <c:v>45608</c:v>
                </c:pt>
                <c:pt idx="1026">
                  <c:v>45609</c:v>
                </c:pt>
                <c:pt idx="1027">
                  <c:v>45610</c:v>
                </c:pt>
                <c:pt idx="1028">
                  <c:v>45611</c:v>
                </c:pt>
                <c:pt idx="1029">
                  <c:v>45612</c:v>
                </c:pt>
                <c:pt idx="1030">
                  <c:v>45613</c:v>
                </c:pt>
                <c:pt idx="1031">
                  <c:v>45614</c:v>
                </c:pt>
                <c:pt idx="1032">
                  <c:v>45615</c:v>
                </c:pt>
                <c:pt idx="1033">
                  <c:v>45616</c:v>
                </c:pt>
                <c:pt idx="1034">
                  <c:v>45617</c:v>
                </c:pt>
                <c:pt idx="1035">
                  <c:v>45618</c:v>
                </c:pt>
                <c:pt idx="1036">
                  <c:v>45619</c:v>
                </c:pt>
                <c:pt idx="1037">
                  <c:v>45620</c:v>
                </c:pt>
                <c:pt idx="1038">
                  <c:v>45621</c:v>
                </c:pt>
                <c:pt idx="1039">
                  <c:v>45622</c:v>
                </c:pt>
                <c:pt idx="1040">
                  <c:v>45623</c:v>
                </c:pt>
                <c:pt idx="1041">
                  <c:v>45624</c:v>
                </c:pt>
                <c:pt idx="1042">
                  <c:v>45625</c:v>
                </c:pt>
                <c:pt idx="1043">
                  <c:v>45626</c:v>
                </c:pt>
                <c:pt idx="1044">
                  <c:v>45627</c:v>
                </c:pt>
                <c:pt idx="1045">
                  <c:v>45628</c:v>
                </c:pt>
                <c:pt idx="1046">
                  <c:v>45629</c:v>
                </c:pt>
                <c:pt idx="1047">
                  <c:v>45630</c:v>
                </c:pt>
                <c:pt idx="1048">
                  <c:v>45631</c:v>
                </c:pt>
                <c:pt idx="1049">
                  <c:v>45632</c:v>
                </c:pt>
                <c:pt idx="1050">
                  <c:v>45633</c:v>
                </c:pt>
                <c:pt idx="1051">
                  <c:v>45634</c:v>
                </c:pt>
                <c:pt idx="1052">
                  <c:v>45635</c:v>
                </c:pt>
                <c:pt idx="1053">
                  <c:v>45636</c:v>
                </c:pt>
                <c:pt idx="1054">
                  <c:v>45637</c:v>
                </c:pt>
                <c:pt idx="1055">
                  <c:v>45638</c:v>
                </c:pt>
                <c:pt idx="1056">
                  <c:v>45639</c:v>
                </c:pt>
                <c:pt idx="1057">
                  <c:v>45640</c:v>
                </c:pt>
                <c:pt idx="1058">
                  <c:v>45641</c:v>
                </c:pt>
                <c:pt idx="1059">
                  <c:v>45642</c:v>
                </c:pt>
                <c:pt idx="1060">
                  <c:v>45643</c:v>
                </c:pt>
                <c:pt idx="1061">
                  <c:v>45644</c:v>
                </c:pt>
                <c:pt idx="1062">
                  <c:v>45645</c:v>
                </c:pt>
                <c:pt idx="1063">
                  <c:v>45646</c:v>
                </c:pt>
                <c:pt idx="1064">
                  <c:v>45647</c:v>
                </c:pt>
                <c:pt idx="1065">
                  <c:v>45648</c:v>
                </c:pt>
                <c:pt idx="1066">
                  <c:v>45649</c:v>
                </c:pt>
                <c:pt idx="1067">
                  <c:v>45650</c:v>
                </c:pt>
                <c:pt idx="1068">
                  <c:v>45651</c:v>
                </c:pt>
                <c:pt idx="1069">
                  <c:v>45652</c:v>
                </c:pt>
                <c:pt idx="1070">
                  <c:v>45653</c:v>
                </c:pt>
                <c:pt idx="1071">
                  <c:v>45654</c:v>
                </c:pt>
                <c:pt idx="1072">
                  <c:v>45655</c:v>
                </c:pt>
                <c:pt idx="1073">
                  <c:v>45656</c:v>
                </c:pt>
                <c:pt idx="1074">
                  <c:v>45657</c:v>
                </c:pt>
                <c:pt idx="1075">
                  <c:v>45658</c:v>
                </c:pt>
                <c:pt idx="1076">
                  <c:v>45659</c:v>
                </c:pt>
                <c:pt idx="1077">
                  <c:v>45660</c:v>
                </c:pt>
                <c:pt idx="1078">
                  <c:v>45661</c:v>
                </c:pt>
                <c:pt idx="1079">
                  <c:v>45662</c:v>
                </c:pt>
                <c:pt idx="1080">
                  <c:v>45663</c:v>
                </c:pt>
                <c:pt idx="1081">
                  <c:v>45664</c:v>
                </c:pt>
                <c:pt idx="1082">
                  <c:v>45665</c:v>
                </c:pt>
                <c:pt idx="1083">
                  <c:v>45666</c:v>
                </c:pt>
                <c:pt idx="1084">
                  <c:v>45667</c:v>
                </c:pt>
                <c:pt idx="1085">
                  <c:v>45668</c:v>
                </c:pt>
                <c:pt idx="1086">
                  <c:v>45669</c:v>
                </c:pt>
                <c:pt idx="1087">
                  <c:v>45670</c:v>
                </c:pt>
                <c:pt idx="1088">
                  <c:v>45671</c:v>
                </c:pt>
                <c:pt idx="1089">
                  <c:v>45672</c:v>
                </c:pt>
                <c:pt idx="1090">
                  <c:v>45673</c:v>
                </c:pt>
                <c:pt idx="1091">
                  <c:v>45674</c:v>
                </c:pt>
                <c:pt idx="1092">
                  <c:v>45675</c:v>
                </c:pt>
                <c:pt idx="1093">
                  <c:v>45676</c:v>
                </c:pt>
                <c:pt idx="1094">
                  <c:v>45677</c:v>
                </c:pt>
                <c:pt idx="1095">
                  <c:v>45678</c:v>
                </c:pt>
                <c:pt idx="1096">
                  <c:v>45679</c:v>
                </c:pt>
                <c:pt idx="1097">
                  <c:v>45680</c:v>
                </c:pt>
                <c:pt idx="1098">
                  <c:v>45681</c:v>
                </c:pt>
                <c:pt idx="1099">
                  <c:v>45682</c:v>
                </c:pt>
                <c:pt idx="1100">
                  <c:v>45683</c:v>
                </c:pt>
                <c:pt idx="1101">
                  <c:v>45684</c:v>
                </c:pt>
                <c:pt idx="1102">
                  <c:v>45685</c:v>
                </c:pt>
                <c:pt idx="1103">
                  <c:v>45686</c:v>
                </c:pt>
                <c:pt idx="1104">
                  <c:v>45687</c:v>
                </c:pt>
                <c:pt idx="1105">
                  <c:v>45688</c:v>
                </c:pt>
                <c:pt idx="1106">
                  <c:v>45689</c:v>
                </c:pt>
                <c:pt idx="1107">
                  <c:v>45690</c:v>
                </c:pt>
                <c:pt idx="1108">
                  <c:v>45691</c:v>
                </c:pt>
                <c:pt idx="1109">
                  <c:v>45692</c:v>
                </c:pt>
                <c:pt idx="1110">
                  <c:v>45693</c:v>
                </c:pt>
                <c:pt idx="1111">
                  <c:v>45694</c:v>
                </c:pt>
                <c:pt idx="1112">
                  <c:v>45695</c:v>
                </c:pt>
                <c:pt idx="1113">
                  <c:v>45696</c:v>
                </c:pt>
                <c:pt idx="1114">
                  <c:v>45697</c:v>
                </c:pt>
                <c:pt idx="1115">
                  <c:v>45698</c:v>
                </c:pt>
                <c:pt idx="1116">
                  <c:v>45699</c:v>
                </c:pt>
                <c:pt idx="1117">
                  <c:v>45700</c:v>
                </c:pt>
                <c:pt idx="1118">
                  <c:v>45701</c:v>
                </c:pt>
                <c:pt idx="1119">
                  <c:v>45702</c:v>
                </c:pt>
                <c:pt idx="1120">
                  <c:v>45703</c:v>
                </c:pt>
                <c:pt idx="1121">
                  <c:v>45704</c:v>
                </c:pt>
                <c:pt idx="1122">
                  <c:v>45705</c:v>
                </c:pt>
                <c:pt idx="1123">
                  <c:v>45706</c:v>
                </c:pt>
                <c:pt idx="1124">
                  <c:v>45707</c:v>
                </c:pt>
                <c:pt idx="1125">
                  <c:v>45708</c:v>
                </c:pt>
                <c:pt idx="1126">
                  <c:v>45709</c:v>
                </c:pt>
                <c:pt idx="1127">
                  <c:v>45710</c:v>
                </c:pt>
                <c:pt idx="1128">
                  <c:v>45711</c:v>
                </c:pt>
                <c:pt idx="1129">
                  <c:v>45712</c:v>
                </c:pt>
                <c:pt idx="1130">
                  <c:v>45713</c:v>
                </c:pt>
                <c:pt idx="1131">
                  <c:v>45714</c:v>
                </c:pt>
                <c:pt idx="1132">
                  <c:v>45715</c:v>
                </c:pt>
                <c:pt idx="1133">
                  <c:v>45716</c:v>
                </c:pt>
                <c:pt idx="1134">
                  <c:v>45717</c:v>
                </c:pt>
                <c:pt idx="1135">
                  <c:v>45718</c:v>
                </c:pt>
                <c:pt idx="1136">
                  <c:v>45719</c:v>
                </c:pt>
                <c:pt idx="1137">
                  <c:v>45720</c:v>
                </c:pt>
                <c:pt idx="1138">
                  <c:v>45721</c:v>
                </c:pt>
                <c:pt idx="1139">
                  <c:v>45722</c:v>
                </c:pt>
                <c:pt idx="1140">
                  <c:v>45723</c:v>
                </c:pt>
                <c:pt idx="1141">
                  <c:v>45724</c:v>
                </c:pt>
                <c:pt idx="1142">
                  <c:v>45725</c:v>
                </c:pt>
                <c:pt idx="1143">
                  <c:v>45726</c:v>
                </c:pt>
                <c:pt idx="1144">
                  <c:v>45727</c:v>
                </c:pt>
                <c:pt idx="1145">
                  <c:v>45728</c:v>
                </c:pt>
                <c:pt idx="1146">
                  <c:v>45729</c:v>
                </c:pt>
                <c:pt idx="1147">
                  <c:v>45730</c:v>
                </c:pt>
                <c:pt idx="1148">
                  <c:v>45731</c:v>
                </c:pt>
                <c:pt idx="1149">
                  <c:v>45732</c:v>
                </c:pt>
                <c:pt idx="1150">
                  <c:v>45733</c:v>
                </c:pt>
                <c:pt idx="1151">
                  <c:v>45734</c:v>
                </c:pt>
                <c:pt idx="1152">
                  <c:v>45735</c:v>
                </c:pt>
                <c:pt idx="1153">
                  <c:v>45736</c:v>
                </c:pt>
                <c:pt idx="1154">
                  <c:v>45737</c:v>
                </c:pt>
                <c:pt idx="1155">
                  <c:v>45738</c:v>
                </c:pt>
                <c:pt idx="1156">
                  <c:v>45739</c:v>
                </c:pt>
                <c:pt idx="1157">
                  <c:v>45740</c:v>
                </c:pt>
                <c:pt idx="1158">
                  <c:v>45741</c:v>
                </c:pt>
                <c:pt idx="1159">
                  <c:v>45742</c:v>
                </c:pt>
                <c:pt idx="1160">
                  <c:v>45743</c:v>
                </c:pt>
                <c:pt idx="1161">
                  <c:v>45744</c:v>
                </c:pt>
                <c:pt idx="1162">
                  <c:v>45745</c:v>
                </c:pt>
                <c:pt idx="1163">
                  <c:v>45746</c:v>
                </c:pt>
                <c:pt idx="1164">
                  <c:v>45747</c:v>
                </c:pt>
                <c:pt idx="1165">
                  <c:v>45748</c:v>
                </c:pt>
                <c:pt idx="1166">
                  <c:v>45749</c:v>
                </c:pt>
                <c:pt idx="1167">
                  <c:v>45750</c:v>
                </c:pt>
                <c:pt idx="1168">
                  <c:v>45751</c:v>
                </c:pt>
                <c:pt idx="1169">
                  <c:v>45752</c:v>
                </c:pt>
                <c:pt idx="1170">
                  <c:v>45753</c:v>
                </c:pt>
                <c:pt idx="1171">
                  <c:v>45754</c:v>
                </c:pt>
                <c:pt idx="1172">
                  <c:v>45755</c:v>
                </c:pt>
                <c:pt idx="1173">
                  <c:v>45756</c:v>
                </c:pt>
                <c:pt idx="1174">
                  <c:v>45757</c:v>
                </c:pt>
                <c:pt idx="1175">
                  <c:v>45758</c:v>
                </c:pt>
                <c:pt idx="1176">
                  <c:v>45759</c:v>
                </c:pt>
                <c:pt idx="1177">
                  <c:v>45760</c:v>
                </c:pt>
                <c:pt idx="1178">
                  <c:v>45761</c:v>
                </c:pt>
                <c:pt idx="1179">
                  <c:v>45762</c:v>
                </c:pt>
                <c:pt idx="1180">
                  <c:v>45763</c:v>
                </c:pt>
                <c:pt idx="1181">
                  <c:v>45764</c:v>
                </c:pt>
                <c:pt idx="1182">
                  <c:v>45765</c:v>
                </c:pt>
                <c:pt idx="1183">
                  <c:v>45766</c:v>
                </c:pt>
                <c:pt idx="1184">
                  <c:v>45767</c:v>
                </c:pt>
                <c:pt idx="1185">
                  <c:v>45768</c:v>
                </c:pt>
                <c:pt idx="1186">
                  <c:v>45769</c:v>
                </c:pt>
                <c:pt idx="1187">
                  <c:v>45770</c:v>
                </c:pt>
                <c:pt idx="1188">
                  <c:v>45771</c:v>
                </c:pt>
                <c:pt idx="1189">
                  <c:v>45772</c:v>
                </c:pt>
                <c:pt idx="1190">
                  <c:v>45773</c:v>
                </c:pt>
                <c:pt idx="1191">
                  <c:v>45774</c:v>
                </c:pt>
                <c:pt idx="1192">
                  <c:v>45775</c:v>
                </c:pt>
                <c:pt idx="1193">
                  <c:v>45776</c:v>
                </c:pt>
                <c:pt idx="1194">
                  <c:v>45777</c:v>
                </c:pt>
                <c:pt idx="1195">
                  <c:v>45778</c:v>
                </c:pt>
                <c:pt idx="1196">
                  <c:v>45779</c:v>
                </c:pt>
                <c:pt idx="1197">
                  <c:v>45780</c:v>
                </c:pt>
                <c:pt idx="1198">
                  <c:v>45781</c:v>
                </c:pt>
                <c:pt idx="1199">
                  <c:v>45782</c:v>
                </c:pt>
                <c:pt idx="1200">
                  <c:v>45783</c:v>
                </c:pt>
                <c:pt idx="1201">
                  <c:v>45784</c:v>
                </c:pt>
                <c:pt idx="1202">
                  <c:v>45785</c:v>
                </c:pt>
                <c:pt idx="1203">
                  <c:v>45786</c:v>
                </c:pt>
                <c:pt idx="1204">
                  <c:v>45787</c:v>
                </c:pt>
                <c:pt idx="1205">
                  <c:v>45788</c:v>
                </c:pt>
                <c:pt idx="1206">
                  <c:v>45789</c:v>
                </c:pt>
                <c:pt idx="1207">
                  <c:v>45790</c:v>
                </c:pt>
                <c:pt idx="1208">
                  <c:v>45791</c:v>
                </c:pt>
                <c:pt idx="1209">
                  <c:v>45792</c:v>
                </c:pt>
                <c:pt idx="1210">
                  <c:v>45793</c:v>
                </c:pt>
                <c:pt idx="1211">
                  <c:v>45794</c:v>
                </c:pt>
                <c:pt idx="1212">
                  <c:v>45795</c:v>
                </c:pt>
                <c:pt idx="1213">
                  <c:v>45796</c:v>
                </c:pt>
                <c:pt idx="1214">
                  <c:v>45797</c:v>
                </c:pt>
                <c:pt idx="1215">
                  <c:v>45798</c:v>
                </c:pt>
                <c:pt idx="1216">
                  <c:v>45799</c:v>
                </c:pt>
                <c:pt idx="1217">
                  <c:v>45800</c:v>
                </c:pt>
                <c:pt idx="1218">
                  <c:v>45801</c:v>
                </c:pt>
                <c:pt idx="1219">
                  <c:v>45802</c:v>
                </c:pt>
                <c:pt idx="1220">
                  <c:v>45803</c:v>
                </c:pt>
                <c:pt idx="1221">
                  <c:v>45804</c:v>
                </c:pt>
                <c:pt idx="1222">
                  <c:v>45805</c:v>
                </c:pt>
                <c:pt idx="1223">
                  <c:v>45806</c:v>
                </c:pt>
                <c:pt idx="1224">
                  <c:v>45807</c:v>
                </c:pt>
                <c:pt idx="1225">
                  <c:v>45808</c:v>
                </c:pt>
                <c:pt idx="1226">
                  <c:v>45809</c:v>
                </c:pt>
                <c:pt idx="1227">
                  <c:v>45810</c:v>
                </c:pt>
                <c:pt idx="1228">
                  <c:v>45811</c:v>
                </c:pt>
                <c:pt idx="1229">
                  <c:v>45812</c:v>
                </c:pt>
                <c:pt idx="1230">
                  <c:v>45813</c:v>
                </c:pt>
                <c:pt idx="1231">
                  <c:v>45814</c:v>
                </c:pt>
                <c:pt idx="1232">
                  <c:v>45815</c:v>
                </c:pt>
                <c:pt idx="1233">
                  <c:v>45816</c:v>
                </c:pt>
                <c:pt idx="1234">
                  <c:v>45817</c:v>
                </c:pt>
                <c:pt idx="1235">
                  <c:v>45818</c:v>
                </c:pt>
                <c:pt idx="1236">
                  <c:v>45819</c:v>
                </c:pt>
                <c:pt idx="1237">
                  <c:v>45820</c:v>
                </c:pt>
                <c:pt idx="1238">
                  <c:v>45821</c:v>
                </c:pt>
                <c:pt idx="1239">
                  <c:v>45822</c:v>
                </c:pt>
                <c:pt idx="1240">
                  <c:v>45823</c:v>
                </c:pt>
                <c:pt idx="1241">
                  <c:v>45824</c:v>
                </c:pt>
                <c:pt idx="1242">
                  <c:v>45825</c:v>
                </c:pt>
                <c:pt idx="1243">
                  <c:v>45826</c:v>
                </c:pt>
                <c:pt idx="1244">
                  <c:v>45827</c:v>
                </c:pt>
                <c:pt idx="1245">
                  <c:v>45828</c:v>
                </c:pt>
                <c:pt idx="1246">
                  <c:v>45829</c:v>
                </c:pt>
                <c:pt idx="1247">
                  <c:v>45830</c:v>
                </c:pt>
                <c:pt idx="1248">
                  <c:v>45831</c:v>
                </c:pt>
                <c:pt idx="1249">
                  <c:v>45832</c:v>
                </c:pt>
                <c:pt idx="1250">
                  <c:v>45833</c:v>
                </c:pt>
                <c:pt idx="1251">
                  <c:v>45834</c:v>
                </c:pt>
                <c:pt idx="1252">
                  <c:v>45835</c:v>
                </c:pt>
                <c:pt idx="1253">
                  <c:v>45836</c:v>
                </c:pt>
                <c:pt idx="1254">
                  <c:v>45837</c:v>
                </c:pt>
                <c:pt idx="1255">
                  <c:v>45838</c:v>
                </c:pt>
                <c:pt idx="1256">
                  <c:v>45839</c:v>
                </c:pt>
                <c:pt idx="1257">
                  <c:v>45840</c:v>
                </c:pt>
                <c:pt idx="1258">
                  <c:v>45841</c:v>
                </c:pt>
                <c:pt idx="1259">
                  <c:v>45842</c:v>
                </c:pt>
                <c:pt idx="1260">
                  <c:v>45843</c:v>
                </c:pt>
                <c:pt idx="1261">
                  <c:v>45844</c:v>
                </c:pt>
                <c:pt idx="1262">
                  <c:v>45845</c:v>
                </c:pt>
                <c:pt idx="1263">
                  <c:v>45846</c:v>
                </c:pt>
                <c:pt idx="1264">
                  <c:v>45847</c:v>
                </c:pt>
                <c:pt idx="1265">
                  <c:v>45848</c:v>
                </c:pt>
                <c:pt idx="1266">
                  <c:v>45849</c:v>
                </c:pt>
                <c:pt idx="1267">
                  <c:v>45850</c:v>
                </c:pt>
                <c:pt idx="1268">
                  <c:v>45851</c:v>
                </c:pt>
                <c:pt idx="1269">
                  <c:v>45852</c:v>
                </c:pt>
                <c:pt idx="1270">
                  <c:v>45853</c:v>
                </c:pt>
                <c:pt idx="1271">
                  <c:v>45854</c:v>
                </c:pt>
                <c:pt idx="1272">
                  <c:v>45855</c:v>
                </c:pt>
                <c:pt idx="1273">
                  <c:v>45856</c:v>
                </c:pt>
                <c:pt idx="1274">
                  <c:v>45857</c:v>
                </c:pt>
                <c:pt idx="1275">
                  <c:v>45858</c:v>
                </c:pt>
                <c:pt idx="1276">
                  <c:v>45859</c:v>
                </c:pt>
                <c:pt idx="1277">
                  <c:v>45860</c:v>
                </c:pt>
                <c:pt idx="1278">
                  <c:v>45861</c:v>
                </c:pt>
                <c:pt idx="1279">
                  <c:v>45862</c:v>
                </c:pt>
                <c:pt idx="1280">
                  <c:v>45863</c:v>
                </c:pt>
                <c:pt idx="1281">
                  <c:v>45864</c:v>
                </c:pt>
                <c:pt idx="1282">
                  <c:v>45865</c:v>
                </c:pt>
                <c:pt idx="1283">
                  <c:v>45866</c:v>
                </c:pt>
                <c:pt idx="1284">
                  <c:v>45867</c:v>
                </c:pt>
                <c:pt idx="1285">
                  <c:v>45868</c:v>
                </c:pt>
                <c:pt idx="1286">
                  <c:v>45869</c:v>
                </c:pt>
                <c:pt idx="1287">
                  <c:v>45870</c:v>
                </c:pt>
                <c:pt idx="1288">
                  <c:v>45871</c:v>
                </c:pt>
                <c:pt idx="1289">
                  <c:v>45872</c:v>
                </c:pt>
                <c:pt idx="1290">
                  <c:v>45873</c:v>
                </c:pt>
                <c:pt idx="1291">
                  <c:v>45874</c:v>
                </c:pt>
                <c:pt idx="1292">
                  <c:v>45875</c:v>
                </c:pt>
                <c:pt idx="1293">
                  <c:v>45876</c:v>
                </c:pt>
                <c:pt idx="1294">
                  <c:v>45877</c:v>
                </c:pt>
                <c:pt idx="1295">
                  <c:v>45878</c:v>
                </c:pt>
                <c:pt idx="1296">
                  <c:v>45879</c:v>
                </c:pt>
                <c:pt idx="1297">
                  <c:v>45880</c:v>
                </c:pt>
                <c:pt idx="1298">
                  <c:v>45881</c:v>
                </c:pt>
                <c:pt idx="1299">
                  <c:v>45882</c:v>
                </c:pt>
                <c:pt idx="1300">
                  <c:v>45883</c:v>
                </c:pt>
                <c:pt idx="1301">
                  <c:v>45884</c:v>
                </c:pt>
                <c:pt idx="1302">
                  <c:v>45885</c:v>
                </c:pt>
                <c:pt idx="1303">
                  <c:v>45886</c:v>
                </c:pt>
                <c:pt idx="1304">
                  <c:v>45887</c:v>
                </c:pt>
                <c:pt idx="1305">
                  <c:v>45888</c:v>
                </c:pt>
                <c:pt idx="1306">
                  <c:v>45889</c:v>
                </c:pt>
                <c:pt idx="1307">
                  <c:v>45890</c:v>
                </c:pt>
                <c:pt idx="1308">
                  <c:v>45891</c:v>
                </c:pt>
                <c:pt idx="1309">
                  <c:v>45892</c:v>
                </c:pt>
                <c:pt idx="1310">
                  <c:v>45893</c:v>
                </c:pt>
                <c:pt idx="1311">
                  <c:v>45894</c:v>
                </c:pt>
                <c:pt idx="1312">
                  <c:v>45895</c:v>
                </c:pt>
                <c:pt idx="1313">
                  <c:v>45896</c:v>
                </c:pt>
                <c:pt idx="1314">
                  <c:v>45897</c:v>
                </c:pt>
                <c:pt idx="1315">
                  <c:v>45898</c:v>
                </c:pt>
                <c:pt idx="1316">
                  <c:v>45899</c:v>
                </c:pt>
                <c:pt idx="1317">
                  <c:v>45900</c:v>
                </c:pt>
                <c:pt idx="1318">
                  <c:v>45901</c:v>
                </c:pt>
                <c:pt idx="1319">
                  <c:v>45902</c:v>
                </c:pt>
                <c:pt idx="1320">
                  <c:v>45903</c:v>
                </c:pt>
                <c:pt idx="1321">
                  <c:v>45904</c:v>
                </c:pt>
                <c:pt idx="1322">
                  <c:v>45905</c:v>
                </c:pt>
                <c:pt idx="1323">
                  <c:v>45906</c:v>
                </c:pt>
                <c:pt idx="1324">
                  <c:v>45907</c:v>
                </c:pt>
                <c:pt idx="1325">
                  <c:v>45908</c:v>
                </c:pt>
                <c:pt idx="1326">
                  <c:v>45909</c:v>
                </c:pt>
                <c:pt idx="1327">
                  <c:v>45910</c:v>
                </c:pt>
                <c:pt idx="1328">
                  <c:v>45911</c:v>
                </c:pt>
                <c:pt idx="1329">
                  <c:v>45912</c:v>
                </c:pt>
                <c:pt idx="1330">
                  <c:v>45913</c:v>
                </c:pt>
                <c:pt idx="1331">
                  <c:v>45914</c:v>
                </c:pt>
                <c:pt idx="1332">
                  <c:v>45915</c:v>
                </c:pt>
                <c:pt idx="1333">
                  <c:v>45916</c:v>
                </c:pt>
                <c:pt idx="1334">
                  <c:v>45917</c:v>
                </c:pt>
                <c:pt idx="1335">
                  <c:v>45918</c:v>
                </c:pt>
                <c:pt idx="1336">
                  <c:v>45919</c:v>
                </c:pt>
                <c:pt idx="1337">
                  <c:v>45920</c:v>
                </c:pt>
                <c:pt idx="1338">
                  <c:v>45921</c:v>
                </c:pt>
                <c:pt idx="1339">
                  <c:v>45922</c:v>
                </c:pt>
                <c:pt idx="1340">
                  <c:v>45923</c:v>
                </c:pt>
              </c:numCache>
            </c:numRef>
          </c:cat>
          <c:val>
            <c:numRef>
              <c:f>DFEDTARU!$C$2:$C$1342</c:f>
              <c:numCache>
                <c:formatCode>General</c:formatCode>
                <c:ptCount val="1341"/>
                <c:pt idx="0">
                  <c:v>-0.5</c:v>
                </c:pt>
                <c:pt idx="1">
                  <c:v>-0.5</c:v>
                </c:pt>
                <c:pt idx="2">
                  <c:v>-0.5</c:v>
                </c:pt>
                <c:pt idx="3">
                  <c:v>-0.5</c:v>
                </c:pt>
                <c:pt idx="4">
                  <c:v>-0.5</c:v>
                </c:pt>
                <c:pt idx="5">
                  <c:v>-0.5</c:v>
                </c:pt>
                <c:pt idx="6">
                  <c:v>-0.5</c:v>
                </c:pt>
                <c:pt idx="7">
                  <c:v>-0.5</c:v>
                </c:pt>
                <c:pt idx="8">
                  <c:v>-0.5</c:v>
                </c:pt>
                <c:pt idx="9">
                  <c:v>-0.5</c:v>
                </c:pt>
                <c:pt idx="10">
                  <c:v>-0.5</c:v>
                </c:pt>
                <c:pt idx="11">
                  <c:v>-0.5</c:v>
                </c:pt>
                <c:pt idx="12">
                  <c:v>-0.5</c:v>
                </c:pt>
                <c:pt idx="13">
                  <c:v>-0.5</c:v>
                </c:pt>
                <c:pt idx="14">
                  <c:v>-0.5</c:v>
                </c:pt>
                <c:pt idx="15">
                  <c:v>-0.5</c:v>
                </c:pt>
                <c:pt idx="16">
                  <c:v>-0.5</c:v>
                </c:pt>
                <c:pt idx="17">
                  <c:v>-0.5</c:v>
                </c:pt>
                <c:pt idx="18">
                  <c:v>-0.5</c:v>
                </c:pt>
                <c:pt idx="19">
                  <c:v>-0.5</c:v>
                </c:pt>
                <c:pt idx="20">
                  <c:v>-0.5</c:v>
                </c:pt>
                <c:pt idx="21">
                  <c:v>-0.5</c:v>
                </c:pt>
                <c:pt idx="22">
                  <c:v>-0.5</c:v>
                </c:pt>
                <c:pt idx="23">
                  <c:v>-0.5</c:v>
                </c:pt>
                <c:pt idx="24">
                  <c:v>-0.5</c:v>
                </c:pt>
                <c:pt idx="25">
                  <c:v>-0.5</c:v>
                </c:pt>
                <c:pt idx="26">
                  <c:v>-0.5</c:v>
                </c:pt>
                <c:pt idx="27">
                  <c:v>-0.5</c:v>
                </c:pt>
                <c:pt idx="28">
                  <c:v>-0.5</c:v>
                </c:pt>
                <c:pt idx="29">
                  <c:v>-0.5</c:v>
                </c:pt>
                <c:pt idx="30">
                  <c:v>-0.5</c:v>
                </c:pt>
                <c:pt idx="31">
                  <c:v>-0.5</c:v>
                </c:pt>
                <c:pt idx="32">
                  <c:v>-0.5</c:v>
                </c:pt>
                <c:pt idx="33">
                  <c:v>-0.5</c:v>
                </c:pt>
                <c:pt idx="34">
                  <c:v>-0.5</c:v>
                </c:pt>
                <c:pt idx="35">
                  <c:v>-0.5</c:v>
                </c:pt>
                <c:pt idx="36">
                  <c:v>-0.5</c:v>
                </c:pt>
                <c:pt idx="37">
                  <c:v>-0.5</c:v>
                </c:pt>
                <c:pt idx="38">
                  <c:v>-0.5</c:v>
                </c:pt>
                <c:pt idx="39">
                  <c:v>-0.5</c:v>
                </c:pt>
                <c:pt idx="40">
                  <c:v>-0.5</c:v>
                </c:pt>
                <c:pt idx="41">
                  <c:v>-0.5</c:v>
                </c:pt>
                <c:pt idx="42">
                  <c:v>-0.5</c:v>
                </c:pt>
                <c:pt idx="43">
                  <c:v>-0.5</c:v>
                </c:pt>
                <c:pt idx="44">
                  <c:v>-0.5</c:v>
                </c:pt>
                <c:pt idx="45">
                  <c:v>-0.5</c:v>
                </c:pt>
                <c:pt idx="46">
                  <c:v>-0.5</c:v>
                </c:pt>
                <c:pt idx="47">
                  <c:v>-0.5</c:v>
                </c:pt>
                <c:pt idx="48">
                  <c:v>-0.5</c:v>
                </c:pt>
                <c:pt idx="49">
                  <c:v>-0.5</c:v>
                </c:pt>
                <c:pt idx="50">
                  <c:v>-0.5</c:v>
                </c:pt>
                <c:pt idx="51">
                  <c:v>-0.5</c:v>
                </c:pt>
                <c:pt idx="52">
                  <c:v>-0.5</c:v>
                </c:pt>
                <c:pt idx="53">
                  <c:v>-0.5</c:v>
                </c:pt>
                <c:pt idx="54">
                  <c:v>-0.5</c:v>
                </c:pt>
                <c:pt idx="55">
                  <c:v>-0.5</c:v>
                </c:pt>
                <c:pt idx="56">
                  <c:v>-0.5</c:v>
                </c:pt>
                <c:pt idx="57">
                  <c:v>-0.5</c:v>
                </c:pt>
                <c:pt idx="58">
                  <c:v>-0.5</c:v>
                </c:pt>
                <c:pt idx="59">
                  <c:v>-0.5</c:v>
                </c:pt>
                <c:pt idx="60">
                  <c:v>-0.5</c:v>
                </c:pt>
                <c:pt idx="61">
                  <c:v>-0.5</c:v>
                </c:pt>
                <c:pt idx="62">
                  <c:v>-0.5</c:v>
                </c:pt>
                <c:pt idx="63">
                  <c:v>-0.5</c:v>
                </c:pt>
                <c:pt idx="64">
                  <c:v>-0.5</c:v>
                </c:pt>
                <c:pt idx="65">
                  <c:v>-0.5</c:v>
                </c:pt>
                <c:pt idx="66">
                  <c:v>-0.5</c:v>
                </c:pt>
                <c:pt idx="67">
                  <c:v>-0.5</c:v>
                </c:pt>
                <c:pt idx="68">
                  <c:v>-0.5</c:v>
                </c:pt>
                <c:pt idx="69">
                  <c:v>-0.5</c:v>
                </c:pt>
                <c:pt idx="70">
                  <c:v>-0.5</c:v>
                </c:pt>
                <c:pt idx="71">
                  <c:v>-0.5</c:v>
                </c:pt>
                <c:pt idx="72">
                  <c:v>-0.5</c:v>
                </c:pt>
                <c:pt idx="73">
                  <c:v>-0.5</c:v>
                </c:pt>
                <c:pt idx="74">
                  <c:v>-0.5</c:v>
                </c:pt>
                <c:pt idx="75">
                  <c:v>-0.5</c:v>
                </c:pt>
                <c:pt idx="76">
                  <c:v>-0.5</c:v>
                </c:pt>
                <c:pt idx="77">
                  <c:v>-0.5</c:v>
                </c:pt>
                <c:pt idx="78">
                  <c:v>-0.5</c:v>
                </c:pt>
                <c:pt idx="79">
                  <c:v>-0.5</c:v>
                </c:pt>
                <c:pt idx="80">
                  <c:v>-0.5</c:v>
                </c:pt>
                <c:pt idx="81">
                  <c:v>-0.5</c:v>
                </c:pt>
                <c:pt idx="82">
                  <c:v>-0.5</c:v>
                </c:pt>
                <c:pt idx="83">
                  <c:v>-0.5</c:v>
                </c:pt>
                <c:pt idx="84">
                  <c:v>-0.5</c:v>
                </c:pt>
                <c:pt idx="85">
                  <c:v>-0.5</c:v>
                </c:pt>
                <c:pt idx="86">
                  <c:v>-0.5</c:v>
                </c:pt>
                <c:pt idx="87">
                  <c:v>-0.5</c:v>
                </c:pt>
                <c:pt idx="88">
                  <c:v>-0.5</c:v>
                </c:pt>
                <c:pt idx="89">
                  <c:v>-0.5</c:v>
                </c:pt>
                <c:pt idx="90">
                  <c:v>-0.5</c:v>
                </c:pt>
                <c:pt idx="91">
                  <c:v>-0.5</c:v>
                </c:pt>
                <c:pt idx="92">
                  <c:v>-0.5</c:v>
                </c:pt>
                <c:pt idx="93">
                  <c:v>-0.5</c:v>
                </c:pt>
                <c:pt idx="94">
                  <c:v>-0.5</c:v>
                </c:pt>
                <c:pt idx="95">
                  <c:v>-0.5</c:v>
                </c:pt>
                <c:pt idx="96">
                  <c:v>-0.5</c:v>
                </c:pt>
                <c:pt idx="97">
                  <c:v>-0.5</c:v>
                </c:pt>
                <c:pt idx="98">
                  <c:v>-0.5</c:v>
                </c:pt>
                <c:pt idx="99">
                  <c:v>-0.5</c:v>
                </c:pt>
                <c:pt idx="100">
                  <c:v>-0.5</c:v>
                </c:pt>
                <c:pt idx="101">
                  <c:v>-0.5</c:v>
                </c:pt>
                <c:pt idx="102">
                  <c:v>-0.5</c:v>
                </c:pt>
                <c:pt idx="103">
                  <c:v>-0.5</c:v>
                </c:pt>
                <c:pt idx="104">
                  <c:v>-0.5</c:v>
                </c:pt>
                <c:pt idx="105">
                  <c:v>-0.5</c:v>
                </c:pt>
                <c:pt idx="106">
                  <c:v>-0.5</c:v>
                </c:pt>
                <c:pt idx="107">
                  <c:v>-0.5</c:v>
                </c:pt>
                <c:pt idx="108">
                  <c:v>-0.5</c:v>
                </c:pt>
                <c:pt idx="109">
                  <c:v>-0.5</c:v>
                </c:pt>
                <c:pt idx="110">
                  <c:v>-0.5</c:v>
                </c:pt>
                <c:pt idx="111">
                  <c:v>-0.5</c:v>
                </c:pt>
                <c:pt idx="112">
                  <c:v>-0.5</c:v>
                </c:pt>
                <c:pt idx="113">
                  <c:v>-0.5</c:v>
                </c:pt>
                <c:pt idx="114">
                  <c:v>-0.5</c:v>
                </c:pt>
                <c:pt idx="115">
                  <c:v>-0.5</c:v>
                </c:pt>
                <c:pt idx="116">
                  <c:v>-0.5</c:v>
                </c:pt>
                <c:pt idx="117">
                  <c:v>-0.5</c:v>
                </c:pt>
                <c:pt idx="118">
                  <c:v>-0.5</c:v>
                </c:pt>
                <c:pt idx="119">
                  <c:v>-0.5</c:v>
                </c:pt>
                <c:pt idx="120">
                  <c:v>-0.5</c:v>
                </c:pt>
                <c:pt idx="121">
                  <c:v>-0.5</c:v>
                </c:pt>
                <c:pt idx="122">
                  <c:v>-0.5</c:v>
                </c:pt>
                <c:pt idx="123">
                  <c:v>-0.5</c:v>
                </c:pt>
                <c:pt idx="124">
                  <c:v>-0.5</c:v>
                </c:pt>
                <c:pt idx="125">
                  <c:v>-0.5</c:v>
                </c:pt>
                <c:pt idx="126">
                  <c:v>-0.5</c:v>
                </c:pt>
                <c:pt idx="127">
                  <c:v>-0.5</c:v>
                </c:pt>
                <c:pt idx="128">
                  <c:v>-0.5</c:v>
                </c:pt>
                <c:pt idx="129">
                  <c:v>-0.5</c:v>
                </c:pt>
                <c:pt idx="130">
                  <c:v>-0.5</c:v>
                </c:pt>
                <c:pt idx="131">
                  <c:v>-0.5</c:v>
                </c:pt>
                <c:pt idx="132">
                  <c:v>-0.5</c:v>
                </c:pt>
                <c:pt idx="133">
                  <c:v>-0.5</c:v>
                </c:pt>
                <c:pt idx="134">
                  <c:v>-0.5</c:v>
                </c:pt>
                <c:pt idx="135">
                  <c:v>-0.5</c:v>
                </c:pt>
                <c:pt idx="136">
                  <c:v>-0.5</c:v>
                </c:pt>
                <c:pt idx="137">
                  <c:v>-0.5</c:v>
                </c:pt>
                <c:pt idx="138">
                  <c:v>-0.5</c:v>
                </c:pt>
                <c:pt idx="139">
                  <c:v>-0.5</c:v>
                </c:pt>
                <c:pt idx="140">
                  <c:v>-0.5</c:v>
                </c:pt>
                <c:pt idx="141">
                  <c:v>-0.5</c:v>
                </c:pt>
                <c:pt idx="142">
                  <c:v>-0.5</c:v>
                </c:pt>
                <c:pt idx="143">
                  <c:v>-0.5</c:v>
                </c:pt>
                <c:pt idx="144">
                  <c:v>-0.5</c:v>
                </c:pt>
                <c:pt idx="145">
                  <c:v>-0.5</c:v>
                </c:pt>
                <c:pt idx="146">
                  <c:v>-0.5</c:v>
                </c:pt>
                <c:pt idx="147">
                  <c:v>-0.5</c:v>
                </c:pt>
                <c:pt idx="148">
                  <c:v>-0.5</c:v>
                </c:pt>
                <c:pt idx="149">
                  <c:v>-0.5</c:v>
                </c:pt>
                <c:pt idx="150">
                  <c:v>-0.5</c:v>
                </c:pt>
                <c:pt idx="151">
                  <c:v>-0.5</c:v>
                </c:pt>
                <c:pt idx="152">
                  <c:v>-0.5</c:v>
                </c:pt>
                <c:pt idx="153">
                  <c:v>-0.5</c:v>
                </c:pt>
                <c:pt idx="154">
                  <c:v>-0.5</c:v>
                </c:pt>
                <c:pt idx="155">
                  <c:v>-0.5</c:v>
                </c:pt>
                <c:pt idx="156">
                  <c:v>-0.5</c:v>
                </c:pt>
                <c:pt idx="157">
                  <c:v>-0.5</c:v>
                </c:pt>
                <c:pt idx="158">
                  <c:v>-0.5</c:v>
                </c:pt>
                <c:pt idx="159">
                  <c:v>-0.5</c:v>
                </c:pt>
                <c:pt idx="160">
                  <c:v>-0.5</c:v>
                </c:pt>
                <c:pt idx="161">
                  <c:v>-0.5</c:v>
                </c:pt>
                <c:pt idx="162">
                  <c:v>-0.5</c:v>
                </c:pt>
                <c:pt idx="163">
                  <c:v>-0.5</c:v>
                </c:pt>
                <c:pt idx="164">
                  <c:v>-0.5</c:v>
                </c:pt>
                <c:pt idx="165">
                  <c:v>-0.5</c:v>
                </c:pt>
                <c:pt idx="166">
                  <c:v>-0.5</c:v>
                </c:pt>
                <c:pt idx="167">
                  <c:v>-0.5</c:v>
                </c:pt>
                <c:pt idx="168">
                  <c:v>-0.5</c:v>
                </c:pt>
                <c:pt idx="169">
                  <c:v>-0.5</c:v>
                </c:pt>
                <c:pt idx="170">
                  <c:v>-0.5</c:v>
                </c:pt>
                <c:pt idx="171">
                  <c:v>-0.5</c:v>
                </c:pt>
                <c:pt idx="172">
                  <c:v>-0.5</c:v>
                </c:pt>
                <c:pt idx="173">
                  <c:v>-0.5</c:v>
                </c:pt>
                <c:pt idx="174">
                  <c:v>-0.5</c:v>
                </c:pt>
                <c:pt idx="175">
                  <c:v>-0.5</c:v>
                </c:pt>
                <c:pt idx="176">
                  <c:v>-0.5</c:v>
                </c:pt>
                <c:pt idx="177">
                  <c:v>-0.5</c:v>
                </c:pt>
                <c:pt idx="178">
                  <c:v>-0.5</c:v>
                </c:pt>
                <c:pt idx="179">
                  <c:v>-0.5</c:v>
                </c:pt>
                <c:pt idx="180">
                  <c:v>-0.5</c:v>
                </c:pt>
                <c:pt idx="181">
                  <c:v>-0.5</c:v>
                </c:pt>
                <c:pt idx="182">
                  <c:v>-0.5</c:v>
                </c:pt>
                <c:pt idx="183">
                  <c:v>-0.5</c:v>
                </c:pt>
                <c:pt idx="184">
                  <c:v>-0.5</c:v>
                </c:pt>
                <c:pt idx="185">
                  <c:v>-0.5</c:v>
                </c:pt>
                <c:pt idx="186">
                  <c:v>-0.5</c:v>
                </c:pt>
                <c:pt idx="187">
                  <c:v>0.75</c:v>
                </c:pt>
                <c:pt idx="188">
                  <c:v>0.75</c:v>
                </c:pt>
                <c:pt idx="189">
                  <c:v>0.75</c:v>
                </c:pt>
                <c:pt idx="190">
                  <c:v>0.75</c:v>
                </c:pt>
                <c:pt idx="191">
                  <c:v>0.75</c:v>
                </c:pt>
                <c:pt idx="192">
                  <c:v>0.75</c:v>
                </c:pt>
                <c:pt idx="193">
                  <c:v>0.75</c:v>
                </c:pt>
                <c:pt idx="194">
                  <c:v>0.75</c:v>
                </c:pt>
                <c:pt idx="195">
                  <c:v>0.75</c:v>
                </c:pt>
                <c:pt idx="196">
                  <c:v>0.75</c:v>
                </c:pt>
                <c:pt idx="197">
                  <c:v>0.75</c:v>
                </c:pt>
                <c:pt idx="198">
                  <c:v>0.75</c:v>
                </c:pt>
                <c:pt idx="199">
                  <c:v>0.75</c:v>
                </c:pt>
                <c:pt idx="200">
                  <c:v>0.75</c:v>
                </c:pt>
                <c:pt idx="201">
                  <c:v>0.75</c:v>
                </c:pt>
                <c:pt idx="202">
                  <c:v>0.75</c:v>
                </c:pt>
                <c:pt idx="203">
                  <c:v>0.75</c:v>
                </c:pt>
                <c:pt idx="204">
                  <c:v>0.75</c:v>
                </c:pt>
                <c:pt idx="205">
                  <c:v>0.75</c:v>
                </c:pt>
                <c:pt idx="206">
                  <c:v>0.75</c:v>
                </c:pt>
                <c:pt idx="207">
                  <c:v>0.75</c:v>
                </c:pt>
                <c:pt idx="208">
                  <c:v>0.75</c:v>
                </c:pt>
                <c:pt idx="209">
                  <c:v>0.75</c:v>
                </c:pt>
                <c:pt idx="210">
                  <c:v>0.75</c:v>
                </c:pt>
                <c:pt idx="211">
                  <c:v>0.75</c:v>
                </c:pt>
                <c:pt idx="212">
                  <c:v>0.75</c:v>
                </c:pt>
                <c:pt idx="213">
                  <c:v>0.75</c:v>
                </c:pt>
                <c:pt idx="214">
                  <c:v>0.75</c:v>
                </c:pt>
                <c:pt idx="215">
                  <c:v>0.75</c:v>
                </c:pt>
                <c:pt idx="216">
                  <c:v>0.75</c:v>
                </c:pt>
                <c:pt idx="217">
                  <c:v>0.75</c:v>
                </c:pt>
                <c:pt idx="218">
                  <c:v>0.75</c:v>
                </c:pt>
                <c:pt idx="219">
                  <c:v>0.75</c:v>
                </c:pt>
                <c:pt idx="220">
                  <c:v>0.75</c:v>
                </c:pt>
                <c:pt idx="221">
                  <c:v>0.75</c:v>
                </c:pt>
                <c:pt idx="222">
                  <c:v>0.75</c:v>
                </c:pt>
                <c:pt idx="223">
                  <c:v>0.75</c:v>
                </c:pt>
                <c:pt idx="224">
                  <c:v>0.75</c:v>
                </c:pt>
                <c:pt idx="225">
                  <c:v>0.75</c:v>
                </c:pt>
                <c:pt idx="226">
                  <c:v>0.75</c:v>
                </c:pt>
                <c:pt idx="227">
                  <c:v>0.75</c:v>
                </c:pt>
                <c:pt idx="228">
                  <c:v>0.75</c:v>
                </c:pt>
                <c:pt idx="229">
                  <c:v>0.75</c:v>
                </c:pt>
                <c:pt idx="230">
                  <c:v>0.75</c:v>
                </c:pt>
                <c:pt idx="231">
                  <c:v>0.75</c:v>
                </c:pt>
                <c:pt idx="232">
                  <c:v>0.75</c:v>
                </c:pt>
                <c:pt idx="233">
                  <c:v>0.75</c:v>
                </c:pt>
                <c:pt idx="234">
                  <c:v>0.75</c:v>
                </c:pt>
                <c:pt idx="235">
                  <c:v>0.75</c:v>
                </c:pt>
                <c:pt idx="236">
                  <c:v>1.5</c:v>
                </c:pt>
                <c:pt idx="237">
                  <c:v>1.5</c:v>
                </c:pt>
                <c:pt idx="238">
                  <c:v>1.5</c:v>
                </c:pt>
                <c:pt idx="239">
                  <c:v>1.5</c:v>
                </c:pt>
                <c:pt idx="240">
                  <c:v>1.5</c:v>
                </c:pt>
                <c:pt idx="241">
                  <c:v>1.5</c:v>
                </c:pt>
                <c:pt idx="242">
                  <c:v>1.5</c:v>
                </c:pt>
                <c:pt idx="243">
                  <c:v>1.5</c:v>
                </c:pt>
                <c:pt idx="244">
                  <c:v>1.5</c:v>
                </c:pt>
                <c:pt idx="245">
                  <c:v>1.5</c:v>
                </c:pt>
                <c:pt idx="246">
                  <c:v>1.5</c:v>
                </c:pt>
                <c:pt idx="247">
                  <c:v>1.5</c:v>
                </c:pt>
                <c:pt idx="248">
                  <c:v>1.5</c:v>
                </c:pt>
                <c:pt idx="249">
                  <c:v>1.5</c:v>
                </c:pt>
                <c:pt idx="250">
                  <c:v>1.5</c:v>
                </c:pt>
                <c:pt idx="251">
                  <c:v>1.5</c:v>
                </c:pt>
                <c:pt idx="252">
                  <c:v>1.5</c:v>
                </c:pt>
                <c:pt idx="253">
                  <c:v>1.5</c:v>
                </c:pt>
                <c:pt idx="254">
                  <c:v>1.5</c:v>
                </c:pt>
                <c:pt idx="255">
                  <c:v>1.5</c:v>
                </c:pt>
                <c:pt idx="256">
                  <c:v>1.5</c:v>
                </c:pt>
                <c:pt idx="257">
                  <c:v>1.5</c:v>
                </c:pt>
                <c:pt idx="258">
                  <c:v>1.5</c:v>
                </c:pt>
                <c:pt idx="259">
                  <c:v>1.5</c:v>
                </c:pt>
                <c:pt idx="260">
                  <c:v>1.5</c:v>
                </c:pt>
                <c:pt idx="261">
                  <c:v>1.5</c:v>
                </c:pt>
                <c:pt idx="262">
                  <c:v>1.5</c:v>
                </c:pt>
                <c:pt idx="263">
                  <c:v>1.5</c:v>
                </c:pt>
                <c:pt idx="264">
                  <c:v>1.5</c:v>
                </c:pt>
                <c:pt idx="265">
                  <c:v>1.5</c:v>
                </c:pt>
                <c:pt idx="266">
                  <c:v>1.5</c:v>
                </c:pt>
                <c:pt idx="267">
                  <c:v>1.5</c:v>
                </c:pt>
                <c:pt idx="268">
                  <c:v>1.5</c:v>
                </c:pt>
                <c:pt idx="269">
                  <c:v>1.5</c:v>
                </c:pt>
                <c:pt idx="270">
                  <c:v>1.5</c:v>
                </c:pt>
                <c:pt idx="271">
                  <c:v>1.5</c:v>
                </c:pt>
                <c:pt idx="272">
                  <c:v>1.5</c:v>
                </c:pt>
                <c:pt idx="273">
                  <c:v>1.5</c:v>
                </c:pt>
                <c:pt idx="274">
                  <c:v>1.5</c:v>
                </c:pt>
                <c:pt idx="275">
                  <c:v>1.5</c:v>
                </c:pt>
                <c:pt idx="276">
                  <c:v>1.5</c:v>
                </c:pt>
                <c:pt idx="277">
                  <c:v>1.5</c:v>
                </c:pt>
                <c:pt idx="278">
                  <c:v>1.5</c:v>
                </c:pt>
                <c:pt idx="279">
                  <c:v>1.5</c:v>
                </c:pt>
                <c:pt idx="280">
                  <c:v>1.5</c:v>
                </c:pt>
                <c:pt idx="281">
                  <c:v>1.5</c:v>
                </c:pt>
                <c:pt idx="282">
                  <c:v>1.5</c:v>
                </c:pt>
                <c:pt idx="283">
                  <c:v>1.5</c:v>
                </c:pt>
                <c:pt idx="284">
                  <c:v>1.5</c:v>
                </c:pt>
                <c:pt idx="285">
                  <c:v>2</c:v>
                </c:pt>
                <c:pt idx="286">
                  <c:v>2</c:v>
                </c:pt>
                <c:pt idx="287">
                  <c:v>2</c:v>
                </c:pt>
                <c:pt idx="288">
                  <c:v>2</c:v>
                </c:pt>
                <c:pt idx="289">
                  <c:v>2</c:v>
                </c:pt>
                <c:pt idx="290">
                  <c:v>2</c:v>
                </c:pt>
                <c:pt idx="291">
                  <c:v>2</c:v>
                </c:pt>
                <c:pt idx="292">
                  <c:v>2</c:v>
                </c:pt>
                <c:pt idx="293">
                  <c:v>2</c:v>
                </c:pt>
                <c:pt idx="294">
                  <c:v>2</c:v>
                </c:pt>
                <c:pt idx="295">
                  <c:v>2</c:v>
                </c:pt>
                <c:pt idx="296">
                  <c:v>2</c:v>
                </c:pt>
                <c:pt idx="297">
                  <c:v>2</c:v>
                </c:pt>
                <c:pt idx="298">
                  <c:v>2</c:v>
                </c:pt>
                <c:pt idx="299">
                  <c:v>2</c:v>
                </c:pt>
                <c:pt idx="300">
                  <c:v>2</c:v>
                </c:pt>
                <c:pt idx="301">
                  <c:v>2</c:v>
                </c:pt>
                <c:pt idx="302">
                  <c:v>2</c:v>
                </c:pt>
                <c:pt idx="303">
                  <c:v>2</c:v>
                </c:pt>
                <c:pt idx="304">
                  <c:v>2</c:v>
                </c:pt>
                <c:pt idx="305">
                  <c:v>2</c:v>
                </c:pt>
                <c:pt idx="306">
                  <c:v>2</c:v>
                </c:pt>
                <c:pt idx="307">
                  <c:v>2</c:v>
                </c:pt>
                <c:pt idx="308">
                  <c:v>2</c:v>
                </c:pt>
                <c:pt idx="309">
                  <c:v>2</c:v>
                </c:pt>
                <c:pt idx="310">
                  <c:v>2</c:v>
                </c:pt>
                <c:pt idx="311">
                  <c:v>2</c:v>
                </c:pt>
                <c:pt idx="312">
                  <c:v>2</c:v>
                </c:pt>
                <c:pt idx="313">
                  <c:v>2</c:v>
                </c:pt>
                <c:pt idx="314">
                  <c:v>2</c:v>
                </c:pt>
                <c:pt idx="315">
                  <c:v>2</c:v>
                </c:pt>
                <c:pt idx="316">
                  <c:v>2</c:v>
                </c:pt>
                <c:pt idx="317">
                  <c:v>2</c:v>
                </c:pt>
                <c:pt idx="318">
                  <c:v>2</c:v>
                </c:pt>
                <c:pt idx="319">
                  <c:v>2</c:v>
                </c:pt>
                <c:pt idx="320">
                  <c:v>2</c:v>
                </c:pt>
                <c:pt idx="321">
                  <c:v>2</c:v>
                </c:pt>
                <c:pt idx="322">
                  <c:v>2</c:v>
                </c:pt>
                <c:pt idx="323">
                  <c:v>2</c:v>
                </c:pt>
                <c:pt idx="324">
                  <c:v>2</c:v>
                </c:pt>
                <c:pt idx="325">
                  <c:v>2</c:v>
                </c:pt>
                <c:pt idx="326">
                  <c:v>2</c:v>
                </c:pt>
                <c:pt idx="327">
                  <c:v>2</c:v>
                </c:pt>
                <c:pt idx="328">
                  <c:v>2</c:v>
                </c:pt>
                <c:pt idx="329">
                  <c:v>2</c:v>
                </c:pt>
                <c:pt idx="330">
                  <c:v>2</c:v>
                </c:pt>
                <c:pt idx="331">
                  <c:v>2</c:v>
                </c:pt>
                <c:pt idx="332">
                  <c:v>2</c:v>
                </c:pt>
                <c:pt idx="333">
                  <c:v>2</c:v>
                </c:pt>
                <c:pt idx="334">
                  <c:v>2.5</c:v>
                </c:pt>
                <c:pt idx="335">
                  <c:v>2.5</c:v>
                </c:pt>
                <c:pt idx="336">
                  <c:v>2.5</c:v>
                </c:pt>
                <c:pt idx="337">
                  <c:v>2.5</c:v>
                </c:pt>
                <c:pt idx="338">
                  <c:v>2.5</c:v>
                </c:pt>
                <c:pt idx="339">
                  <c:v>2.5</c:v>
                </c:pt>
                <c:pt idx="340">
                  <c:v>2.5</c:v>
                </c:pt>
                <c:pt idx="341">
                  <c:v>2.5</c:v>
                </c:pt>
                <c:pt idx="342">
                  <c:v>2.5</c:v>
                </c:pt>
                <c:pt idx="343">
                  <c:v>2.5</c:v>
                </c:pt>
                <c:pt idx="344">
                  <c:v>2.5</c:v>
                </c:pt>
                <c:pt idx="345">
                  <c:v>2.5</c:v>
                </c:pt>
                <c:pt idx="346">
                  <c:v>2.5</c:v>
                </c:pt>
                <c:pt idx="347">
                  <c:v>2.5</c:v>
                </c:pt>
                <c:pt idx="348">
                  <c:v>2.5</c:v>
                </c:pt>
                <c:pt idx="349">
                  <c:v>2.5</c:v>
                </c:pt>
                <c:pt idx="350">
                  <c:v>2.5</c:v>
                </c:pt>
                <c:pt idx="351">
                  <c:v>2.5</c:v>
                </c:pt>
                <c:pt idx="352">
                  <c:v>2.5</c:v>
                </c:pt>
                <c:pt idx="353">
                  <c:v>2.5</c:v>
                </c:pt>
                <c:pt idx="354">
                  <c:v>2.5</c:v>
                </c:pt>
                <c:pt idx="355">
                  <c:v>2.5</c:v>
                </c:pt>
                <c:pt idx="356">
                  <c:v>2.5</c:v>
                </c:pt>
                <c:pt idx="357">
                  <c:v>2.5</c:v>
                </c:pt>
                <c:pt idx="358">
                  <c:v>2.5</c:v>
                </c:pt>
                <c:pt idx="359">
                  <c:v>2.5</c:v>
                </c:pt>
                <c:pt idx="360">
                  <c:v>2.5</c:v>
                </c:pt>
                <c:pt idx="361">
                  <c:v>2.5</c:v>
                </c:pt>
                <c:pt idx="362">
                  <c:v>2.5</c:v>
                </c:pt>
                <c:pt idx="363">
                  <c:v>2.5</c:v>
                </c:pt>
                <c:pt idx="364">
                  <c:v>2.5</c:v>
                </c:pt>
                <c:pt idx="365">
                  <c:v>2.5</c:v>
                </c:pt>
                <c:pt idx="366">
                  <c:v>2.5</c:v>
                </c:pt>
                <c:pt idx="367">
                  <c:v>2.5</c:v>
                </c:pt>
                <c:pt idx="368">
                  <c:v>2.5</c:v>
                </c:pt>
                <c:pt idx="369">
                  <c:v>2.5</c:v>
                </c:pt>
                <c:pt idx="370">
                  <c:v>2.5</c:v>
                </c:pt>
                <c:pt idx="371">
                  <c:v>2.5</c:v>
                </c:pt>
                <c:pt idx="372">
                  <c:v>2.5</c:v>
                </c:pt>
                <c:pt idx="373">
                  <c:v>2.5</c:v>
                </c:pt>
                <c:pt idx="374">
                  <c:v>2.5</c:v>
                </c:pt>
                <c:pt idx="375">
                  <c:v>2.5</c:v>
                </c:pt>
                <c:pt idx="376">
                  <c:v>2.5</c:v>
                </c:pt>
                <c:pt idx="377">
                  <c:v>2.5</c:v>
                </c:pt>
                <c:pt idx="378">
                  <c:v>2.5</c:v>
                </c:pt>
                <c:pt idx="379">
                  <c:v>2.5</c:v>
                </c:pt>
                <c:pt idx="380">
                  <c:v>2.5</c:v>
                </c:pt>
                <c:pt idx="381">
                  <c:v>2.5</c:v>
                </c:pt>
                <c:pt idx="382">
                  <c:v>2.5</c:v>
                </c:pt>
                <c:pt idx="383">
                  <c:v>3</c:v>
                </c:pt>
                <c:pt idx="384">
                  <c:v>3</c:v>
                </c:pt>
                <c:pt idx="385">
                  <c:v>3</c:v>
                </c:pt>
                <c:pt idx="386">
                  <c:v>3</c:v>
                </c:pt>
                <c:pt idx="387">
                  <c:v>3</c:v>
                </c:pt>
                <c:pt idx="388">
                  <c:v>3</c:v>
                </c:pt>
                <c:pt idx="389">
                  <c:v>3</c:v>
                </c:pt>
                <c:pt idx="390">
                  <c:v>3</c:v>
                </c:pt>
                <c:pt idx="391">
                  <c:v>3</c:v>
                </c:pt>
                <c:pt idx="392">
                  <c:v>3</c:v>
                </c:pt>
                <c:pt idx="393">
                  <c:v>3</c:v>
                </c:pt>
                <c:pt idx="394">
                  <c:v>3</c:v>
                </c:pt>
                <c:pt idx="395">
                  <c:v>3</c:v>
                </c:pt>
                <c:pt idx="396">
                  <c:v>3</c:v>
                </c:pt>
                <c:pt idx="397">
                  <c:v>3</c:v>
                </c:pt>
                <c:pt idx="398">
                  <c:v>3</c:v>
                </c:pt>
                <c:pt idx="399">
                  <c:v>3</c:v>
                </c:pt>
                <c:pt idx="400">
                  <c:v>3</c:v>
                </c:pt>
                <c:pt idx="401">
                  <c:v>3</c:v>
                </c:pt>
                <c:pt idx="402">
                  <c:v>3</c:v>
                </c:pt>
                <c:pt idx="403">
                  <c:v>3</c:v>
                </c:pt>
                <c:pt idx="404">
                  <c:v>3</c:v>
                </c:pt>
                <c:pt idx="405">
                  <c:v>3</c:v>
                </c:pt>
                <c:pt idx="406">
                  <c:v>3</c:v>
                </c:pt>
                <c:pt idx="407">
                  <c:v>3</c:v>
                </c:pt>
                <c:pt idx="408">
                  <c:v>3</c:v>
                </c:pt>
                <c:pt idx="409">
                  <c:v>3</c:v>
                </c:pt>
                <c:pt idx="410">
                  <c:v>3</c:v>
                </c:pt>
                <c:pt idx="411">
                  <c:v>3</c:v>
                </c:pt>
                <c:pt idx="412">
                  <c:v>3</c:v>
                </c:pt>
                <c:pt idx="413">
                  <c:v>3</c:v>
                </c:pt>
                <c:pt idx="414">
                  <c:v>3</c:v>
                </c:pt>
                <c:pt idx="415">
                  <c:v>3</c:v>
                </c:pt>
                <c:pt idx="416">
                  <c:v>3</c:v>
                </c:pt>
                <c:pt idx="417">
                  <c:v>3</c:v>
                </c:pt>
                <c:pt idx="418">
                  <c:v>3</c:v>
                </c:pt>
                <c:pt idx="419">
                  <c:v>3</c:v>
                </c:pt>
                <c:pt idx="420">
                  <c:v>3</c:v>
                </c:pt>
                <c:pt idx="421">
                  <c:v>3</c:v>
                </c:pt>
                <c:pt idx="422">
                  <c:v>3</c:v>
                </c:pt>
                <c:pt idx="423">
                  <c:v>3</c:v>
                </c:pt>
                <c:pt idx="424">
                  <c:v>3</c:v>
                </c:pt>
                <c:pt idx="425">
                  <c:v>3.25</c:v>
                </c:pt>
                <c:pt idx="426">
                  <c:v>3.25</c:v>
                </c:pt>
                <c:pt idx="427">
                  <c:v>3.25</c:v>
                </c:pt>
                <c:pt idx="428">
                  <c:v>3.25</c:v>
                </c:pt>
                <c:pt idx="429">
                  <c:v>3.25</c:v>
                </c:pt>
                <c:pt idx="430">
                  <c:v>3.25</c:v>
                </c:pt>
                <c:pt idx="431">
                  <c:v>3.25</c:v>
                </c:pt>
                <c:pt idx="432">
                  <c:v>3.25</c:v>
                </c:pt>
                <c:pt idx="433">
                  <c:v>3.25</c:v>
                </c:pt>
                <c:pt idx="434">
                  <c:v>3.25</c:v>
                </c:pt>
                <c:pt idx="435">
                  <c:v>3.25</c:v>
                </c:pt>
                <c:pt idx="436">
                  <c:v>3.25</c:v>
                </c:pt>
                <c:pt idx="437">
                  <c:v>3.25</c:v>
                </c:pt>
                <c:pt idx="438">
                  <c:v>3.25</c:v>
                </c:pt>
                <c:pt idx="439">
                  <c:v>3.25</c:v>
                </c:pt>
                <c:pt idx="440">
                  <c:v>3.25</c:v>
                </c:pt>
                <c:pt idx="441">
                  <c:v>3.25</c:v>
                </c:pt>
                <c:pt idx="442">
                  <c:v>3.25</c:v>
                </c:pt>
                <c:pt idx="443">
                  <c:v>3.25</c:v>
                </c:pt>
                <c:pt idx="444">
                  <c:v>3.25</c:v>
                </c:pt>
                <c:pt idx="445">
                  <c:v>3.25</c:v>
                </c:pt>
                <c:pt idx="446">
                  <c:v>3.25</c:v>
                </c:pt>
                <c:pt idx="447">
                  <c:v>3.25</c:v>
                </c:pt>
                <c:pt idx="448">
                  <c:v>3.25</c:v>
                </c:pt>
                <c:pt idx="449">
                  <c:v>3.25</c:v>
                </c:pt>
                <c:pt idx="450">
                  <c:v>3.25</c:v>
                </c:pt>
                <c:pt idx="451">
                  <c:v>3.25</c:v>
                </c:pt>
                <c:pt idx="452">
                  <c:v>3.25</c:v>
                </c:pt>
                <c:pt idx="453">
                  <c:v>3.25</c:v>
                </c:pt>
                <c:pt idx="454">
                  <c:v>3.25</c:v>
                </c:pt>
                <c:pt idx="455">
                  <c:v>3.25</c:v>
                </c:pt>
                <c:pt idx="456">
                  <c:v>3.25</c:v>
                </c:pt>
                <c:pt idx="457">
                  <c:v>3.25</c:v>
                </c:pt>
                <c:pt idx="458">
                  <c:v>3.25</c:v>
                </c:pt>
                <c:pt idx="459">
                  <c:v>3.25</c:v>
                </c:pt>
                <c:pt idx="460">
                  <c:v>3.25</c:v>
                </c:pt>
                <c:pt idx="461">
                  <c:v>3.25</c:v>
                </c:pt>
                <c:pt idx="462">
                  <c:v>3.25</c:v>
                </c:pt>
                <c:pt idx="463">
                  <c:v>3.25</c:v>
                </c:pt>
                <c:pt idx="464">
                  <c:v>3.25</c:v>
                </c:pt>
                <c:pt idx="465">
                  <c:v>3.25</c:v>
                </c:pt>
                <c:pt idx="466">
                  <c:v>3.25</c:v>
                </c:pt>
                <c:pt idx="467">
                  <c:v>3.25</c:v>
                </c:pt>
                <c:pt idx="468">
                  <c:v>3.25</c:v>
                </c:pt>
                <c:pt idx="469">
                  <c:v>3.25</c:v>
                </c:pt>
                <c:pt idx="470">
                  <c:v>3.25</c:v>
                </c:pt>
                <c:pt idx="471">
                  <c:v>3.25</c:v>
                </c:pt>
                <c:pt idx="472">
                  <c:v>3.25</c:v>
                </c:pt>
                <c:pt idx="473">
                  <c:v>3.25</c:v>
                </c:pt>
                <c:pt idx="474">
                  <c:v>3.5</c:v>
                </c:pt>
                <c:pt idx="475">
                  <c:v>3.5</c:v>
                </c:pt>
                <c:pt idx="476">
                  <c:v>3.5</c:v>
                </c:pt>
                <c:pt idx="477">
                  <c:v>3.5</c:v>
                </c:pt>
                <c:pt idx="478">
                  <c:v>3.5</c:v>
                </c:pt>
                <c:pt idx="479">
                  <c:v>3.5</c:v>
                </c:pt>
                <c:pt idx="480">
                  <c:v>3.5</c:v>
                </c:pt>
                <c:pt idx="481">
                  <c:v>3.5</c:v>
                </c:pt>
                <c:pt idx="482">
                  <c:v>3.5</c:v>
                </c:pt>
                <c:pt idx="483">
                  <c:v>3.5</c:v>
                </c:pt>
                <c:pt idx="484">
                  <c:v>3.5</c:v>
                </c:pt>
                <c:pt idx="485">
                  <c:v>3.5</c:v>
                </c:pt>
                <c:pt idx="486">
                  <c:v>3.5</c:v>
                </c:pt>
                <c:pt idx="487">
                  <c:v>3.5</c:v>
                </c:pt>
                <c:pt idx="488">
                  <c:v>3.5</c:v>
                </c:pt>
                <c:pt idx="489">
                  <c:v>3.5</c:v>
                </c:pt>
                <c:pt idx="490">
                  <c:v>3.5</c:v>
                </c:pt>
                <c:pt idx="491">
                  <c:v>3.5</c:v>
                </c:pt>
                <c:pt idx="492">
                  <c:v>3.5</c:v>
                </c:pt>
                <c:pt idx="493">
                  <c:v>3.5</c:v>
                </c:pt>
                <c:pt idx="494">
                  <c:v>3.5</c:v>
                </c:pt>
                <c:pt idx="495">
                  <c:v>3.5</c:v>
                </c:pt>
                <c:pt idx="496">
                  <c:v>3.5</c:v>
                </c:pt>
                <c:pt idx="497">
                  <c:v>3.5</c:v>
                </c:pt>
                <c:pt idx="498">
                  <c:v>3.5</c:v>
                </c:pt>
                <c:pt idx="499">
                  <c:v>3.5</c:v>
                </c:pt>
                <c:pt idx="500">
                  <c:v>3.5</c:v>
                </c:pt>
                <c:pt idx="501">
                  <c:v>3.5</c:v>
                </c:pt>
                <c:pt idx="502">
                  <c:v>3.5</c:v>
                </c:pt>
                <c:pt idx="503">
                  <c:v>3.5</c:v>
                </c:pt>
                <c:pt idx="504">
                  <c:v>3.5</c:v>
                </c:pt>
                <c:pt idx="505">
                  <c:v>3.5</c:v>
                </c:pt>
                <c:pt idx="506">
                  <c:v>3.5</c:v>
                </c:pt>
                <c:pt idx="507">
                  <c:v>3.5</c:v>
                </c:pt>
                <c:pt idx="508">
                  <c:v>3.5</c:v>
                </c:pt>
                <c:pt idx="509">
                  <c:v>3.5</c:v>
                </c:pt>
                <c:pt idx="510">
                  <c:v>3.5</c:v>
                </c:pt>
                <c:pt idx="511">
                  <c:v>3.5</c:v>
                </c:pt>
                <c:pt idx="512">
                  <c:v>3.5</c:v>
                </c:pt>
                <c:pt idx="513">
                  <c:v>3.5</c:v>
                </c:pt>
                <c:pt idx="514">
                  <c:v>3.5</c:v>
                </c:pt>
                <c:pt idx="515">
                  <c:v>3.5</c:v>
                </c:pt>
                <c:pt idx="516">
                  <c:v>3.75</c:v>
                </c:pt>
                <c:pt idx="517">
                  <c:v>3.75</c:v>
                </c:pt>
                <c:pt idx="518">
                  <c:v>3.75</c:v>
                </c:pt>
                <c:pt idx="519">
                  <c:v>3.75</c:v>
                </c:pt>
                <c:pt idx="520">
                  <c:v>3.75</c:v>
                </c:pt>
                <c:pt idx="521">
                  <c:v>3.75</c:v>
                </c:pt>
                <c:pt idx="522">
                  <c:v>3.75</c:v>
                </c:pt>
                <c:pt idx="523">
                  <c:v>3.75</c:v>
                </c:pt>
                <c:pt idx="524">
                  <c:v>3.75</c:v>
                </c:pt>
                <c:pt idx="525">
                  <c:v>3.75</c:v>
                </c:pt>
                <c:pt idx="526">
                  <c:v>3.75</c:v>
                </c:pt>
                <c:pt idx="527">
                  <c:v>3.75</c:v>
                </c:pt>
                <c:pt idx="528">
                  <c:v>3.75</c:v>
                </c:pt>
                <c:pt idx="529">
                  <c:v>3.75</c:v>
                </c:pt>
                <c:pt idx="530">
                  <c:v>3.75</c:v>
                </c:pt>
                <c:pt idx="531">
                  <c:v>3.75</c:v>
                </c:pt>
                <c:pt idx="532">
                  <c:v>3.75</c:v>
                </c:pt>
                <c:pt idx="533">
                  <c:v>3.75</c:v>
                </c:pt>
                <c:pt idx="534">
                  <c:v>3.75</c:v>
                </c:pt>
                <c:pt idx="535">
                  <c:v>3.75</c:v>
                </c:pt>
                <c:pt idx="536">
                  <c:v>3.75</c:v>
                </c:pt>
                <c:pt idx="537">
                  <c:v>3.75</c:v>
                </c:pt>
                <c:pt idx="538">
                  <c:v>3.75</c:v>
                </c:pt>
                <c:pt idx="539">
                  <c:v>3.75</c:v>
                </c:pt>
                <c:pt idx="540">
                  <c:v>3.75</c:v>
                </c:pt>
                <c:pt idx="541">
                  <c:v>3.75</c:v>
                </c:pt>
                <c:pt idx="542">
                  <c:v>3.75</c:v>
                </c:pt>
                <c:pt idx="543">
                  <c:v>3.75</c:v>
                </c:pt>
                <c:pt idx="544">
                  <c:v>3.75</c:v>
                </c:pt>
                <c:pt idx="545">
                  <c:v>3.75</c:v>
                </c:pt>
                <c:pt idx="546">
                  <c:v>3.75</c:v>
                </c:pt>
                <c:pt idx="547">
                  <c:v>3.75</c:v>
                </c:pt>
                <c:pt idx="548">
                  <c:v>3.75</c:v>
                </c:pt>
                <c:pt idx="549">
                  <c:v>3.75</c:v>
                </c:pt>
                <c:pt idx="550">
                  <c:v>3.75</c:v>
                </c:pt>
                <c:pt idx="551">
                  <c:v>3.75</c:v>
                </c:pt>
                <c:pt idx="552">
                  <c:v>3.75</c:v>
                </c:pt>
                <c:pt idx="553">
                  <c:v>3.75</c:v>
                </c:pt>
                <c:pt idx="554">
                  <c:v>3.75</c:v>
                </c:pt>
                <c:pt idx="555">
                  <c:v>3.75</c:v>
                </c:pt>
                <c:pt idx="556">
                  <c:v>3.75</c:v>
                </c:pt>
                <c:pt idx="557">
                  <c:v>3.75</c:v>
                </c:pt>
                <c:pt idx="558">
                  <c:v>4</c:v>
                </c:pt>
                <c:pt idx="559">
                  <c:v>4</c:v>
                </c:pt>
                <c:pt idx="560">
                  <c:v>4</c:v>
                </c:pt>
                <c:pt idx="561">
                  <c:v>4</c:v>
                </c:pt>
                <c:pt idx="562">
                  <c:v>4</c:v>
                </c:pt>
                <c:pt idx="563">
                  <c:v>4</c:v>
                </c:pt>
                <c:pt idx="564">
                  <c:v>4</c:v>
                </c:pt>
                <c:pt idx="565">
                  <c:v>4</c:v>
                </c:pt>
                <c:pt idx="566">
                  <c:v>4</c:v>
                </c:pt>
                <c:pt idx="567">
                  <c:v>4</c:v>
                </c:pt>
                <c:pt idx="568">
                  <c:v>4</c:v>
                </c:pt>
                <c:pt idx="569">
                  <c:v>4</c:v>
                </c:pt>
                <c:pt idx="570">
                  <c:v>4</c:v>
                </c:pt>
                <c:pt idx="571">
                  <c:v>4</c:v>
                </c:pt>
                <c:pt idx="572">
                  <c:v>4</c:v>
                </c:pt>
                <c:pt idx="573">
                  <c:v>4</c:v>
                </c:pt>
                <c:pt idx="574">
                  <c:v>4</c:v>
                </c:pt>
                <c:pt idx="575">
                  <c:v>4</c:v>
                </c:pt>
                <c:pt idx="576">
                  <c:v>4</c:v>
                </c:pt>
                <c:pt idx="577">
                  <c:v>4</c:v>
                </c:pt>
                <c:pt idx="578">
                  <c:v>4</c:v>
                </c:pt>
                <c:pt idx="579">
                  <c:v>4</c:v>
                </c:pt>
                <c:pt idx="580">
                  <c:v>4</c:v>
                </c:pt>
                <c:pt idx="581">
                  <c:v>4</c:v>
                </c:pt>
                <c:pt idx="582">
                  <c:v>4</c:v>
                </c:pt>
                <c:pt idx="583">
                  <c:v>4</c:v>
                </c:pt>
                <c:pt idx="584">
                  <c:v>4</c:v>
                </c:pt>
                <c:pt idx="585">
                  <c:v>4</c:v>
                </c:pt>
                <c:pt idx="586">
                  <c:v>4</c:v>
                </c:pt>
                <c:pt idx="587">
                  <c:v>4</c:v>
                </c:pt>
                <c:pt idx="588">
                  <c:v>4</c:v>
                </c:pt>
                <c:pt idx="589">
                  <c:v>4</c:v>
                </c:pt>
                <c:pt idx="590">
                  <c:v>4</c:v>
                </c:pt>
                <c:pt idx="591">
                  <c:v>4</c:v>
                </c:pt>
                <c:pt idx="592">
                  <c:v>4</c:v>
                </c:pt>
                <c:pt idx="593">
                  <c:v>4</c:v>
                </c:pt>
                <c:pt idx="594">
                  <c:v>4</c:v>
                </c:pt>
                <c:pt idx="595">
                  <c:v>4</c:v>
                </c:pt>
                <c:pt idx="596">
                  <c:v>4</c:v>
                </c:pt>
                <c:pt idx="597">
                  <c:v>4</c:v>
                </c:pt>
                <c:pt idx="598">
                  <c:v>4</c:v>
                </c:pt>
                <c:pt idx="599">
                  <c:v>4</c:v>
                </c:pt>
                <c:pt idx="600">
                  <c:v>4</c:v>
                </c:pt>
                <c:pt idx="601">
                  <c:v>4</c:v>
                </c:pt>
                <c:pt idx="602">
                  <c:v>4</c:v>
                </c:pt>
                <c:pt idx="603">
                  <c:v>4</c:v>
                </c:pt>
                <c:pt idx="604">
                  <c:v>4</c:v>
                </c:pt>
                <c:pt idx="605">
                  <c:v>4</c:v>
                </c:pt>
                <c:pt idx="606">
                  <c:v>4</c:v>
                </c:pt>
                <c:pt idx="607">
                  <c:v>3.75</c:v>
                </c:pt>
                <c:pt idx="608">
                  <c:v>3.75</c:v>
                </c:pt>
                <c:pt idx="609">
                  <c:v>3.75</c:v>
                </c:pt>
                <c:pt idx="610">
                  <c:v>3.75</c:v>
                </c:pt>
                <c:pt idx="611">
                  <c:v>3.75</c:v>
                </c:pt>
                <c:pt idx="612">
                  <c:v>3.75</c:v>
                </c:pt>
                <c:pt idx="613">
                  <c:v>3.75</c:v>
                </c:pt>
                <c:pt idx="614">
                  <c:v>3.75</c:v>
                </c:pt>
                <c:pt idx="615">
                  <c:v>3.75</c:v>
                </c:pt>
                <c:pt idx="616">
                  <c:v>3.75</c:v>
                </c:pt>
                <c:pt idx="617">
                  <c:v>3.75</c:v>
                </c:pt>
                <c:pt idx="618">
                  <c:v>3.75</c:v>
                </c:pt>
                <c:pt idx="619">
                  <c:v>3.75</c:v>
                </c:pt>
                <c:pt idx="620">
                  <c:v>3.75</c:v>
                </c:pt>
                <c:pt idx="621">
                  <c:v>3.75</c:v>
                </c:pt>
                <c:pt idx="622">
                  <c:v>3.75</c:v>
                </c:pt>
                <c:pt idx="623">
                  <c:v>3.75</c:v>
                </c:pt>
                <c:pt idx="624">
                  <c:v>3.75</c:v>
                </c:pt>
                <c:pt idx="625">
                  <c:v>3.75</c:v>
                </c:pt>
                <c:pt idx="626">
                  <c:v>3.75</c:v>
                </c:pt>
                <c:pt idx="627">
                  <c:v>3.75</c:v>
                </c:pt>
                <c:pt idx="628">
                  <c:v>3.75</c:v>
                </c:pt>
                <c:pt idx="629">
                  <c:v>3.75</c:v>
                </c:pt>
                <c:pt idx="630">
                  <c:v>3.75</c:v>
                </c:pt>
                <c:pt idx="631">
                  <c:v>3.75</c:v>
                </c:pt>
                <c:pt idx="632">
                  <c:v>3.75</c:v>
                </c:pt>
                <c:pt idx="633">
                  <c:v>3.75</c:v>
                </c:pt>
                <c:pt idx="634">
                  <c:v>3.75</c:v>
                </c:pt>
                <c:pt idx="635">
                  <c:v>3.75</c:v>
                </c:pt>
                <c:pt idx="636">
                  <c:v>3.75</c:v>
                </c:pt>
                <c:pt idx="637">
                  <c:v>3.75</c:v>
                </c:pt>
                <c:pt idx="638">
                  <c:v>3.75</c:v>
                </c:pt>
                <c:pt idx="639">
                  <c:v>3.75</c:v>
                </c:pt>
                <c:pt idx="640">
                  <c:v>3.75</c:v>
                </c:pt>
                <c:pt idx="641">
                  <c:v>3.75</c:v>
                </c:pt>
                <c:pt idx="642">
                  <c:v>3.75</c:v>
                </c:pt>
                <c:pt idx="643">
                  <c:v>3.75</c:v>
                </c:pt>
                <c:pt idx="644">
                  <c:v>3.75</c:v>
                </c:pt>
                <c:pt idx="645">
                  <c:v>3.75</c:v>
                </c:pt>
                <c:pt idx="646">
                  <c:v>3.75</c:v>
                </c:pt>
                <c:pt idx="647">
                  <c:v>3.75</c:v>
                </c:pt>
                <c:pt idx="648">
                  <c:v>3.75</c:v>
                </c:pt>
                <c:pt idx="649">
                  <c:v>3.75</c:v>
                </c:pt>
                <c:pt idx="650">
                  <c:v>3.75</c:v>
                </c:pt>
                <c:pt idx="651">
                  <c:v>3.75</c:v>
                </c:pt>
                <c:pt idx="652">
                  <c:v>3.75</c:v>
                </c:pt>
                <c:pt idx="653">
                  <c:v>3.75</c:v>
                </c:pt>
                <c:pt idx="654">
                  <c:v>3.75</c:v>
                </c:pt>
                <c:pt idx="655">
                  <c:v>3.75</c:v>
                </c:pt>
                <c:pt idx="656">
                  <c:v>3.75</c:v>
                </c:pt>
                <c:pt idx="657">
                  <c:v>3.75</c:v>
                </c:pt>
                <c:pt idx="658">
                  <c:v>3.75</c:v>
                </c:pt>
                <c:pt idx="659">
                  <c:v>3.75</c:v>
                </c:pt>
                <c:pt idx="660">
                  <c:v>3.75</c:v>
                </c:pt>
                <c:pt idx="661">
                  <c:v>3.75</c:v>
                </c:pt>
                <c:pt idx="662">
                  <c:v>3.75</c:v>
                </c:pt>
                <c:pt idx="663">
                  <c:v>3.75</c:v>
                </c:pt>
                <c:pt idx="664">
                  <c:v>3.75</c:v>
                </c:pt>
                <c:pt idx="665">
                  <c:v>3.75</c:v>
                </c:pt>
                <c:pt idx="666">
                  <c:v>3.75</c:v>
                </c:pt>
                <c:pt idx="667">
                  <c:v>3.75</c:v>
                </c:pt>
                <c:pt idx="668">
                  <c:v>3.75</c:v>
                </c:pt>
                <c:pt idx="669">
                  <c:v>3.75</c:v>
                </c:pt>
                <c:pt idx="670">
                  <c:v>3.75</c:v>
                </c:pt>
                <c:pt idx="671">
                  <c:v>3.75</c:v>
                </c:pt>
                <c:pt idx="672">
                  <c:v>3.75</c:v>
                </c:pt>
                <c:pt idx="673">
                  <c:v>3.75</c:v>
                </c:pt>
                <c:pt idx="674">
                  <c:v>3.75</c:v>
                </c:pt>
                <c:pt idx="675">
                  <c:v>3.75</c:v>
                </c:pt>
                <c:pt idx="676">
                  <c:v>3.75</c:v>
                </c:pt>
                <c:pt idx="677">
                  <c:v>3.75</c:v>
                </c:pt>
                <c:pt idx="678">
                  <c:v>3.75</c:v>
                </c:pt>
                <c:pt idx="679">
                  <c:v>3.75</c:v>
                </c:pt>
                <c:pt idx="680">
                  <c:v>3.75</c:v>
                </c:pt>
                <c:pt idx="681">
                  <c:v>3.75</c:v>
                </c:pt>
                <c:pt idx="682">
                  <c:v>3.75</c:v>
                </c:pt>
                <c:pt idx="683">
                  <c:v>3.75</c:v>
                </c:pt>
                <c:pt idx="684">
                  <c:v>3.75</c:v>
                </c:pt>
                <c:pt idx="685">
                  <c:v>3.75</c:v>
                </c:pt>
                <c:pt idx="686">
                  <c:v>3.75</c:v>
                </c:pt>
                <c:pt idx="687">
                  <c:v>3.75</c:v>
                </c:pt>
                <c:pt idx="688">
                  <c:v>3.75</c:v>
                </c:pt>
                <c:pt idx="689">
                  <c:v>3.75</c:v>
                </c:pt>
                <c:pt idx="690">
                  <c:v>3.75</c:v>
                </c:pt>
                <c:pt idx="691">
                  <c:v>3.75</c:v>
                </c:pt>
                <c:pt idx="692">
                  <c:v>3.75</c:v>
                </c:pt>
                <c:pt idx="693">
                  <c:v>3.75</c:v>
                </c:pt>
                <c:pt idx="694">
                  <c:v>3.75</c:v>
                </c:pt>
                <c:pt idx="695">
                  <c:v>3.75</c:v>
                </c:pt>
                <c:pt idx="696">
                  <c:v>3.75</c:v>
                </c:pt>
                <c:pt idx="697">
                  <c:v>3.75</c:v>
                </c:pt>
                <c:pt idx="698">
                  <c:v>3.75</c:v>
                </c:pt>
                <c:pt idx="699">
                  <c:v>3.75</c:v>
                </c:pt>
                <c:pt idx="700">
                  <c:v>3.75</c:v>
                </c:pt>
                <c:pt idx="701">
                  <c:v>3.75</c:v>
                </c:pt>
                <c:pt idx="702">
                  <c:v>3.75</c:v>
                </c:pt>
                <c:pt idx="703">
                  <c:v>3.75</c:v>
                </c:pt>
                <c:pt idx="704">
                  <c:v>3.75</c:v>
                </c:pt>
                <c:pt idx="705">
                  <c:v>3.75</c:v>
                </c:pt>
                <c:pt idx="706">
                  <c:v>3.75</c:v>
                </c:pt>
                <c:pt idx="707">
                  <c:v>3.75</c:v>
                </c:pt>
                <c:pt idx="708">
                  <c:v>3.75</c:v>
                </c:pt>
                <c:pt idx="709">
                  <c:v>3.75</c:v>
                </c:pt>
                <c:pt idx="710">
                  <c:v>3.75</c:v>
                </c:pt>
                <c:pt idx="711">
                  <c:v>3.75</c:v>
                </c:pt>
                <c:pt idx="712">
                  <c:v>3.75</c:v>
                </c:pt>
                <c:pt idx="713">
                  <c:v>3.75</c:v>
                </c:pt>
                <c:pt idx="714">
                  <c:v>3.75</c:v>
                </c:pt>
                <c:pt idx="715">
                  <c:v>3.75</c:v>
                </c:pt>
                <c:pt idx="716">
                  <c:v>3.75</c:v>
                </c:pt>
                <c:pt idx="717">
                  <c:v>3.75</c:v>
                </c:pt>
                <c:pt idx="718">
                  <c:v>3.75</c:v>
                </c:pt>
                <c:pt idx="719">
                  <c:v>3.75</c:v>
                </c:pt>
                <c:pt idx="720">
                  <c:v>3.75</c:v>
                </c:pt>
                <c:pt idx="721">
                  <c:v>3.75</c:v>
                </c:pt>
                <c:pt idx="722">
                  <c:v>3.75</c:v>
                </c:pt>
                <c:pt idx="723">
                  <c:v>3.75</c:v>
                </c:pt>
                <c:pt idx="724">
                  <c:v>3.75</c:v>
                </c:pt>
                <c:pt idx="725">
                  <c:v>3.75</c:v>
                </c:pt>
                <c:pt idx="726">
                  <c:v>3.75</c:v>
                </c:pt>
                <c:pt idx="727">
                  <c:v>3.75</c:v>
                </c:pt>
                <c:pt idx="728">
                  <c:v>3.75</c:v>
                </c:pt>
                <c:pt idx="729">
                  <c:v>3.75</c:v>
                </c:pt>
                <c:pt idx="730">
                  <c:v>3.75</c:v>
                </c:pt>
                <c:pt idx="731">
                  <c:v>3.75</c:v>
                </c:pt>
                <c:pt idx="732">
                  <c:v>3.75</c:v>
                </c:pt>
                <c:pt idx="733">
                  <c:v>3.75</c:v>
                </c:pt>
                <c:pt idx="734">
                  <c:v>3.75</c:v>
                </c:pt>
                <c:pt idx="735">
                  <c:v>3.75</c:v>
                </c:pt>
                <c:pt idx="736">
                  <c:v>3.75</c:v>
                </c:pt>
                <c:pt idx="737">
                  <c:v>3.75</c:v>
                </c:pt>
                <c:pt idx="738">
                  <c:v>3.75</c:v>
                </c:pt>
                <c:pt idx="739">
                  <c:v>3.75</c:v>
                </c:pt>
                <c:pt idx="740">
                  <c:v>3.75</c:v>
                </c:pt>
                <c:pt idx="741">
                  <c:v>3.75</c:v>
                </c:pt>
                <c:pt idx="742">
                  <c:v>3.75</c:v>
                </c:pt>
                <c:pt idx="743">
                  <c:v>3.75</c:v>
                </c:pt>
                <c:pt idx="744">
                  <c:v>3.75</c:v>
                </c:pt>
                <c:pt idx="745">
                  <c:v>3.75</c:v>
                </c:pt>
                <c:pt idx="746">
                  <c:v>3.75</c:v>
                </c:pt>
                <c:pt idx="747">
                  <c:v>3.75</c:v>
                </c:pt>
                <c:pt idx="748">
                  <c:v>3.75</c:v>
                </c:pt>
                <c:pt idx="749">
                  <c:v>3.75</c:v>
                </c:pt>
                <c:pt idx="750">
                  <c:v>3.75</c:v>
                </c:pt>
                <c:pt idx="751">
                  <c:v>3.75</c:v>
                </c:pt>
                <c:pt idx="752">
                  <c:v>3.75</c:v>
                </c:pt>
                <c:pt idx="753">
                  <c:v>3.75</c:v>
                </c:pt>
                <c:pt idx="754">
                  <c:v>3.75</c:v>
                </c:pt>
                <c:pt idx="755">
                  <c:v>3.75</c:v>
                </c:pt>
                <c:pt idx="756">
                  <c:v>3.75</c:v>
                </c:pt>
                <c:pt idx="757">
                  <c:v>3.75</c:v>
                </c:pt>
                <c:pt idx="758">
                  <c:v>3.75</c:v>
                </c:pt>
                <c:pt idx="759">
                  <c:v>3.75</c:v>
                </c:pt>
                <c:pt idx="760">
                  <c:v>3.75</c:v>
                </c:pt>
                <c:pt idx="761">
                  <c:v>3.75</c:v>
                </c:pt>
                <c:pt idx="762">
                  <c:v>3.75</c:v>
                </c:pt>
                <c:pt idx="763">
                  <c:v>3.75</c:v>
                </c:pt>
                <c:pt idx="764">
                  <c:v>3.75</c:v>
                </c:pt>
                <c:pt idx="765">
                  <c:v>3.75</c:v>
                </c:pt>
                <c:pt idx="766">
                  <c:v>3.75</c:v>
                </c:pt>
                <c:pt idx="767">
                  <c:v>3.75</c:v>
                </c:pt>
                <c:pt idx="768">
                  <c:v>3.75</c:v>
                </c:pt>
                <c:pt idx="769">
                  <c:v>3.75</c:v>
                </c:pt>
                <c:pt idx="770">
                  <c:v>3.75</c:v>
                </c:pt>
                <c:pt idx="771">
                  <c:v>3.75</c:v>
                </c:pt>
                <c:pt idx="772">
                  <c:v>3.75</c:v>
                </c:pt>
                <c:pt idx="773">
                  <c:v>3.75</c:v>
                </c:pt>
                <c:pt idx="774">
                  <c:v>3.75</c:v>
                </c:pt>
                <c:pt idx="775">
                  <c:v>3.75</c:v>
                </c:pt>
                <c:pt idx="776">
                  <c:v>3.75</c:v>
                </c:pt>
                <c:pt idx="777">
                  <c:v>3.75</c:v>
                </c:pt>
                <c:pt idx="778">
                  <c:v>3.75</c:v>
                </c:pt>
                <c:pt idx="779">
                  <c:v>3.75</c:v>
                </c:pt>
                <c:pt idx="780">
                  <c:v>3.75</c:v>
                </c:pt>
                <c:pt idx="781">
                  <c:v>3.75</c:v>
                </c:pt>
                <c:pt idx="782">
                  <c:v>3.75</c:v>
                </c:pt>
                <c:pt idx="783">
                  <c:v>3.75</c:v>
                </c:pt>
                <c:pt idx="784">
                  <c:v>3.75</c:v>
                </c:pt>
                <c:pt idx="785">
                  <c:v>3.75</c:v>
                </c:pt>
                <c:pt idx="786">
                  <c:v>3.75</c:v>
                </c:pt>
                <c:pt idx="787">
                  <c:v>3.75</c:v>
                </c:pt>
                <c:pt idx="788">
                  <c:v>3.75</c:v>
                </c:pt>
                <c:pt idx="789">
                  <c:v>3.75</c:v>
                </c:pt>
                <c:pt idx="790">
                  <c:v>3.75</c:v>
                </c:pt>
                <c:pt idx="791">
                  <c:v>3.75</c:v>
                </c:pt>
                <c:pt idx="792">
                  <c:v>3.75</c:v>
                </c:pt>
                <c:pt idx="793">
                  <c:v>3.75</c:v>
                </c:pt>
                <c:pt idx="794">
                  <c:v>3.75</c:v>
                </c:pt>
                <c:pt idx="795">
                  <c:v>3.75</c:v>
                </c:pt>
                <c:pt idx="796">
                  <c:v>3.75</c:v>
                </c:pt>
                <c:pt idx="797">
                  <c:v>3.75</c:v>
                </c:pt>
                <c:pt idx="798">
                  <c:v>3.75</c:v>
                </c:pt>
                <c:pt idx="799">
                  <c:v>3.75</c:v>
                </c:pt>
                <c:pt idx="800">
                  <c:v>3.75</c:v>
                </c:pt>
                <c:pt idx="801">
                  <c:v>3.75</c:v>
                </c:pt>
                <c:pt idx="802">
                  <c:v>3.75</c:v>
                </c:pt>
                <c:pt idx="803">
                  <c:v>3.75</c:v>
                </c:pt>
                <c:pt idx="804">
                  <c:v>3.75</c:v>
                </c:pt>
                <c:pt idx="805">
                  <c:v>3.75</c:v>
                </c:pt>
                <c:pt idx="806">
                  <c:v>3.75</c:v>
                </c:pt>
                <c:pt idx="807">
                  <c:v>3.75</c:v>
                </c:pt>
                <c:pt idx="808">
                  <c:v>3.75</c:v>
                </c:pt>
                <c:pt idx="809">
                  <c:v>3.75</c:v>
                </c:pt>
                <c:pt idx="810">
                  <c:v>3.75</c:v>
                </c:pt>
                <c:pt idx="811">
                  <c:v>3.75</c:v>
                </c:pt>
                <c:pt idx="812">
                  <c:v>3.75</c:v>
                </c:pt>
                <c:pt idx="813">
                  <c:v>3.75</c:v>
                </c:pt>
                <c:pt idx="814">
                  <c:v>3.75</c:v>
                </c:pt>
                <c:pt idx="815">
                  <c:v>3.75</c:v>
                </c:pt>
                <c:pt idx="816">
                  <c:v>3.75</c:v>
                </c:pt>
                <c:pt idx="817">
                  <c:v>3.75</c:v>
                </c:pt>
                <c:pt idx="818">
                  <c:v>3.75</c:v>
                </c:pt>
                <c:pt idx="819">
                  <c:v>3.75</c:v>
                </c:pt>
                <c:pt idx="820">
                  <c:v>3.75</c:v>
                </c:pt>
                <c:pt idx="821">
                  <c:v>3.75</c:v>
                </c:pt>
                <c:pt idx="822">
                  <c:v>3.75</c:v>
                </c:pt>
                <c:pt idx="823">
                  <c:v>3.75</c:v>
                </c:pt>
                <c:pt idx="824">
                  <c:v>3.75</c:v>
                </c:pt>
                <c:pt idx="825">
                  <c:v>3.75</c:v>
                </c:pt>
                <c:pt idx="826">
                  <c:v>3.75</c:v>
                </c:pt>
                <c:pt idx="827">
                  <c:v>3.75</c:v>
                </c:pt>
                <c:pt idx="828">
                  <c:v>3.75</c:v>
                </c:pt>
                <c:pt idx="829">
                  <c:v>3.75</c:v>
                </c:pt>
                <c:pt idx="830">
                  <c:v>3.75</c:v>
                </c:pt>
                <c:pt idx="831">
                  <c:v>3.75</c:v>
                </c:pt>
                <c:pt idx="832">
                  <c:v>3.75</c:v>
                </c:pt>
                <c:pt idx="833">
                  <c:v>3.75</c:v>
                </c:pt>
                <c:pt idx="834">
                  <c:v>3.75</c:v>
                </c:pt>
                <c:pt idx="835">
                  <c:v>3.75</c:v>
                </c:pt>
                <c:pt idx="836">
                  <c:v>3.75</c:v>
                </c:pt>
                <c:pt idx="837">
                  <c:v>3.75</c:v>
                </c:pt>
                <c:pt idx="838">
                  <c:v>3.75</c:v>
                </c:pt>
                <c:pt idx="839">
                  <c:v>3.75</c:v>
                </c:pt>
                <c:pt idx="840">
                  <c:v>3.75</c:v>
                </c:pt>
                <c:pt idx="841">
                  <c:v>3.75</c:v>
                </c:pt>
                <c:pt idx="842">
                  <c:v>3.75</c:v>
                </c:pt>
                <c:pt idx="843">
                  <c:v>3.75</c:v>
                </c:pt>
                <c:pt idx="844">
                  <c:v>3.75</c:v>
                </c:pt>
                <c:pt idx="845">
                  <c:v>3.75</c:v>
                </c:pt>
                <c:pt idx="846">
                  <c:v>3.75</c:v>
                </c:pt>
                <c:pt idx="847">
                  <c:v>3.75</c:v>
                </c:pt>
                <c:pt idx="848">
                  <c:v>3.75</c:v>
                </c:pt>
                <c:pt idx="849">
                  <c:v>3.75</c:v>
                </c:pt>
                <c:pt idx="850">
                  <c:v>3.75</c:v>
                </c:pt>
                <c:pt idx="851">
                  <c:v>3.75</c:v>
                </c:pt>
                <c:pt idx="852">
                  <c:v>3.75</c:v>
                </c:pt>
                <c:pt idx="853">
                  <c:v>3.75</c:v>
                </c:pt>
                <c:pt idx="854">
                  <c:v>3.75</c:v>
                </c:pt>
                <c:pt idx="855">
                  <c:v>3.75</c:v>
                </c:pt>
                <c:pt idx="856">
                  <c:v>3.75</c:v>
                </c:pt>
                <c:pt idx="857">
                  <c:v>3.75</c:v>
                </c:pt>
                <c:pt idx="858">
                  <c:v>3.75</c:v>
                </c:pt>
                <c:pt idx="859">
                  <c:v>3.75</c:v>
                </c:pt>
                <c:pt idx="860">
                  <c:v>3.75</c:v>
                </c:pt>
                <c:pt idx="861">
                  <c:v>3.75</c:v>
                </c:pt>
                <c:pt idx="862">
                  <c:v>3.75</c:v>
                </c:pt>
                <c:pt idx="863">
                  <c:v>3.75</c:v>
                </c:pt>
                <c:pt idx="864">
                  <c:v>3.75</c:v>
                </c:pt>
                <c:pt idx="865">
                  <c:v>3.75</c:v>
                </c:pt>
                <c:pt idx="866">
                  <c:v>3.75</c:v>
                </c:pt>
                <c:pt idx="867">
                  <c:v>3.75</c:v>
                </c:pt>
                <c:pt idx="868">
                  <c:v>3.75</c:v>
                </c:pt>
                <c:pt idx="869">
                  <c:v>3.75</c:v>
                </c:pt>
                <c:pt idx="870">
                  <c:v>3.75</c:v>
                </c:pt>
                <c:pt idx="871">
                  <c:v>3.75</c:v>
                </c:pt>
                <c:pt idx="872">
                  <c:v>3.75</c:v>
                </c:pt>
                <c:pt idx="873">
                  <c:v>3.5</c:v>
                </c:pt>
                <c:pt idx="874">
                  <c:v>3.5</c:v>
                </c:pt>
                <c:pt idx="875">
                  <c:v>3.5</c:v>
                </c:pt>
                <c:pt idx="876">
                  <c:v>3.5</c:v>
                </c:pt>
                <c:pt idx="877">
                  <c:v>3.5</c:v>
                </c:pt>
                <c:pt idx="878">
                  <c:v>3.5</c:v>
                </c:pt>
                <c:pt idx="879">
                  <c:v>3.5</c:v>
                </c:pt>
                <c:pt idx="880">
                  <c:v>3.5</c:v>
                </c:pt>
                <c:pt idx="881">
                  <c:v>3.5</c:v>
                </c:pt>
                <c:pt idx="882">
                  <c:v>3.5</c:v>
                </c:pt>
                <c:pt idx="883">
                  <c:v>3.5</c:v>
                </c:pt>
                <c:pt idx="884">
                  <c:v>3.5</c:v>
                </c:pt>
                <c:pt idx="885">
                  <c:v>3.5</c:v>
                </c:pt>
                <c:pt idx="886">
                  <c:v>3.5</c:v>
                </c:pt>
                <c:pt idx="887">
                  <c:v>3.5</c:v>
                </c:pt>
                <c:pt idx="888">
                  <c:v>3.5</c:v>
                </c:pt>
                <c:pt idx="889">
                  <c:v>3.5</c:v>
                </c:pt>
                <c:pt idx="890">
                  <c:v>3.5</c:v>
                </c:pt>
                <c:pt idx="891">
                  <c:v>3.5</c:v>
                </c:pt>
                <c:pt idx="892">
                  <c:v>3.5</c:v>
                </c:pt>
                <c:pt idx="893">
                  <c:v>3.5</c:v>
                </c:pt>
                <c:pt idx="894">
                  <c:v>3.5</c:v>
                </c:pt>
                <c:pt idx="895">
                  <c:v>3.5</c:v>
                </c:pt>
                <c:pt idx="896">
                  <c:v>3.5</c:v>
                </c:pt>
                <c:pt idx="897">
                  <c:v>3.5</c:v>
                </c:pt>
                <c:pt idx="898">
                  <c:v>3.5</c:v>
                </c:pt>
                <c:pt idx="899">
                  <c:v>3.5</c:v>
                </c:pt>
                <c:pt idx="900">
                  <c:v>3.5</c:v>
                </c:pt>
                <c:pt idx="901">
                  <c:v>3.5</c:v>
                </c:pt>
                <c:pt idx="902">
                  <c:v>3.5</c:v>
                </c:pt>
                <c:pt idx="903">
                  <c:v>3.5</c:v>
                </c:pt>
                <c:pt idx="904">
                  <c:v>3.5</c:v>
                </c:pt>
                <c:pt idx="905">
                  <c:v>3.5</c:v>
                </c:pt>
                <c:pt idx="906">
                  <c:v>3.5</c:v>
                </c:pt>
                <c:pt idx="907">
                  <c:v>3.5</c:v>
                </c:pt>
                <c:pt idx="908">
                  <c:v>3.5</c:v>
                </c:pt>
                <c:pt idx="909">
                  <c:v>3.5</c:v>
                </c:pt>
                <c:pt idx="910">
                  <c:v>3.5</c:v>
                </c:pt>
                <c:pt idx="911">
                  <c:v>3.5</c:v>
                </c:pt>
                <c:pt idx="912">
                  <c:v>3.5</c:v>
                </c:pt>
                <c:pt idx="913">
                  <c:v>3.5</c:v>
                </c:pt>
                <c:pt idx="914">
                  <c:v>3.5</c:v>
                </c:pt>
                <c:pt idx="915">
                  <c:v>3.5</c:v>
                </c:pt>
                <c:pt idx="916">
                  <c:v>3.5</c:v>
                </c:pt>
                <c:pt idx="917">
                  <c:v>3.5</c:v>
                </c:pt>
                <c:pt idx="918">
                  <c:v>3.5</c:v>
                </c:pt>
                <c:pt idx="919">
                  <c:v>3.5</c:v>
                </c:pt>
                <c:pt idx="920">
                  <c:v>3.5</c:v>
                </c:pt>
                <c:pt idx="921">
                  <c:v>3.5</c:v>
                </c:pt>
                <c:pt idx="922">
                  <c:v>3.5</c:v>
                </c:pt>
                <c:pt idx="923">
                  <c:v>3.5</c:v>
                </c:pt>
                <c:pt idx="924">
                  <c:v>3.5</c:v>
                </c:pt>
                <c:pt idx="925">
                  <c:v>3.5</c:v>
                </c:pt>
                <c:pt idx="926">
                  <c:v>3.5</c:v>
                </c:pt>
                <c:pt idx="927">
                  <c:v>3.5</c:v>
                </c:pt>
                <c:pt idx="928">
                  <c:v>3.5</c:v>
                </c:pt>
                <c:pt idx="929">
                  <c:v>3.5</c:v>
                </c:pt>
                <c:pt idx="930">
                  <c:v>3.5</c:v>
                </c:pt>
                <c:pt idx="931">
                  <c:v>3.5</c:v>
                </c:pt>
                <c:pt idx="932">
                  <c:v>3.5</c:v>
                </c:pt>
                <c:pt idx="933">
                  <c:v>3.5</c:v>
                </c:pt>
                <c:pt idx="934">
                  <c:v>3.5</c:v>
                </c:pt>
                <c:pt idx="935">
                  <c:v>3.5</c:v>
                </c:pt>
                <c:pt idx="936">
                  <c:v>3.5</c:v>
                </c:pt>
                <c:pt idx="937">
                  <c:v>3.5</c:v>
                </c:pt>
                <c:pt idx="938">
                  <c:v>3.5</c:v>
                </c:pt>
                <c:pt idx="939">
                  <c:v>3.5</c:v>
                </c:pt>
                <c:pt idx="940">
                  <c:v>3.5</c:v>
                </c:pt>
                <c:pt idx="941">
                  <c:v>3.5</c:v>
                </c:pt>
                <c:pt idx="942">
                  <c:v>3.5</c:v>
                </c:pt>
                <c:pt idx="943">
                  <c:v>3.5</c:v>
                </c:pt>
                <c:pt idx="944">
                  <c:v>3.5</c:v>
                </c:pt>
                <c:pt idx="945">
                  <c:v>3.5</c:v>
                </c:pt>
                <c:pt idx="946">
                  <c:v>3.5</c:v>
                </c:pt>
                <c:pt idx="947">
                  <c:v>3.5</c:v>
                </c:pt>
                <c:pt idx="948">
                  <c:v>3.5</c:v>
                </c:pt>
                <c:pt idx="949">
                  <c:v>3.5</c:v>
                </c:pt>
                <c:pt idx="950">
                  <c:v>3.5</c:v>
                </c:pt>
                <c:pt idx="951">
                  <c:v>3.5</c:v>
                </c:pt>
                <c:pt idx="952">
                  <c:v>3.5</c:v>
                </c:pt>
                <c:pt idx="953">
                  <c:v>3.5</c:v>
                </c:pt>
                <c:pt idx="954">
                  <c:v>3.5</c:v>
                </c:pt>
                <c:pt idx="955">
                  <c:v>3.5</c:v>
                </c:pt>
                <c:pt idx="956">
                  <c:v>3.5</c:v>
                </c:pt>
                <c:pt idx="957">
                  <c:v>3.5</c:v>
                </c:pt>
                <c:pt idx="958">
                  <c:v>3.5</c:v>
                </c:pt>
                <c:pt idx="959">
                  <c:v>3.5</c:v>
                </c:pt>
                <c:pt idx="960">
                  <c:v>3.5</c:v>
                </c:pt>
                <c:pt idx="961">
                  <c:v>3.5</c:v>
                </c:pt>
                <c:pt idx="962">
                  <c:v>3.5</c:v>
                </c:pt>
                <c:pt idx="963">
                  <c:v>3.5</c:v>
                </c:pt>
                <c:pt idx="964">
                  <c:v>3.5</c:v>
                </c:pt>
                <c:pt idx="965">
                  <c:v>3.5</c:v>
                </c:pt>
                <c:pt idx="966">
                  <c:v>3.5</c:v>
                </c:pt>
                <c:pt idx="967">
                  <c:v>3.5</c:v>
                </c:pt>
                <c:pt idx="968">
                  <c:v>3.5</c:v>
                </c:pt>
                <c:pt idx="969">
                  <c:v>3.5</c:v>
                </c:pt>
                <c:pt idx="970">
                  <c:v>3.5</c:v>
                </c:pt>
                <c:pt idx="971">
                  <c:v>3.25</c:v>
                </c:pt>
                <c:pt idx="972">
                  <c:v>3.25</c:v>
                </c:pt>
                <c:pt idx="973">
                  <c:v>3.25</c:v>
                </c:pt>
                <c:pt idx="974">
                  <c:v>3.25</c:v>
                </c:pt>
                <c:pt idx="975">
                  <c:v>3.25</c:v>
                </c:pt>
                <c:pt idx="976">
                  <c:v>3.25</c:v>
                </c:pt>
                <c:pt idx="977">
                  <c:v>3.25</c:v>
                </c:pt>
                <c:pt idx="978">
                  <c:v>3.25</c:v>
                </c:pt>
                <c:pt idx="979">
                  <c:v>3.25</c:v>
                </c:pt>
                <c:pt idx="980">
                  <c:v>3.25</c:v>
                </c:pt>
                <c:pt idx="981">
                  <c:v>3.25</c:v>
                </c:pt>
                <c:pt idx="982">
                  <c:v>3.25</c:v>
                </c:pt>
                <c:pt idx="983">
                  <c:v>3.25</c:v>
                </c:pt>
                <c:pt idx="984">
                  <c:v>3.25</c:v>
                </c:pt>
                <c:pt idx="985">
                  <c:v>3.25</c:v>
                </c:pt>
                <c:pt idx="986">
                  <c:v>3.25</c:v>
                </c:pt>
                <c:pt idx="987">
                  <c:v>3.25</c:v>
                </c:pt>
                <c:pt idx="988">
                  <c:v>3.25</c:v>
                </c:pt>
                <c:pt idx="989">
                  <c:v>3.25</c:v>
                </c:pt>
                <c:pt idx="990">
                  <c:v>3.25</c:v>
                </c:pt>
                <c:pt idx="991">
                  <c:v>3.25</c:v>
                </c:pt>
                <c:pt idx="992">
                  <c:v>3.25</c:v>
                </c:pt>
                <c:pt idx="993">
                  <c:v>3.25</c:v>
                </c:pt>
                <c:pt idx="994">
                  <c:v>3.25</c:v>
                </c:pt>
                <c:pt idx="995">
                  <c:v>3.25</c:v>
                </c:pt>
                <c:pt idx="996">
                  <c:v>3.25</c:v>
                </c:pt>
                <c:pt idx="997">
                  <c:v>3.25</c:v>
                </c:pt>
                <c:pt idx="998">
                  <c:v>3.25</c:v>
                </c:pt>
                <c:pt idx="999">
                  <c:v>3.25</c:v>
                </c:pt>
                <c:pt idx="1000">
                  <c:v>3.25</c:v>
                </c:pt>
                <c:pt idx="1001">
                  <c:v>3.25</c:v>
                </c:pt>
                <c:pt idx="1002">
                  <c:v>3.25</c:v>
                </c:pt>
                <c:pt idx="1003">
                  <c:v>3.25</c:v>
                </c:pt>
                <c:pt idx="1004">
                  <c:v>3.25</c:v>
                </c:pt>
                <c:pt idx="1005">
                  <c:v>3.25</c:v>
                </c:pt>
                <c:pt idx="1006">
                  <c:v>3</c:v>
                </c:pt>
                <c:pt idx="1007">
                  <c:v>3</c:v>
                </c:pt>
                <c:pt idx="1008">
                  <c:v>3</c:v>
                </c:pt>
                <c:pt idx="1009">
                  <c:v>3</c:v>
                </c:pt>
                <c:pt idx="1010">
                  <c:v>3</c:v>
                </c:pt>
                <c:pt idx="1011">
                  <c:v>3</c:v>
                </c:pt>
                <c:pt idx="1012">
                  <c:v>3</c:v>
                </c:pt>
                <c:pt idx="1013">
                  <c:v>3</c:v>
                </c:pt>
                <c:pt idx="1014">
                  <c:v>3</c:v>
                </c:pt>
                <c:pt idx="1015">
                  <c:v>3</c:v>
                </c:pt>
                <c:pt idx="1016">
                  <c:v>3</c:v>
                </c:pt>
                <c:pt idx="1017">
                  <c:v>3</c:v>
                </c:pt>
                <c:pt idx="1018">
                  <c:v>3</c:v>
                </c:pt>
                <c:pt idx="1019">
                  <c:v>3</c:v>
                </c:pt>
                <c:pt idx="1020">
                  <c:v>3</c:v>
                </c:pt>
                <c:pt idx="1021">
                  <c:v>3</c:v>
                </c:pt>
                <c:pt idx="1022">
                  <c:v>3</c:v>
                </c:pt>
                <c:pt idx="1023">
                  <c:v>3</c:v>
                </c:pt>
                <c:pt idx="1024">
                  <c:v>3</c:v>
                </c:pt>
                <c:pt idx="1025">
                  <c:v>3</c:v>
                </c:pt>
                <c:pt idx="1026">
                  <c:v>3</c:v>
                </c:pt>
                <c:pt idx="1027">
                  <c:v>3</c:v>
                </c:pt>
                <c:pt idx="1028">
                  <c:v>3</c:v>
                </c:pt>
                <c:pt idx="1029">
                  <c:v>3</c:v>
                </c:pt>
                <c:pt idx="1030">
                  <c:v>3</c:v>
                </c:pt>
                <c:pt idx="1031">
                  <c:v>3</c:v>
                </c:pt>
                <c:pt idx="1032">
                  <c:v>3</c:v>
                </c:pt>
                <c:pt idx="1033">
                  <c:v>3</c:v>
                </c:pt>
                <c:pt idx="1034">
                  <c:v>3</c:v>
                </c:pt>
                <c:pt idx="1035">
                  <c:v>3</c:v>
                </c:pt>
                <c:pt idx="1036">
                  <c:v>3</c:v>
                </c:pt>
                <c:pt idx="1037">
                  <c:v>3</c:v>
                </c:pt>
                <c:pt idx="1038">
                  <c:v>3</c:v>
                </c:pt>
                <c:pt idx="1039">
                  <c:v>3</c:v>
                </c:pt>
                <c:pt idx="1040">
                  <c:v>3</c:v>
                </c:pt>
                <c:pt idx="1041">
                  <c:v>3</c:v>
                </c:pt>
                <c:pt idx="1042">
                  <c:v>3</c:v>
                </c:pt>
                <c:pt idx="1043">
                  <c:v>3</c:v>
                </c:pt>
                <c:pt idx="1044">
                  <c:v>3</c:v>
                </c:pt>
                <c:pt idx="1045">
                  <c:v>3</c:v>
                </c:pt>
                <c:pt idx="1046">
                  <c:v>3</c:v>
                </c:pt>
                <c:pt idx="1047">
                  <c:v>3</c:v>
                </c:pt>
                <c:pt idx="1048">
                  <c:v>3</c:v>
                </c:pt>
                <c:pt idx="1049">
                  <c:v>3</c:v>
                </c:pt>
                <c:pt idx="1050">
                  <c:v>3</c:v>
                </c:pt>
                <c:pt idx="1051">
                  <c:v>3</c:v>
                </c:pt>
                <c:pt idx="1052">
                  <c:v>3</c:v>
                </c:pt>
                <c:pt idx="1053">
                  <c:v>3</c:v>
                </c:pt>
                <c:pt idx="1054">
                  <c:v>3</c:v>
                </c:pt>
                <c:pt idx="1055">
                  <c:v>3</c:v>
                </c:pt>
                <c:pt idx="1056">
                  <c:v>3</c:v>
                </c:pt>
                <c:pt idx="1057">
                  <c:v>3</c:v>
                </c:pt>
                <c:pt idx="1058">
                  <c:v>3</c:v>
                </c:pt>
                <c:pt idx="1059">
                  <c:v>3</c:v>
                </c:pt>
                <c:pt idx="1060">
                  <c:v>3</c:v>
                </c:pt>
                <c:pt idx="1061">
                  <c:v>3</c:v>
                </c:pt>
                <c:pt idx="1062">
                  <c:v>2.75</c:v>
                </c:pt>
                <c:pt idx="1063">
                  <c:v>2.75</c:v>
                </c:pt>
                <c:pt idx="1064">
                  <c:v>2.75</c:v>
                </c:pt>
                <c:pt idx="1065">
                  <c:v>2.75</c:v>
                </c:pt>
                <c:pt idx="1066">
                  <c:v>2.75</c:v>
                </c:pt>
                <c:pt idx="1067">
                  <c:v>2.75</c:v>
                </c:pt>
                <c:pt idx="1068">
                  <c:v>2.75</c:v>
                </c:pt>
                <c:pt idx="1069">
                  <c:v>2.75</c:v>
                </c:pt>
                <c:pt idx="1070">
                  <c:v>2.75</c:v>
                </c:pt>
                <c:pt idx="1071">
                  <c:v>2.75</c:v>
                </c:pt>
                <c:pt idx="1072">
                  <c:v>2.75</c:v>
                </c:pt>
                <c:pt idx="1073">
                  <c:v>2.75</c:v>
                </c:pt>
                <c:pt idx="1074">
                  <c:v>2.75</c:v>
                </c:pt>
                <c:pt idx="1075">
                  <c:v>2.75</c:v>
                </c:pt>
                <c:pt idx="1076">
                  <c:v>2.75</c:v>
                </c:pt>
                <c:pt idx="1077">
                  <c:v>2.75</c:v>
                </c:pt>
                <c:pt idx="1078">
                  <c:v>2.75</c:v>
                </c:pt>
                <c:pt idx="1079">
                  <c:v>2.75</c:v>
                </c:pt>
                <c:pt idx="1080">
                  <c:v>2.75</c:v>
                </c:pt>
                <c:pt idx="1081">
                  <c:v>2.75</c:v>
                </c:pt>
                <c:pt idx="1082">
                  <c:v>2.75</c:v>
                </c:pt>
                <c:pt idx="1083">
                  <c:v>2.75</c:v>
                </c:pt>
                <c:pt idx="1084">
                  <c:v>2.75</c:v>
                </c:pt>
                <c:pt idx="1085">
                  <c:v>2.75</c:v>
                </c:pt>
                <c:pt idx="1086">
                  <c:v>2.75</c:v>
                </c:pt>
                <c:pt idx="1087">
                  <c:v>2.75</c:v>
                </c:pt>
                <c:pt idx="1088">
                  <c:v>2.75</c:v>
                </c:pt>
                <c:pt idx="1089">
                  <c:v>2.75</c:v>
                </c:pt>
                <c:pt idx="1090">
                  <c:v>2.75</c:v>
                </c:pt>
                <c:pt idx="1091">
                  <c:v>2.75</c:v>
                </c:pt>
                <c:pt idx="1092">
                  <c:v>2.75</c:v>
                </c:pt>
                <c:pt idx="1093">
                  <c:v>2.75</c:v>
                </c:pt>
                <c:pt idx="1094">
                  <c:v>2.75</c:v>
                </c:pt>
                <c:pt idx="1095">
                  <c:v>2.75</c:v>
                </c:pt>
                <c:pt idx="1096">
                  <c:v>2.75</c:v>
                </c:pt>
                <c:pt idx="1097">
                  <c:v>2.75</c:v>
                </c:pt>
                <c:pt idx="1098">
                  <c:v>2.75</c:v>
                </c:pt>
                <c:pt idx="1099">
                  <c:v>2.75</c:v>
                </c:pt>
                <c:pt idx="1100">
                  <c:v>2.75</c:v>
                </c:pt>
                <c:pt idx="1101">
                  <c:v>2.75</c:v>
                </c:pt>
                <c:pt idx="1102">
                  <c:v>2.75</c:v>
                </c:pt>
                <c:pt idx="1103">
                  <c:v>2.75</c:v>
                </c:pt>
                <c:pt idx="1104">
                  <c:v>2.75</c:v>
                </c:pt>
                <c:pt idx="1105">
                  <c:v>2.75</c:v>
                </c:pt>
                <c:pt idx="1106">
                  <c:v>2.75</c:v>
                </c:pt>
                <c:pt idx="1107">
                  <c:v>2.75</c:v>
                </c:pt>
                <c:pt idx="1108">
                  <c:v>2.75</c:v>
                </c:pt>
                <c:pt idx="1109">
                  <c:v>2.75</c:v>
                </c:pt>
                <c:pt idx="1110">
                  <c:v>2.75</c:v>
                </c:pt>
                <c:pt idx="1111">
                  <c:v>2.5</c:v>
                </c:pt>
                <c:pt idx="1112">
                  <c:v>2.5</c:v>
                </c:pt>
                <c:pt idx="1113">
                  <c:v>2.5</c:v>
                </c:pt>
                <c:pt idx="1114">
                  <c:v>2.5</c:v>
                </c:pt>
                <c:pt idx="1115">
                  <c:v>2.5</c:v>
                </c:pt>
                <c:pt idx="1116">
                  <c:v>2.5</c:v>
                </c:pt>
                <c:pt idx="1117">
                  <c:v>2.5</c:v>
                </c:pt>
                <c:pt idx="1118">
                  <c:v>2.5</c:v>
                </c:pt>
                <c:pt idx="1119">
                  <c:v>2.5</c:v>
                </c:pt>
                <c:pt idx="1120">
                  <c:v>2.5</c:v>
                </c:pt>
                <c:pt idx="1121">
                  <c:v>2.5</c:v>
                </c:pt>
                <c:pt idx="1122">
                  <c:v>2.5</c:v>
                </c:pt>
                <c:pt idx="1123">
                  <c:v>2.5</c:v>
                </c:pt>
                <c:pt idx="1124">
                  <c:v>2.5</c:v>
                </c:pt>
                <c:pt idx="1125">
                  <c:v>2.5</c:v>
                </c:pt>
                <c:pt idx="1126">
                  <c:v>2.5</c:v>
                </c:pt>
                <c:pt idx="1127">
                  <c:v>2.5</c:v>
                </c:pt>
                <c:pt idx="1128">
                  <c:v>2.5</c:v>
                </c:pt>
                <c:pt idx="1129">
                  <c:v>2.5</c:v>
                </c:pt>
                <c:pt idx="1130">
                  <c:v>2.5</c:v>
                </c:pt>
                <c:pt idx="1131">
                  <c:v>2.5</c:v>
                </c:pt>
                <c:pt idx="1132">
                  <c:v>2.5</c:v>
                </c:pt>
                <c:pt idx="1133">
                  <c:v>2.5</c:v>
                </c:pt>
                <c:pt idx="1134">
                  <c:v>2.5</c:v>
                </c:pt>
                <c:pt idx="1135">
                  <c:v>2.5</c:v>
                </c:pt>
                <c:pt idx="1136">
                  <c:v>2.5</c:v>
                </c:pt>
                <c:pt idx="1137">
                  <c:v>2.5</c:v>
                </c:pt>
                <c:pt idx="1138">
                  <c:v>2.5</c:v>
                </c:pt>
                <c:pt idx="1139">
                  <c:v>2.5</c:v>
                </c:pt>
                <c:pt idx="1140">
                  <c:v>2.5</c:v>
                </c:pt>
                <c:pt idx="1141">
                  <c:v>2.5</c:v>
                </c:pt>
                <c:pt idx="1142">
                  <c:v>2.5</c:v>
                </c:pt>
                <c:pt idx="1143">
                  <c:v>2.5</c:v>
                </c:pt>
                <c:pt idx="1144">
                  <c:v>2.5</c:v>
                </c:pt>
                <c:pt idx="1145">
                  <c:v>2.5</c:v>
                </c:pt>
                <c:pt idx="1146">
                  <c:v>2.25</c:v>
                </c:pt>
                <c:pt idx="1147">
                  <c:v>2.25</c:v>
                </c:pt>
                <c:pt idx="1148">
                  <c:v>2.25</c:v>
                </c:pt>
                <c:pt idx="1149">
                  <c:v>2.25</c:v>
                </c:pt>
                <c:pt idx="1150">
                  <c:v>2.25</c:v>
                </c:pt>
                <c:pt idx="1151">
                  <c:v>2.25</c:v>
                </c:pt>
                <c:pt idx="1152">
                  <c:v>2.25</c:v>
                </c:pt>
                <c:pt idx="1153">
                  <c:v>2.25</c:v>
                </c:pt>
                <c:pt idx="1154">
                  <c:v>2.25</c:v>
                </c:pt>
                <c:pt idx="1155">
                  <c:v>2.25</c:v>
                </c:pt>
                <c:pt idx="1156">
                  <c:v>2.25</c:v>
                </c:pt>
                <c:pt idx="1157">
                  <c:v>2.25</c:v>
                </c:pt>
                <c:pt idx="1158">
                  <c:v>2.25</c:v>
                </c:pt>
                <c:pt idx="1159">
                  <c:v>2.25</c:v>
                </c:pt>
                <c:pt idx="1160">
                  <c:v>2.25</c:v>
                </c:pt>
                <c:pt idx="1161">
                  <c:v>2.25</c:v>
                </c:pt>
                <c:pt idx="1162">
                  <c:v>2.25</c:v>
                </c:pt>
                <c:pt idx="1163">
                  <c:v>2.25</c:v>
                </c:pt>
                <c:pt idx="1164">
                  <c:v>2.25</c:v>
                </c:pt>
                <c:pt idx="1165">
                  <c:v>2.25</c:v>
                </c:pt>
                <c:pt idx="1166">
                  <c:v>2.25</c:v>
                </c:pt>
                <c:pt idx="1167">
                  <c:v>2.25</c:v>
                </c:pt>
                <c:pt idx="1168">
                  <c:v>2.25</c:v>
                </c:pt>
                <c:pt idx="1169">
                  <c:v>2.25</c:v>
                </c:pt>
                <c:pt idx="1170">
                  <c:v>2.25</c:v>
                </c:pt>
                <c:pt idx="1171">
                  <c:v>2.25</c:v>
                </c:pt>
                <c:pt idx="1172">
                  <c:v>2.25</c:v>
                </c:pt>
                <c:pt idx="1173">
                  <c:v>2.25</c:v>
                </c:pt>
                <c:pt idx="1174">
                  <c:v>2.25</c:v>
                </c:pt>
                <c:pt idx="1175">
                  <c:v>2.25</c:v>
                </c:pt>
                <c:pt idx="1176">
                  <c:v>2.25</c:v>
                </c:pt>
                <c:pt idx="1177">
                  <c:v>2.25</c:v>
                </c:pt>
                <c:pt idx="1178">
                  <c:v>2.25</c:v>
                </c:pt>
                <c:pt idx="1179">
                  <c:v>2.25</c:v>
                </c:pt>
                <c:pt idx="1180">
                  <c:v>2.25</c:v>
                </c:pt>
                <c:pt idx="1181">
                  <c:v>2.25</c:v>
                </c:pt>
                <c:pt idx="1182">
                  <c:v>2.25</c:v>
                </c:pt>
                <c:pt idx="1183">
                  <c:v>2.25</c:v>
                </c:pt>
                <c:pt idx="1184">
                  <c:v>2.25</c:v>
                </c:pt>
                <c:pt idx="1185">
                  <c:v>2.25</c:v>
                </c:pt>
                <c:pt idx="1186">
                  <c:v>2.25</c:v>
                </c:pt>
                <c:pt idx="1187">
                  <c:v>2.25</c:v>
                </c:pt>
                <c:pt idx="1188">
                  <c:v>2</c:v>
                </c:pt>
                <c:pt idx="1189">
                  <c:v>2</c:v>
                </c:pt>
                <c:pt idx="1190">
                  <c:v>2</c:v>
                </c:pt>
                <c:pt idx="1191">
                  <c:v>2</c:v>
                </c:pt>
                <c:pt idx="1192">
                  <c:v>2</c:v>
                </c:pt>
                <c:pt idx="1193">
                  <c:v>2</c:v>
                </c:pt>
                <c:pt idx="1194">
                  <c:v>2</c:v>
                </c:pt>
                <c:pt idx="1195">
                  <c:v>2</c:v>
                </c:pt>
                <c:pt idx="1196">
                  <c:v>2</c:v>
                </c:pt>
                <c:pt idx="1197">
                  <c:v>2</c:v>
                </c:pt>
                <c:pt idx="1198">
                  <c:v>2</c:v>
                </c:pt>
                <c:pt idx="1199">
                  <c:v>2</c:v>
                </c:pt>
                <c:pt idx="1200">
                  <c:v>2</c:v>
                </c:pt>
                <c:pt idx="1201">
                  <c:v>2</c:v>
                </c:pt>
                <c:pt idx="1202">
                  <c:v>2</c:v>
                </c:pt>
                <c:pt idx="1203">
                  <c:v>2</c:v>
                </c:pt>
                <c:pt idx="1204">
                  <c:v>2</c:v>
                </c:pt>
                <c:pt idx="1205">
                  <c:v>2</c:v>
                </c:pt>
                <c:pt idx="1206">
                  <c:v>2</c:v>
                </c:pt>
                <c:pt idx="1207">
                  <c:v>2</c:v>
                </c:pt>
                <c:pt idx="1208">
                  <c:v>2</c:v>
                </c:pt>
                <c:pt idx="1209">
                  <c:v>2</c:v>
                </c:pt>
                <c:pt idx="1210">
                  <c:v>2</c:v>
                </c:pt>
                <c:pt idx="1211">
                  <c:v>2</c:v>
                </c:pt>
                <c:pt idx="1212">
                  <c:v>2</c:v>
                </c:pt>
                <c:pt idx="1213">
                  <c:v>2</c:v>
                </c:pt>
                <c:pt idx="1214">
                  <c:v>2</c:v>
                </c:pt>
                <c:pt idx="1215">
                  <c:v>2</c:v>
                </c:pt>
                <c:pt idx="1216">
                  <c:v>2</c:v>
                </c:pt>
                <c:pt idx="1217">
                  <c:v>2</c:v>
                </c:pt>
                <c:pt idx="1218">
                  <c:v>2</c:v>
                </c:pt>
                <c:pt idx="1219">
                  <c:v>2</c:v>
                </c:pt>
                <c:pt idx="1220">
                  <c:v>2</c:v>
                </c:pt>
                <c:pt idx="1221">
                  <c:v>2</c:v>
                </c:pt>
                <c:pt idx="1222">
                  <c:v>2</c:v>
                </c:pt>
                <c:pt idx="1223">
                  <c:v>2</c:v>
                </c:pt>
                <c:pt idx="1224">
                  <c:v>2</c:v>
                </c:pt>
                <c:pt idx="1225">
                  <c:v>2</c:v>
                </c:pt>
                <c:pt idx="1226">
                  <c:v>2</c:v>
                </c:pt>
                <c:pt idx="1227">
                  <c:v>2</c:v>
                </c:pt>
                <c:pt idx="1228">
                  <c:v>2</c:v>
                </c:pt>
                <c:pt idx="1229">
                  <c:v>2</c:v>
                </c:pt>
                <c:pt idx="1230">
                  <c:v>2</c:v>
                </c:pt>
                <c:pt idx="1231">
                  <c:v>2</c:v>
                </c:pt>
                <c:pt idx="1232">
                  <c:v>2</c:v>
                </c:pt>
                <c:pt idx="1233">
                  <c:v>2</c:v>
                </c:pt>
                <c:pt idx="1234">
                  <c:v>2</c:v>
                </c:pt>
                <c:pt idx="1235">
                  <c:v>2</c:v>
                </c:pt>
                <c:pt idx="1236">
                  <c:v>2</c:v>
                </c:pt>
                <c:pt idx="1237">
                  <c:v>2</c:v>
                </c:pt>
                <c:pt idx="1238">
                  <c:v>2</c:v>
                </c:pt>
                <c:pt idx="1239">
                  <c:v>2</c:v>
                </c:pt>
                <c:pt idx="1240">
                  <c:v>2</c:v>
                </c:pt>
                <c:pt idx="1241">
                  <c:v>2</c:v>
                </c:pt>
                <c:pt idx="1242">
                  <c:v>2</c:v>
                </c:pt>
                <c:pt idx="1243">
                  <c:v>2</c:v>
                </c:pt>
                <c:pt idx="1244">
                  <c:v>2</c:v>
                </c:pt>
                <c:pt idx="1245">
                  <c:v>2</c:v>
                </c:pt>
                <c:pt idx="1246">
                  <c:v>2</c:v>
                </c:pt>
                <c:pt idx="1247">
                  <c:v>2</c:v>
                </c:pt>
                <c:pt idx="1248">
                  <c:v>2</c:v>
                </c:pt>
                <c:pt idx="1249">
                  <c:v>2</c:v>
                </c:pt>
                <c:pt idx="1250">
                  <c:v>2</c:v>
                </c:pt>
                <c:pt idx="1251">
                  <c:v>2</c:v>
                </c:pt>
                <c:pt idx="1252">
                  <c:v>2</c:v>
                </c:pt>
                <c:pt idx="1253">
                  <c:v>2</c:v>
                </c:pt>
                <c:pt idx="1254">
                  <c:v>2</c:v>
                </c:pt>
                <c:pt idx="1255">
                  <c:v>2</c:v>
                </c:pt>
                <c:pt idx="1256">
                  <c:v>2</c:v>
                </c:pt>
                <c:pt idx="1257">
                  <c:v>2</c:v>
                </c:pt>
                <c:pt idx="1258">
                  <c:v>2</c:v>
                </c:pt>
                <c:pt idx="1259">
                  <c:v>2</c:v>
                </c:pt>
                <c:pt idx="1260">
                  <c:v>2</c:v>
                </c:pt>
                <c:pt idx="1261">
                  <c:v>2</c:v>
                </c:pt>
                <c:pt idx="1262">
                  <c:v>2</c:v>
                </c:pt>
                <c:pt idx="1263">
                  <c:v>2</c:v>
                </c:pt>
                <c:pt idx="1264">
                  <c:v>2</c:v>
                </c:pt>
                <c:pt idx="1265">
                  <c:v>2</c:v>
                </c:pt>
                <c:pt idx="1266">
                  <c:v>2</c:v>
                </c:pt>
                <c:pt idx="1267">
                  <c:v>2</c:v>
                </c:pt>
                <c:pt idx="1268">
                  <c:v>2</c:v>
                </c:pt>
                <c:pt idx="1269">
                  <c:v>2</c:v>
                </c:pt>
                <c:pt idx="1270">
                  <c:v>2</c:v>
                </c:pt>
                <c:pt idx="1271">
                  <c:v>2</c:v>
                </c:pt>
                <c:pt idx="1272">
                  <c:v>2</c:v>
                </c:pt>
                <c:pt idx="1273">
                  <c:v>2</c:v>
                </c:pt>
                <c:pt idx="1274">
                  <c:v>2</c:v>
                </c:pt>
                <c:pt idx="1275">
                  <c:v>2</c:v>
                </c:pt>
                <c:pt idx="1276">
                  <c:v>2</c:v>
                </c:pt>
                <c:pt idx="1277">
                  <c:v>2</c:v>
                </c:pt>
                <c:pt idx="1278">
                  <c:v>2</c:v>
                </c:pt>
                <c:pt idx="1279">
                  <c:v>2</c:v>
                </c:pt>
                <c:pt idx="1280">
                  <c:v>2</c:v>
                </c:pt>
                <c:pt idx="1281">
                  <c:v>2</c:v>
                </c:pt>
                <c:pt idx="1282">
                  <c:v>2</c:v>
                </c:pt>
                <c:pt idx="1283">
                  <c:v>2</c:v>
                </c:pt>
                <c:pt idx="1284">
                  <c:v>2</c:v>
                </c:pt>
                <c:pt idx="1285">
                  <c:v>2</c:v>
                </c:pt>
                <c:pt idx="1286">
                  <c:v>2</c:v>
                </c:pt>
                <c:pt idx="1287">
                  <c:v>2</c:v>
                </c:pt>
                <c:pt idx="1288">
                  <c:v>2</c:v>
                </c:pt>
                <c:pt idx="1289">
                  <c:v>2</c:v>
                </c:pt>
                <c:pt idx="1290">
                  <c:v>2</c:v>
                </c:pt>
                <c:pt idx="1291">
                  <c:v>2</c:v>
                </c:pt>
                <c:pt idx="1292">
                  <c:v>2</c:v>
                </c:pt>
                <c:pt idx="1293">
                  <c:v>2</c:v>
                </c:pt>
                <c:pt idx="1294">
                  <c:v>2</c:v>
                </c:pt>
                <c:pt idx="1295">
                  <c:v>2</c:v>
                </c:pt>
                <c:pt idx="1296">
                  <c:v>2</c:v>
                </c:pt>
                <c:pt idx="1297">
                  <c:v>2</c:v>
                </c:pt>
                <c:pt idx="1298">
                  <c:v>2</c:v>
                </c:pt>
                <c:pt idx="1299">
                  <c:v>2</c:v>
                </c:pt>
                <c:pt idx="1300">
                  <c:v>2</c:v>
                </c:pt>
                <c:pt idx="1301">
                  <c:v>2</c:v>
                </c:pt>
                <c:pt idx="1302">
                  <c:v>2</c:v>
                </c:pt>
                <c:pt idx="1303">
                  <c:v>2</c:v>
                </c:pt>
                <c:pt idx="1304">
                  <c:v>2</c:v>
                </c:pt>
                <c:pt idx="1305">
                  <c:v>2</c:v>
                </c:pt>
                <c:pt idx="1306">
                  <c:v>2</c:v>
                </c:pt>
                <c:pt idx="1307">
                  <c:v>2</c:v>
                </c:pt>
                <c:pt idx="1308">
                  <c:v>2</c:v>
                </c:pt>
                <c:pt idx="1309">
                  <c:v>2</c:v>
                </c:pt>
                <c:pt idx="1310">
                  <c:v>2</c:v>
                </c:pt>
                <c:pt idx="1311">
                  <c:v>2</c:v>
                </c:pt>
                <c:pt idx="1312">
                  <c:v>2</c:v>
                </c:pt>
                <c:pt idx="1313">
                  <c:v>2</c:v>
                </c:pt>
                <c:pt idx="1314">
                  <c:v>2</c:v>
                </c:pt>
                <c:pt idx="1315">
                  <c:v>2</c:v>
                </c:pt>
                <c:pt idx="1316">
                  <c:v>2</c:v>
                </c:pt>
                <c:pt idx="1317">
                  <c:v>2</c:v>
                </c:pt>
                <c:pt idx="1318">
                  <c:v>2</c:v>
                </c:pt>
                <c:pt idx="1319">
                  <c:v>2</c:v>
                </c:pt>
                <c:pt idx="1320">
                  <c:v>2</c:v>
                </c:pt>
                <c:pt idx="1321">
                  <c:v>2</c:v>
                </c:pt>
                <c:pt idx="1322">
                  <c:v>2</c:v>
                </c:pt>
                <c:pt idx="1323">
                  <c:v>2</c:v>
                </c:pt>
                <c:pt idx="1324">
                  <c:v>2</c:v>
                </c:pt>
                <c:pt idx="1325">
                  <c:v>2</c:v>
                </c:pt>
                <c:pt idx="1326">
                  <c:v>2</c:v>
                </c:pt>
                <c:pt idx="1327">
                  <c:v>2</c:v>
                </c:pt>
                <c:pt idx="1328">
                  <c:v>2</c:v>
                </c:pt>
                <c:pt idx="1329">
                  <c:v>2</c:v>
                </c:pt>
                <c:pt idx="1330">
                  <c:v>2</c:v>
                </c:pt>
                <c:pt idx="1331">
                  <c:v>2</c:v>
                </c:pt>
                <c:pt idx="1332">
                  <c:v>2</c:v>
                </c:pt>
                <c:pt idx="1333">
                  <c:v>2</c:v>
                </c:pt>
                <c:pt idx="1334">
                  <c:v>2</c:v>
                </c:pt>
                <c:pt idx="1335">
                  <c:v>2</c:v>
                </c:pt>
                <c:pt idx="1336">
                  <c:v>2</c:v>
                </c:pt>
                <c:pt idx="1337">
                  <c:v>2</c:v>
                </c:pt>
                <c:pt idx="1338">
                  <c:v>2</c:v>
                </c:pt>
                <c:pt idx="1339">
                  <c:v>2</c:v>
                </c:pt>
                <c:pt idx="1340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635-4305-9CD6-9110EBD532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58367055"/>
        <c:axId val="1658367535"/>
      </c:lineChart>
      <c:dateAx>
        <c:axId val="1658367055"/>
        <c:scaling>
          <c:orientation val="minMax"/>
          <c:max val="45923"/>
        </c:scaling>
        <c:delete val="0"/>
        <c:axPos val="b"/>
        <c:numFmt formatCode="m/yyyy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bg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658367535"/>
        <c:crosses val="autoZero"/>
        <c:auto val="1"/>
        <c:lblOffset val="100"/>
        <c:baseTimeUnit val="months"/>
        <c:majorUnit val="3"/>
        <c:majorTimeUnit val="months"/>
      </c:dateAx>
      <c:valAx>
        <c:axId val="1658367535"/>
        <c:scaling>
          <c:orientation val="minMax"/>
        </c:scaling>
        <c:delete val="0"/>
        <c:axPos val="r"/>
        <c:majorGridlines>
          <c:spPr>
            <a:ln w="9525" cap="flat" cmpd="sng" algn="ctr">
              <a:solidFill>
                <a:schemeClr val="tx1">
                  <a:lumMod val="75000"/>
                </a:schemeClr>
              </a:solidFill>
              <a:round/>
            </a:ln>
            <a:effectLst/>
          </c:spPr>
        </c:majorGridlines>
        <c:title>
          <c:tx>
            <c:rich>
              <a:bodyPr rot="5400000" spcFirstLastPara="1" vertOverflow="ellipsis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sz="1200">
                    <a:solidFill>
                      <a:schemeClr val="bg1"/>
                    </a:solidFill>
                  </a:rPr>
                  <a:t>Percent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5400000" spcFirstLastPara="1" vertOverflow="ellipsis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658367055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modernComment_7FFFCF3C_49F4AEE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DE8CC02-D61A-5445-9C98-7DF0BBF3A832}" authorId="{B9B2912F-2238-4005-223D-BC42E023142E}" created="2025-09-25T22:04:08.04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240772326" sldId="2147471164"/>
      <ac:graphicFrameMk id="10" creationId="{DEA319C9-87B2-869A-1F1C-CC0E6304DBA8}"/>
    </ac:deMkLst>
    <p188:txBody>
      <a:bodyPr/>
      <a:lstStyle/>
      <a:p>
        <a:r>
          <a:rPr lang="en-US"/>
          <a:t>Change to mirp graphs to show rate movements over next 2/3 yrs</a:t>
        </a:r>
      </a:p>
    </p188:txBody>
  </p188:cm>
</p188:cmLst>
</file>

<file path=ppt/comments/modernComment_7FFFCF7D_E390282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3B9824B-9B85-49D1-8438-108EF4EAF972}" authorId="{F79FC755-7185-C716-97E7-4FDBA4F28256}" status="resolved" created="2025-09-26T01:04:53.729" startDate="2025-09-26T01:04:53.729" dueDate="2025-09-26T01:04:53.729" assignedTo="{B9B2912F-2238-4005-223D-BC42E023142E}" complete="100000" title="@Ritesh Kumar figure out how to transition to introducing the investment universe">
    <pc:sldMkLst xmlns:pc="http://schemas.microsoft.com/office/powerpoint/2013/main/command">
      <pc:docMk/>
      <pc:sldMk cId="3817875491" sldId="2147471229"/>
    </pc:sldMkLst>
    <p188:txBody>
      <a:bodyPr/>
      <a:lstStyle/>
      <a:p>
        <a:r>
          <a:rPr lang="en-US"/>
          <a:t>[@Ritesh Kumar] figure out how to transition to introducing the investment universe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5-09-26T01:04:53.729" id="{C9EEDEEF-BDEF-47C1-A941-791C3639766F}">
              <p228:atrbtn authorId="{F79FC755-7185-C716-97E7-4FDBA4F28256}"/>
              <p228:anchr>
                <p228:comment id="{F3B9824B-9B85-49D1-8438-108EF4EAF972}"/>
              </p228:anchr>
              <p228:add/>
            </p228:event>
            <p228:event time="2025-09-26T01:04:53.729" id="{AE3DBE72-09E0-4256-8EB5-B6E3A6EE277B}">
              <p228:atrbtn authorId="{F79FC755-7185-C716-97E7-4FDBA4F28256}"/>
              <p228:anchr>
                <p228:comment id="{F3B9824B-9B85-49D1-8438-108EF4EAF972}"/>
              </p228:anchr>
              <p228:asgn authorId="{B9B2912F-2238-4005-223D-BC42E023142E}"/>
            </p228:event>
            <p228:event time="2025-09-26T01:04:53.729" id="{63506F80-FEA9-4B0C-88A1-7CF6262D498B}">
              <p228:atrbtn authorId="{F79FC755-7185-C716-97E7-4FDBA4F28256}"/>
              <p228:anchr>
                <p228:comment id="{F3B9824B-9B85-49D1-8438-108EF4EAF972}"/>
              </p228:anchr>
              <p228:title val="@Ritesh Kumar figure out how to transition to introducing the investment universe"/>
            </p228:event>
            <p228:event time="2025-09-26T01:04:53.729" id="{0228CC96-7079-4C65-81D1-3A4CFA6FC14F}">
              <p228:atrbtn authorId="{F79FC755-7185-C716-97E7-4FDBA4F28256}"/>
              <p228:anchr>
                <p228:comment id="{F3B9824B-9B85-49D1-8438-108EF4EAF972}"/>
              </p228:anchr>
              <p228:date stDt="2025-09-26T01:04:53.729" endDt="2025-09-26T01:04:53.729"/>
            </p228:event>
            <p228:event time="2025-09-26T02:08:16.761" id="{D0DF81EA-687C-F743-AD86-3A6022FC73F4}">
              <p228:atrbtn authorId="{B9B2912F-2238-4005-223D-BC42E023142E}"/>
              <p228:anchr>
                <p228:comment id="{00000000-0000-0000-0000-000000000000}"/>
              </p228:anchr>
              <p228:pcntCmplt val="100000"/>
            </p228:event>
          </p228:history>
        </p228:taskDetails>
      </p:ext>
    </p188:extLst>
  </p188:cm>
</p188:cmLst>
</file>

<file path=ppt/comments/modernComment_7FFFCF63_DB111F0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807D42B-334E-42F3-97E3-8C5EC16D638B}" authorId="{F79FC755-7185-C716-97E7-4FDBA4F28256}" created="2025-09-26T00:45:56.082">
    <pc:sldMkLst xmlns:pc="http://schemas.microsoft.com/office/powerpoint/2013/main/command">
      <pc:docMk/>
      <pc:sldMk cId="3675332360" sldId="2147471203"/>
    </pc:sldMkLst>
    <p188:txBody>
      <a:bodyPr/>
      <a:lstStyle/>
      <a:p>
        <a:r>
          <a:rPr lang="en-US"/>
          <a:t>Improve formatting/font size</a:t>
        </a:r>
      </a:p>
    </p188:txBody>
  </p188:cm>
</p188:cmLst>
</file>

<file path=ppt/comments/modernComment_7FFFCF76_5611D00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D42246A-0006-489A-B1FE-C10A3EBC054D}" authorId="{F79FC755-7185-C716-97E7-4FDBA4F28256}" created="2025-09-26T02:03:29.718" startDate="2025-09-26T02:03:29.718" dueDate="2025-09-26T02:03:29.718" assignedTo="{D9BA57C4-379A-6231-776A-683B00912441}" title="@Abdul Malik maybe see if we can do another stress case where equities earn around 2-3% return, bonds 2% and gold 5%... a typical stagflation scenario where yields are high but inflation is also high and there is no or little growth in the economy. …">
    <pc:sldMkLst xmlns:pc="http://schemas.microsoft.com/office/powerpoint/2013/main/command">
      <pc:docMk/>
      <pc:sldMk cId="1444007940" sldId="2147471222"/>
    </pc:sldMkLst>
    <p188:txBody>
      <a:bodyPr/>
      <a:lstStyle/>
      <a:p>
        <a:r>
          <a:rPr lang="en-US"/>
          <a:t>[@Abdul Malik] maybe see if we can do another stress case where equities earn around 2-3% return, bonds 2% and gold 5%... a typical stagflation scenario where yields are high but inflation is also high and there is no or little growth in the economy. Relevant in today's economic situation.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5-09-26T02:03:29.718" id="{C7D24473-E11E-4956-B996-482F9D0C3CA9}">
              <p228:atrbtn authorId="{F79FC755-7185-C716-97E7-4FDBA4F28256}"/>
              <p228:anchr>
                <p228:comment id="{6D42246A-0006-489A-B1FE-C10A3EBC054D}"/>
              </p228:anchr>
              <p228:add/>
            </p228:event>
            <p228:event time="2025-09-26T02:03:29.718" id="{55384B54-3E10-42F2-A630-95400F4F48E0}">
              <p228:atrbtn authorId="{F79FC755-7185-C716-97E7-4FDBA4F28256}"/>
              <p228:anchr>
                <p228:comment id="{6D42246A-0006-489A-B1FE-C10A3EBC054D}"/>
              </p228:anchr>
              <p228:asgn authorId="{D9BA57C4-379A-6231-776A-683B00912441}"/>
            </p228:event>
            <p228:event time="2025-09-26T02:03:29.718" id="{30D14E35-02DD-4075-AC9F-53B81DB6D8D3}">
              <p228:atrbtn authorId="{F79FC755-7185-C716-97E7-4FDBA4F28256}"/>
              <p228:anchr>
                <p228:comment id="{6D42246A-0006-489A-B1FE-C10A3EBC054D}"/>
              </p228:anchr>
              <p228:title val="@Abdul Malik maybe see if we can do another stress case where equities earn around 2-3% return, bonds 2% and gold 5%... a typical stagflation scenario where yields are high but inflation is also high and there is no or little growth in the economy. …"/>
            </p228:event>
            <p228:event time="2025-09-26T02:03:29.718" id="{E191ABC5-17CE-4794-BD1F-2BD3C204F5FA}">
              <p228:atrbtn authorId="{F79FC755-7185-C716-97E7-4FDBA4F28256}"/>
              <p228:anchr>
                <p228:comment id="{6D42246A-0006-489A-B1FE-C10A3EBC054D}"/>
              </p228:anchr>
              <p228:date stDt="2025-09-26T02:03:29.718" endDt="2025-09-26T02:03:29.718"/>
            </p228:event>
          </p228:history>
        </p228:taskDetails>
      </p:ext>
    </p188:extLst>
  </p188:cm>
</p188:cmLst>
</file>

<file path=ppt/comments/modernComment_7FFFCF85_1872883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1F5E749-F23D-4738-9D17-A2019465A6A6}" authorId="{F79FC755-7185-C716-97E7-4FDBA4F28256}" created="2025-09-26T02:03:29.718">
    <pc:sldMkLst xmlns:pc="http://schemas.microsoft.com/office/powerpoint/2013/main/command">
      <pc:docMk/>
      <pc:sldMk cId="1444007940" sldId="2147471222"/>
    </pc:sldMkLst>
    <p188:txBody>
      <a:bodyPr/>
      <a:lstStyle/>
      <a:p>
        <a:r>
          <a:rPr lang="en-US"/>
          <a:t>[@Abdul Malik] maybe see if we can do another stress case where equities earn around 2-3% return, bonds 2% and gold 5%... a typical stagflation scenario where yields are high but inflation is also high and there is no or little growth in the economy. Relevant in today's economic situation.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BEF7FF-E370-4D13-844A-0D2D57AAC196}" type="datetimeFigureOut">
              <a:rPr lang="de-DE" smtClean="0"/>
              <a:t>26.09.2025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62A197-F37F-4F3F-84A8-CF3BA7BDDF1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4559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DK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1" name="Google Shape;1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483993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2A197-F37F-4F3F-84A8-CF3BA7BDDF1D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80814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2A197-F37F-4F3F-84A8-CF3BA7BDDF1D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69101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u="none" strike="noStrike" cap="none" smtClean="0">
                <a:solidFill>
                  <a:schemeClr val="dk1"/>
                </a:solidFill>
                <a:ea typeface="Calibri"/>
                <a:sym typeface="Calibri"/>
              </a:rPr>
              <a:t>44</a:t>
            </a:fld>
            <a:endParaRPr lang="en-GB" sz="1200" u="none" strike="noStrike" cap="none">
              <a:solidFill>
                <a:schemeClr val="dk1"/>
              </a:solidFill>
              <a:ea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80220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10" Type="http://schemas.openxmlformats.org/officeDocument/2006/relationships/image" Target="../media/image2.emf"/><Relationship Id="rId4" Type="http://schemas.openxmlformats.org/officeDocument/2006/relationships/tags" Target="../tags/tag27.xml"/><Relationship Id="rId9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33.xml"/><Relationship Id="rId7" Type="http://schemas.openxmlformats.org/officeDocument/2006/relationships/tags" Target="../tags/tag37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10" Type="http://schemas.openxmlformats.org/officeDocument/2006/relationships/image" Target="../media/image1.emf"/><Relationship Id="rId4" Type="http://schemas.openxmlformats.org/officeDocument/2006/relationships/tags" Target="../tags/tag34.xml"/><Relationship Id="rId9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tags" Target="../tags/tag40.xml"/><Relationship Id="rId7" Type="http://schemas.openxmlformats.org/officeDocument/2006/relationships/oleObject" Target="../embeddings/oleObject4.bin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42.xml"/><Relationship Id="rId4" Type="http://schemas.openxmlformats.org/officeDocument/2006/relationships/tags" Target="../tags/tag4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9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57.xml"/><Relationship Id="rId13" Type="http://schemas.openxmlformats.org/officeDocument/2006/relationships/tags" Target="../tags/tag62.xml"/><Relationship Id="rId3" Type="http://schemas.openxmlformats.org/officeDocument/2006/relationships/tags" Target="../tags/tag52.xml"/><Relationship Id="rId7" Type="http://schemas.openxmlformats.org/officeDocument/2006/relationships/tags" Target="../tags/tag56.xml"/><Relationship Id="rId12" Type="http://schemas.openxmlformats.org/officeDocument/2006/relationships/tags" Target="../tags/tag61.xml"/><Relationship Id="rId2" Type="http://schemas.openxmlformats.org/officeDocument/2006/relationships/tags" Target="../tags/tag51.xml"/><Relationship Id="rId16" Type="http://schemas.openxmlformats.org/officeDocument/2006/relationships/image" Target="../media/image1.emf"/><Relationship Id="rId1" Type="http://schemas.openxmlformats.org/officeDocument/2006/relationships/tags" Target="../tags/tag50.xml"/><Relationship Id="rId6" Type="http://schemas.openxmlformats.org/officeDocument/2006/relationships/tags" Target="../tags/tag55.xml"/><Relationship Id="rId11" Type="http://schemas.openxmlformats.org/officeDocument/2006/relationships/tags" Target="../tags/tag60.xml"/><Relationship Id="rId5" Type="http://schemas.openxmlformats.org/officeDocument/2006/relationships/tags" Target="../tags/tag54.xml"/><Relationship Id="rId15" Type="http://schemas.openxmlformats.org/officeDocument/2006/relationships/oleObject" Target="../embeddings/oleObject5.bin"/><Relationship Id="rId10" Type="http://schemas.openxmlformats.org/officeDocument/2006/relationships/tags" Target="../tags/tag59.xml"/><Relationship Id="rId4" Type="http://schemas.openxmlformats.org/officeDocument/2006/relationships/tags" Target="../tags/tag53.xml"/><Relationship Id="rId9" Type="http://schemas.openxmlformats.org/officeDocument/2006/relationships/tags" Target="../tags/tag58.xml"/><Relationship Id="rId1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70.xml"/><Relationship Id="rId13" Type="http://schemas.openxmlformats.org/officeDocument/2006/relationships/tags" Target="../tags/tag75.xml"/><Relationship Id="rId3" Type="http://schemas.openxmlformats.org/officeDocument/2006/relationships/tags" Target="../tags/tag65.xml"/><Relationship Id="rId7" Type="http://schemas.openxmlformats.org/officeDocument/2006/relationships/tags" Target="../tags/tag69.xml"/><Relationship Id="rId12" Type="http://schemas.openxmlformats.org/officeDocument/2006/relationships/tags" Target="../tags/tag74.xml"/><Relationship Id="rId2" Type="http://schemas.openxmlformats.org/officeDocument/2006/relationships/tags" Target="../tags/tag64.xml"/><Relationship Id="rId16" Type="http://schemas.openxmlformats.org/officeDocument/2006/relationships/image" Target="../media/image1.emf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11" Type="http://schemas.openxmlformats.org/officeDocument/2006/relationships/tags" Target="../tags/tag73.xml"/><Relationship Id="rId5" Type="http://schemas.openxmlformats.org/officeDocument/2006/relationships/tags" Target="../tags/tag67.xml"/><Relationship Id="rId15" Type="http://schemas.openxmlformats.org/officeDocument/2006/relationships/oleObject" Target="../embeddings/oleObject6.bin"/><Relationship Id="rId10" Type="http://schemas.openxmlformats.org/officeDocument/2006/relationships/tags" Target="../tags/tag72.xml"/><Relationship Id="rId4" Type="http://schemas.openxmlformats.org/officeDocument/2006/relationships/tags" Target="../tags/tag66.xml"/><Relationship Id="rId9" Type="http://schemas.openxmlformats.org/officeDocument/2006/relationships/tags" Target="../tags/tag71.xml"/><Relationship Id="rId1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83.xml"/><Relationship Id="rId13" Type="http://schemas.openxmlformats.org/officeDocument/2006/relationships/tags" Target="../tags/tag88.xml"/><Relationship Id="rId3" Type="http://schemas.openxmlformats.org/officeDocument/2006/relationships/tags" Target="../tags/tag78.xml"/><Relationship Id="rId7" Type="http://schemas.openxmlformats.org/officeDocument/2006/relationships/tags" Target="../tags/tag82.xml"/><Relationship Id="rId12" Type="http://schemas.openxmlformats.org/officeDocument/2006/relationships/tags" Target="../tags/tag87.xml"/><Relationship Id="rId17" Type="http://schemas.openxmlformats.org/officeDocument/2006/relationships/image" Target="../media/image1.emf"/><Relationship Id="rId2" Type="http://schemas.openxmlformats.org/officeDocument/2006/relationships/tags" Target="../tags/tag77.xml"/><Relationship Id="rId16" Type="http://schemas.openxmlformats.org/officeDocument/2006/relationships/oleObject" Target="../embeddings/oleObject7.bin"/><Relationship Id="rId1" Type="http://schemas.openxmlformats.org/officeDocument/2006/relationships/tags" Target="../tags/tag76.xml"/><Relationship Id="rId6" Type="http://schemas.openxmlformats.org/officeDocument/2006/relationships/tags" Target="../tags/tag81.xml"/><Relationship Id="rId11" Type="http://schemas.openxmlformats.org/officeDocument/2006/relationships/tags" Target="../tags/tag86.xml"/><Relationship Id="rId5" Type="http://schemas.openxmlformats.org/officeDocument/2006/relationships/tags" Target="../tags/tag80.xml"/><Relationship Id="rId15" Type="http://schemas.openxmlformats.org/officeDocument/2006/relationships/slideMaster" Target="../slideMasters/slideMaster1.xml"/><Relationship Id="rId10" Type="http://schemas.openxmlformats.org/officeDocument/2006/relationships/tags" Target="../tags/tag85.xml"/><Relationship Id="rId4" Type="http://schemas.openxmlformats.org/officeDocument/2006/relationships/tags" Target="../tags/tag79.xml"/><Relationship Id="rId9" Type="http://schemas.openxmlformats.org/officeDocument/2006/relationships/tags" Target="../tags/tag84.xml"/><Relationship Id="rId14" Type="http://schemas.openxmlformats.org/officeDocument/2006/relationships/tags" Target="../tags/tag89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97.xml"/><Relationship Id="rId13" Type="http://schemas.openxmlformats.org/officeDocument/2006/relationships/tags" Target="../tags/tag102.xml"/><Relationship Id="rId3" Type="http://schemas.openxmlformats.org/officeDocument/2006/relationships/tags" Target="../tags/tag92.xml"/><Relationship Id="rId7" Type="http://schemas.openxmlformats.org/officeDocument/2006/relationships/tags" Target="../tags/tag96.xml"/><Relationship Id="rId12" Type="http://schemas.openxmlformats.org/officeDocument/2006/relationships/tags" Target="../tags/tag101.xml"/><Relationship Id="rId17" Type="http://schemas.openxmlformats.org/officeDocument/2006/relationships/image" Target="../media/image1.emf"/><Relationship Id="rId2" Type="http://schemas.openxmlformats.org/officeDocument/2006/relationships/tags" Target="../tags/tag91.xml"/><Relationship Id="rId16" Type="http://schemas.openxmlformats.org/officeDocument/2006/relationships/oleObject" Target="../embeddings/oleObject7.bin"/><Relationship Id="rId1" Type="http://schemas.openxmlformats.org/officeDocument/2006/relationships/tags" Target="../tags/tag90.xml"/><Relationship Id="rId6" Type="http://schemas.openxmlformats.org/officeDocument/2006/relationships/tags" Target="../tags/tag95.xml"/><Relationship Id="rId11" Type="http://schemas.openxmlformats.org/officeDocument/2006/relationships/tags" Target="../tags/tag100.xml"/><Relationship Id="rId5" Type="http://schemas.openxmlformats.org/officeDocument/2006/relationships/tags" Target="../tags/tag94.xml"/><Relationship Id="rId15" Type="http://schemas.openxmlformats.org/officeDocument/2006/relationships/slideMaster" Target="../slideMasters/slideMaster1.xml"/><Relationship Id="rId10" Type="http://schemas.openxmlformats.org/officeDocument/2006/relationships/tags" Target="../tags/tag99.xml"/><Relationship Id="rId4" Type="http://schemas.openxmlformats.org/officeDocument/2006/relationships/tags" Target="../tags/tag93.xml"/><Relationship Id="rId9" Type="http://schemas.openxmlformats.org/officeDocument/2006/relationships/tags" Target="../tags/tag98.xml"/><Relationship Id="rId14" Type="http://schemas.openxmlformats.org/officeDocument/2006/relationships/tags" Target="../tags/tag103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111.xml"/><Relationship Id="rId13" Type="http://schemas.openxmlformats.org/officeDocument/2006/relationships/tags" Target="../tags/tag116.xml"/><Relationship Id="rId3" Type="http://schemas.openxmlformats.org/officeDocument/2006/relationships/tags" Target="../tags/tag106.xml"/><Relationship Id="rId7" Type="http://schemas.openxmlformats.org/officeDocument/2006/relationships/tags" Target="../tags/tag110.xml"/><Relationship Id="rId12" Type="http://schemas.openxmlformats.org/officeDocument/2006/relationships/tags" Target="../tags/tag115.xml"/><Relationship Id="rId17" Type="http://schemas.openxmlformats.org/officeDocument/2006/relationships/image" Target="../media/image4.emf"/><Relationship Id="rId2" Type="http://schemas.openxmlformats.org/officeDocument/2006/relationships/tags" Target="../tags/tag105.xml"/><Relationship Id="rId16" Type="http://schemas.openxmlformats.org/officeDocument/2006/relationships/oleObject" Target="../embeddings/oleObject8.bin"/><Relationship Id="rId1" Type="http://schemas.openxmlformats.org/officeDocument/2006/relationships/tags" Target="../tags/tag104.xml"/><Relationship Id="rId6" Type="http://schemas.openxmlformats.org/officeDocument/2006/relationships/tags" Target="../tags/tag109.xml"/><Relationship Id="rId11" Type="http://schemas.openxmlformats.org/officeDocument/2006/relationships/tags" Target="../tags/tag114.xml"/><Relationship Id="rId5" Type="http://schemas.openxmlformats.org/officeDocument/2006/relationships/tags" Target="../tags/tag108.xml"/><Relationship Id="rId15" Type="http://schemas.openxmlformats.org/officeDocument/2006/relationships/slideMaster" Target="../slideMasters/slideMaster1.xml"/><Relationship Id="rId10" Type="http://schemas.openxmlformats.org/officeDocument/2006/relationships/tags" Target="../tags/tag113.xml"/><Relationship Id="rId4" Type="http://schemas.openxmlformats.org/officeDocument/2006/relationships/tags" Target="../tags/tag107.xml"/><Relationship Id="rId9" Type="http://schemas.openxmlformats.org/officeDocument/2006/relationships/tags" Target="../tags/tag112.xml"/><Relationship Id="rId14" Type="http://schemas.openxmlformats.org/officeDocument/2006/relationships/tags" Target="../tags/tag117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125.xml"/><Relationship Id="rId13" Type="http://schemas.openxmlformats.org/officeDocument/2006/relationships/tags" Target="../tags/tag130.xml"/><Relationship Id="rId3" Type="http://schemas.openxmlformats.org/officeDocument/2006/relationships/tags" Target="../tags/tag120.xml"/><Relationship Id="rId7" Type="http://schemas.openxmlformats.org/officeDocument/2006/relationships/tags" Target="../tags/tag124.xml"/><Relationship Id="rId12" Type="http://schemas.openxmlformats.org/officeDocument/2006/relationships/tags" Target="../tags/tag129.xml"/><Relationship Id="rId2" Type="http://schemas.openxmlformats.org/officeDocument/2006/relationships/tags" Target="../tags/tag119.xml"/><Relationship Id="rId16" Type="http://schemas.openxmlformats.org/officeDocument/2006/relationships/image" Target="../media/image1.emf"/><Relationship Id="rId1" Type="http://schemas.openxmlformats.org/officeDocument/2006/relationships/tags" Target="../tags/tag118.xml"/><Relationship Id="rId6" Type="http://schemas.openxmlformats.org/officeDocument/2006/relationships/tags" Target="../tags/tag123.xml"/><Relationship Id="rId11" Type="http://schemas.openxmlformats.org/officeDocument/2006/relationships/tags" Target="../tags/tag128.xml"/><Relationship Id="rId5" Type="http://schemas.openxmlformats.org/officeDocument/2006/relationships/tags" Target="../tags/tag122.xml"/><Relationship Id="rId15" Type="http://schemas.openxmlformats.org/officeDocument/2006/relationships/oleObject" Target="../embeddings/oleObject9.bin"/><Relationship Id="rId10" Type="http://schemas.openxmlformats.org/officeDocument/2006/relationships/tags" Target="../tags/tag127.xml"/><Relationship Id="rId4" Type="http://schemas.openxmlformats.org/officeDocument/2006/relationships/tags" Target="../tags/tag121.xml"/><Relationship Id="rId9" Type="http://schemas.openxmlformats.org/officeDocument/2006/relationships/tags" Target="../tags/tag126.xml"/><Relationship Id="rId14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" Type="http://schemas.openxmlformats.org/officeDocument/2006/relationships/tags" Target="../tags/tag131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0.bin"/><Relationship Id="rId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tags" Target="../tags/tag136.xml"/><Relationship Id="rId7" Type="http://schemas.openxmlformats.org/officeDocument/2006/relationships/oleObject" Target="../embeddings/oleObject11.bin"/><Relationship Id="rId2" Type="http://schemas.openxmlformats.org/officeDocument/2006/relationships/tags" Target="../tags/tag135.xml"/><Relationship Id="rId1" Type="http://schemas.openxmlformats.org/officeDocument/2006/relationships/tags" Target="../tags/tag13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38.xml"/><Relationship Id="rId4" Type="http://schemas.openxmlformats.org/officeDocument/2006/relationships/tags" Target="../tags/tag137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40.xml"/><Relationship Id="rId1" Type="http://schemas.openxmlformats.org/officeDocument/2006/relationships/tags" Target="../tags/tag139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42.xml"/><Relationship Id="rId1" Type="http://schemas.openxmlformats.org/officeDocument/2006/relationships/tags" Target="../tags/tag14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44.xml"/><Relationship Id="rId1" Type="http://schemas.openxmlformats.org/officeDocument/2006/relationships/tags" Target="../tags/tag14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5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3.xml"/><Relationship Id="rId3" Type="http://schemas.openxmlformats.org/officeDocument/2006/relationships/tags" Target="../tags/tag172.xml"/><Relationship Id="rId7" Type="http://schemas.openxmlformats.org/officeDocument/2006/relationships/tags" Target="../tags/tag176.xml"/><Relationship Id="rId2" Type="http://schemas.openxmlformats.org/officeDocument/2006/relationships/tags" Target="../tags/tag171.xml"/><Relationship Id="rId1" Type="http://schemas.openxmlformats.org/officeDocument/2006/relationships/tags" Target="../tags/tag170.xml"/><Relationship Id="rId6" Type="http://schemas.openxmlformats.org/officeDocument/2006/relationships/tags" Target="../tags/tag175.xml"/><Relationship Id="rId5" Type="http://schemas.openxmlformats.org/officeDocument/2006/relationships/tags" Target="../tags/tag174.xml"/><Relationship Id="rId10" Type="http://schemas.openxmlformats.org/officeDocument/2006/relationships/image" Target="../media/image2.emf"/><Relationship Id="rId4" Type="http://schemas.openxmlformats.org/officeDocument/2006/relationships/tags" Target="../tags/tag173.xml"/><Relationship Id="rId9" Type="http://schemas.openxmlformats.org/officeDocument/2006/relationships/oleObject" Target="../embeddings/oleObject2.bin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3.xml"/><Relationship Id="rId3" Type="http://schemas.openxmlformats.org/officeDocument/2006/relationships/tags" Target="../tags/tag179.xml"/><Relationship Id="rId7" Type="http://schemas.openxmlformats.org/officeDocument/2006/relationships/tags" Target="../tags/tag183.xml"/><Relationship Id="rId2" Type="http://schemas.openxmlformats.org/officeDocument/2006/relationships/tags" Target="../tags/tag178.xml"/><Relationship Id="rId1" Type="http://schemas.openxmlformats.org/officeDocument/2006/relationships/tags" Target="../tags/tag177.xml"/><Relationship Id="rId6" Type="http://schemas.openxmlformats.org/officeDocument/2006/relationships/tags" Target="../tags/tag182.xml"/><Relationship Id="rId5" Type="http://schemas.openxmlformats.org/officeDocument/2006/relationships/tags" Target="../tags/tag181.xml"/><Relationship Id="rId10" Type="http://schemas.openxmlformats.org/officeDocument/2006/relationships/image" Target="../media/image1.emf"/><Relationship Id="rId4" Type="http://schemas.openxmlformats.org/officeDocument/2006/relationships/tags" Target="../tags/tag180.xml"/><Relationship Id="rId9" Type="http://schemas.openxmlformats.org/officeDocument/2006/relationships/oleObject" Target="../embeddings/oleObject3.bin"/></Relationships>
</file>

<file path=ppt/slideLayouts/_rels/slideLayout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tags" Target="../tags/tag186.xml"/><Relationship Id="rId7" Type="http://schemas.openxmlformats.org/officeDocument/2006/relationships/oleObject" Target="../embeddings/oleObject4.bin"/><Relationship Id="rId2" Type="http://schemas.openxmlformats.org/officeDocument/2006/relationships/tags" Target="../tags/tag185.xml"/><Relationship Id="rId1" Type="http://schemas.openxmlformats.org/officeDocument/2006/relationships/tags" Target="../tags/tag184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188.xml"/><Relationship Id="rId4" Type="http://schemas.openxmlformats.org/officeDocument/2006/relationships/tags" Target="../tags/tag187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tags" Target="../tags/tag191.xml"/><Relationship Id="rId2" Type="http://schemas.openxmlformats.org/officeDocument/2006/relationships/tags" Target="../tags/tag190.xml"/><Relationship Id="rId1" Type="http://schemas.openxmlformats.org/officeDocument/2006/relationships/tags" Target="../tags/tag189.xml"/><Relationship Id="rId4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tags" Target="../tags/tag194.xml"/><Relationship Id="rId2" Type="http://schemas.openxmlformats.org/officeDocument/2006/relationships/tags" Target="../tags/tag193.xml"/><Relationship Id="rId1" Type="http://schemas.openxmlformats.org/officeDocument/2006/relationships/tags" Target="../tags/tag192.xml"/><Relationship Id="rId5" Type="http://schemas.openxmlformats.org/officeDocument/2006/relationships/slideMaster" Target="../slideMasters/slideMaster3.xml"/><Relationship Id="rId4" Type="http://schemas.openxmlformats.org/officeDocument/2006/relationships/tags" Target="../tags/tag195.xml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tags" Target="../tags/tag203.xml"/><Relationship Id="rId13" Type="http://schemas.openxmlformats.org/officeDocument/2006/relationships/tags" Target="../tags/tag208.xml"/><Relationship Id="rId3" Type="http://schemas.openxmlformats.org/officeDocument/2006/relationships/tags" Target="../tags/tag198.xml"/><Relationship Id="rId7" Type="http://schemas.openxmlformats.org/officeDocument/2006/relationships/tags" Target="../tags/tag202.xml"/><Relationship Id="rId12" Type="http://schemas.openxmlformats.org/officeDocument/2006/relationships/tags" Target="../tags/tag207.xml"/><Relationship Id="rId2" Type="http://schemas.openxmlformats.org/officeDocument/2006/relationships/tags" Target="../tags/tag197.xml"/><Relationship Id="rId16" Type="http://schemas.openxmlformats.org/officeDocument/2006/relationships/image" Target="../media/image1.emf"/><Relationship Id="rId1" Type="http://schemas.openxmlformats.org/officeDocument/2006/relationships/tags" Target="../tags/tag196.xml"/><Relationship Id="rId6" Type="http://schemas.openxmlformats.org/officeDocument/2006/relationships/tags" Target="../tags/tag201.xml"/><Relationship Id="rId11" Type="http://schemas.openxmlformats.org/officeDocument/2006/relationships/tags" Target="../tags/tag206.xml"/><Relationship Id="rId5" Type="http://schemas.openxmlformats.org/officeDocument/2006/relationships/tags" Target="../tags/tag200.xml"/><Relationship Id="rId15" Type="http://schemas.openxmlformats.org/officeDocument/2006/relationships/oleObject" Target="../embeddings/oleObject5.bin"/><Relationship Id="rId10" Type="http://schemas.openxmlformats.org/officeDocument/2006/relationships/tags" Target="../tags/tag205.xml"/><Relationship Id="rId4" Type="http://schemas.openxmlformats.org/officeDocument/2006/relationships/tags" Target="../tags/tag199.xml"/><Relationship Id="rId9" Type="http://schemas.openxmlformats.org/officeDocument/2006/relationships/tags" Target="../tags/tag204.xml"/><Relationship Id="rId14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8" Type="http://schemas.openxmlformats.org/officeDocument/2006/relationships/tags" Target="../tags/tag216.xml"/><Relationship Id="rId13" Type="http://schemas.openxmlformats.org/officeDocument/2006/relationships/tags" Target="../tags/tag221.xml"/><Relationship Id="rId3" Type="http://schemas.openxmlformats.org/officeDocument/2006/relationships/tags" Target="../tags/tag211.xml"/><Relationship Id="rId7" Type="http://schemas.openxmlformats.org/officeDocument/2006/relationships/tags" Target="../tags/tag215.xml"/><Relationship Id="rId12" Type="http://schemas.openxmlformats.org/officeDocument/2006/relationships/tags" Target="../tags/tag220.xml"/><Relationship Id="rId2" Type="http://schemas.openxmlformats.org/officeDocument/2006/relationships/tags" Target="../tags/tag210.xml"/><Relationship Id="rId16" Type="http://schemas.openxmlformats.org/officeDocument/2006/relationships/image" Target="../media/image1.emf"/><Relationship Id="rId1" Type="http://schemas.openxmlformats.org/officeDocument/2006/relationships/tags" Target="../tags/tag209.xml"/><Relationship Id="rId6" Type="http://schemas.openxmlformats.org/officeDocument/2006/relationships/tags" Target="../tags/tag214.xml"/><Relationship Id="rId11" Type="http://schemas.openxmlformats.org/officeDocument/2006/relationships/tags" Target="../tags/tag219.xml"/><Relationship Id="rId5" Type="http://schemas.openxmlformats.org/officeDocument/2006/relationships/tags" Target="../tags/tag213.xml"/><Relationship Id="rId15" Type="http://schemas.openxmlformats.org/officeDocument/2006/relationships/oleObject" Target="../embeddings/oleObject6.bin"/><Relationship Id="rId10" Type="http://schemas.openxmlformats.org/officeDocument/2006/relationships/tags" Target="../tags/tag218.xml"/><Relationship Id="rId4" Type="http://schemas.openxmlformats.org/officeDocument/2006/relationships/tags" Target="../tags/tag212.xml"/><Relationship Id="rId9" Type="http://schemas.openxmlformats.org/officeDocument/2006/relationships/tags" Target="../tags/tag217.xml"/><Relationship Id="rId14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8" Type="http://schemas.openxmlformats.org/officeDocument/2006/relationships/tags" Target="../tags/tag229.xml"/><Relationship Id="rId13" Type="http://schemas.openxmlformats.org/officeDocument/2006/relationships/tags" Target="../tags/tag234.xml"/><Relationship Id="rId3" Type="http://schemas.openxmlformats.org/officeDocument/2006/relationships/tags" Target="../tags/tag224.xml"/><Relationship Id="rId7" Type="http://schemas.openxmlformats.org/officeDocument/2006/relationships/tags" Target="../tags/tag228.xml"/><Relationship Id="rId12" Type="http://schemas.openxmlformats.org/officeDocument/2006/relationships/tags" Target="../tags/tag233.xml"/><Relationship Id="rId17" Type="http://schemas.openxmlformats.org/officeDocument/2006/relationships/image" Target="../media/image1.emf"/><Relationship Id="rId2" Type="http://schemas.openxmlformats.org/officeDocument/2006/relationships/tags" Target="../tags/tag223.xml"/><Relationship Id="rId16" Type="http://schemas.openxmlformats.org/officeDocument/2006/relationships/oleObject" Target="../embeddings/oleObject7.bin"/><Relationship Id="rId1" Type="http://schemas.openxmlformats.org/officeDocument/2006/relationships/tags" Target="../tags/tag222.xml"/><Relationship Id="rId6" Type="http://schemas.openxmlformats.org/officeDocument/2006/relationships/tags" Target="../tags/tag227.xml"/><Relationship Id="rId11" Type="http://schemas.openxmlformats.org/officeDocument/2006/relationships/tags" Target="../tags/tag232.xml"/><Relationship Id="rId5" Type="http://schemas.openxmlformats.org/officeDocument/2006/relationships/tags" Target="../tags/tag226.xml"/><Relationship Id="rId15" Type="http://schemas.openxmlformats.org/officeDocument/2006/relationships/slideMaster" Target="../slideMasters/slideMaster3.xml"/><Relationship Id="rId10" Type="http://schemas.openxmlformats.org/officeDocument/2006/relationships/tags" Target="../tags/tag231.xml"/><Relationship Id="rId4" Type="http://schemas.openxmlformats.org/officeDocument/2006/relationships/tags" Target="../tags/tag225.xml"/><Relationship Id="rId9" Type="http://schemas.openxmlformats.org/officeDocument/2006/relationships/tags" Target="../tags/tag230.xml"/><Relationship Id="rId14" Type="http://schemas.openxmlformats.org/officeDocument/2006/relationships/tags" Target="../tags/tag235.xml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tags" Target="../tags/tag243.xml"/><Relationship Id="rId13" Type="http://schemas.openxmlformats.org/officeDocument/2006/relationships/tags" Target="../tags/tag248.xml"/><Relationship Id="rId3" Type="http://schemas.openxmlformats.org/officeDocument/2006/relationships/tags" Target="../tags/tag238.xml"/><Relationship Id="rId7" Type="http://schemas.openxmlformats.org/officeDocument/2006/relationships/tags" Target="../tags/tag242.xml"/><Relationship Id="rId12" Type="http://schemas.openxmlformats.org/officeDocument/2006/relationships/tags" Target="../tags/tag247.xml"/><Relationship Id="rId17" Type="http://schemas.openxmlformats.org/officeDocument/2006/relationships/image" Target="../media/image1.emf"/><Relationship Id="rId2" Type="http://schemas.openxmlformats.org/officeDocument/2006/relationships/tags" Target="../tags/tag237.xml"/><Relationship Id="rId16" Type="http://schemas.openxmlformats.org/officeDocument/2006/relationships/oleObject" Target="../embeddings/oleObject7.bin"/><Relationship Id="rId1" Type="http://schemas.openxmlformats.org/officeDocument/2006/relationships/tags" Target="../tags/tag236.xml"/><Relationship Id="rId6" Type="http://schemas.openxmlformats.org/officeDocument/2006/relationships/tags" Target="../tags/tag241.xml"/><Relationship Id="rId11" Type="http://schemas.openxmlformats.org/officeDocument/2006/relationships/tags" Target="../tags/tag246.xml"/><Relationship Id="rId5" Type="http://schemas.openxmlformats.org/officeDocument/2006/relationships/tags" Target="../tags/tag240.xml"/><Relationship Id="rId15" Type="http://schemas.openxmlformats.org/officeDocument/2006/relationships/slideMaster" Target="../slideMasters/slideMaster3.xml"/><Relationship Id="rId10" Type="http://schemas.openxmlformats.org/officeDocument/2006/relationships/tags" Target="../tags/tag245.xml"/><Relationship Id="rId4" Type="http://schemas.openxmlformats.org/officeDocument/2006/relationships/tags" Target="../tags/tag239.xml"/><Relationship Id="rId9" Type="http://schemas.openxmlformats.org/officeDocument/2006/relationships/tags" Target="../tags/tag244.xml"/><Relationship Id="rId14" Type="http://schemas.openxmlformats.org/officeDocument/2006/relationships/tags" Target="../tags/tag249.xml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tags" Target="../tags/tag257.xml"/><Relationship Id="rId13" Type="http://schemas.openxmlformats.org/officeDocument/2006/relationships/tags" Target="../tags/tag262.xml"/><Relationship Id="rId3" Type="http://schemas.openxmlformats.org/officeDocument/2006/relationships/tags" Target="../tags/tag252.xml"/><Relationship Id="rId7" Type="http://schemas.openxmlformats.org/officeDocument/2006/relationships/tags" Target="../tags/tag256.xml"/><Relationship Id="rId12" Type="http://schemas.openxmlformats.org/officeDocument/2006/relationships/tags" Target="../tags/tag261.xml"/><Relationship Id="rId17" Type="http://schemas.openxmlformats.org/officeDocument/2006/relationships/image" Target="../media/image4.emf"/><Relationship Id="rId2" Type="http://schemas.openxmlformats.org/officeDocument/2006/relationships/tags" Target="../tags/tag251.xml"/><Relationship Id="rId16" Type="http://schemas.openxmlformats.org/officeDocument/2006/relationships/oleObject" Target="../embeddings/oleObject8.bin"/><Relationship Id="rId1" Type="http://schemas.openxmlformats.org/officeDocument/2006/relationships/tags" Target="../tags/tag250.xml"/><Relationship Id="rId6" Type="http://schemas.openxmlformats.org/officeDocument/2006/relationships/tags" Target="../tags/tag255.xml"/><Relationship Id="rId11" Type="http://schemas.openxmlformats.org/officeDocument/2006/relationships/tags" Target="../tags/tag260.xml"/><Relationship Id="rId5" Type="http://schemas.openxmlformats.org/officeDocument/2006/relationships/tags" Target="../tags/tag254.xml"/><Relationship Id="rId15" Type="http://schemas.openxmlformats.org/officeDocument/2006/relationships/slideMaster" Target="../slideMasters/slideMaster3.xml"/><Relationship Id="rId10" Type="http://schemas.openxmlformats.org/officeDocument/2006/relationships/tags" Target="../tags/tag259.xml"/><Relationship Id="rId4" Type="http://schemas.openxmlformats.org/officeDocument/2006/relationships/tags" Target="../tags/tag253.xml"/><Relationship Id="rId9" Type="http://schemas.openxmlformats.org/officeDocument/2006/relationships/tags" Target="../tags/tag258.xml"/><Relationship Id="rId14" Type="http://schemas.openxmlformats.org/officeDocument/2006/relationships/tags" Target="../tags/tag263.xml"/></Relationships>
</file>

<file path=ppt/slideLayouts/_rels/slideLayout41.xml.rels><?xml version="1.0" encoding="UTF-8" standalone="yes"?>
<Relationships xmlns="http://schemas.openxmlformats.org/package/2006/relationships"><Relationship Id="rId8" Type="http://schemas.openxmlformats.org/officeDocument/2006/relationships/tags" Target="../tags/tag271.xml"/><Relationship Id="rId13" Type="http://schemas.openxmlformats.org/officeDocument/2006/relationships/tags" Target="../tags/tag276.xml"/><Relationship Id="rId3" Type="http://schemas.openxmlformats.org/officeDocument/2006/relationships/tags" Target="../tags/tag266.xml"/><Relationship Id="rId7" Type="http://schemas.openxmlformats.org/officeDocument/2006/relationships/tags" Target="../tags/tag270.xml"/><Relationship Id="rId12" Type="http://schemas.openxmlformats.org/officeDocument/2006/relationships/tags" Target="../tags/tag275.xml"/><Relationship Id="rId2" Type="http://schemas.openxmlformats.org/officeDocument/2006/relationships/tags" Target="../tags/tag265.xml"/><Relationship Id="rId16" Type="http://schemas.openxmlformats.org/officeDocument/2006/relationships/image" Target="../media/image1.emf"/><Relationship Id="rId1" Type="http://schemas.openxmlformats.org/officeDocument/2006/relationships/tags" Target="../tags/tag264.xml"/><Relationship Id="rId6" Type="http://schemas.openxmlformats.org/officeDocument/2006/relationships/tags" Target="../tags/tag269.xml"/><Relationship Id="rId11" Type="http://schemas.openxmlformats.org/officeDocument/2006/relationships/tags" Target="../tags/tag274.xml"/><Relationship Id="rId5" Type="http://schemas.openxmlformats.org/officeDocument/2006/relationships/tags" Target="../tags/tag268.xml"/><Relationship Id="rId15" Type="http://schemas.openxmlformats.org/officeDocument/2006/relationships/oleObject" Target="../embeddings/oleObject9.bin"/><Relationship Id="rId10" Type="http://schemas.openxmlformats.org/officeDocument/2006/relationships/tags" Target="../tags/tag273.xml"/><Relationship Id="rId4" Type="http://schemas.openxmlformats.org/officeDocument/2006/relationships/tags" Target="../tags/tag267.xml"/><Relationship Id="rId9" Type="http://schemas.openxmlformats.org/officeDocument/2006/relationships/tags" Target="../tags/tag272.xml"/><Relationship Id="rId14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tags" Target="../tags/tag279.xml"/><Relationship Id="rId2" Type="http://schemas.openxmlformats.org/officeDocument/2006/relationships/tags" Target="../tags/tag278.xml"/><Relationship Id="rId1" Type="http://schemas.openxmlformats.org/officeDocument/2006/relationships/tags" Target="../tags/tag277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0.bin"/><Relationship Id="rId4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tags" Target="../tags/tag282.xml"/><Relationship Id="rId7" Type="http://schemas.openxmlformats.org/officeDocument/2006/relationships/oleObject" Target="../embeddings/oleObject11.bin"/><Relationship Id="rId2" Type="http://schemas.openxmlformats.org/officeDocument/2006/relationships/tags" Target="../tags/tag281.xml"/><Relationship Id="rId1" Type="http://schemas.openxmlformats.org/officeDocument/2006/relationships/tags" Target="../tags/tag280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284.xml"/><Relationship Id="rId4" Type="http://schemas.openxmlformats.org/officeDocument/2006/relationships/tags" Target="../tags/tag283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286.xml"/><Relationship Id="rId1" Type="http://schemas.openxmlformats.org/officeDocument/2006/relationships/tags" Target="../tags/tag285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288.xml"/><Relationship Id="rId1" Type="http://schemas.openxmlformats.org/officeDocument/2006/relationships/tags" Target="../tags/tag287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12.bin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290.xml"/><Relationship Id="rId1" Type="http://schemas.openxmlformats.org/officeDocument/2006/relationships/tags" Target="../tags/tag289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292.xml"/><Relationship Id="rId1" Type="http://schemas.openxmlformats.org/officeDocument/2006/relationships/tags" Target="../tags/tag29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29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29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rontp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16EA533F-94AF-4D02-A54D-267AD6DA2E6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164693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44" imgH="344" progId="TCLayout.ActiveDocument.1">
                  <p:embed/>
                </p:oleObj>
              </mc:Choice>
              <mc:Fallback>
                <p:oleObj name="think-cell Slide" r:id="rId9" imgW="344" imgH="344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16EA533F-94AF-4D02-A54D-267AD6DA2E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C54CE3BD-55D7-42CB-8D9D-17E2A0D7458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3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bg2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solidFill>
            <a:schemeClr val="tx1"/>
          </a:solidFill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bg2"/>
                </a:solidFill>
              </a:defRPr>
            </a:lvl1pPr>
          </a:lstStyle>
          <a:p>
            <a:r>
              <a:rPr lang="en-US"/>
              <a:t>Click to change Master title style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C0D3CBF4-D047-32CB-A092-652CAC857033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20190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8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290505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8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7" hidden="1">
            <a:extLst>
              <a:ext uri="{FF2B5EF4-FFF2-40B4-BE49-F238E27FC236}">
                <a16:creationId xmlns:a16="http://schemas.microsoft.com/office/drawing/2014/main" id="{9F741700-5035-4E61-A4AC-1B3C7AE220D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355092"/>
            <a:ext cx="11082528" cy="731520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991908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2279F3A-E785-A817-A43D-2AB5BBAC0C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7772400" imgH="10058400" progId="TCLayout.ActiveDocument.1">
                  <p:embed/>
                </p:oleObj>
              </mc:Choice>
              <mc:Fallback>
                <p:oleObj name="think-cell Slide" r:id="rId7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2279F3A-E785-A817-A43D-2AB5BBAC0C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360680" y="6498754"/>
            <a:ext cx="4007104" cy="123111"/>
          </a:xfrm>
        </p:spPr>
        <p:txBody>
          <a:bodyPr wrap="square" anchor="ctr" anchorCtr="0">
            <a:spAutoFit/>
          </a:bodyPr>
          <a:lstStyle>
            <a:lvl1pPr algn="l">
              <a:defRPr sz="800">
                <a:latin typeface="+mn-lt"/>
              </a:defRPr>
            </a:lvl1pPr>
          </a:lstStyle>
          <a:p>
            <a:pPr lvl="0"/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241308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39AA1C-8AF6-0C30-9D0C-FF36AAB19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2936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95533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753238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13" imgH="416" progId="TCLayout.ActiveDocument.1">
                  <p:embed/>
                </p:oleObj>
              </mc:Choice>
              <mc:Fallback>
                <p:oleObj name="think-cell Slide" r:id="rId15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6FAC554-F995-4246-BE36-413D2200D98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>
                  <a:lumMod val="8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11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2828798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383999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13" imgH="416" progId="TCLayout.ActiveDocument.1">
                  <p:embed/>
                </p:oleObj>
              </mc:Choice>
              <mc:Fallback>
                <p:oleObj name="think-cell Slide" r:id="rId15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2D2E0F6-5BB5-47A0-8E4A-CD4E6673B19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11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640376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290617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413" imgH="416" progId="TCLayout.ActiveDocument.1">
                  <p:embed/>
                </p:oleObj>
              </mc:Choice>
              <mc:Fallback>
                <p:oleObj name="think-cell Slide" r:id="rId16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 userDrawn="1">
            <p:custDataLst>
              <p:tags r:id="rId10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2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/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2722660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290617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413" imgH="416" progId="TCLayout.ActiveDocument.1">
                  <p:embed/>
                </p:oleObj>
              </mc:Choice>
              <mc:Fallback>
                <p:oleObj name="think-cell Slide" r:id="rId16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 userDrawn="1">
            <p:custDataLst>
              <p:tags r:id="rId8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 userDrawn="1">
            <p:custDataLst>
              <p:tags r:id="rId10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2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/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765167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795370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572" imgH="588" progId="TCLayout.ActiveDocument.1">
                  <p:embed/>
                </p:oleObj>
              </mc:Choice>
              <mc:Fallback>
                <p:oleObj name="think-cell Slide" r:id="rId16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8F8ABD0-305F-4DFC-AC60-1FB7BB1683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 userDrawn="1">
            <p:custDataLst>
              <p:tags r:id="rId10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12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2805448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815643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13" imgH="416" progId="TCLayout.ActiveDocument.1">
                  <p:embed/>
                </p:oleObj>
              </mc:Choice>
              <mc:Fallback>
                <p:oleObj name="think-cell Slide" r:id="rId15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  <a:sym typeface="Georgia" panose="02040502050405020303" pitchFamily="18" charset="0"/>
            </a:endParaRPr>
          </a:p>
        </p:txBody>
      </p:sp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1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8170421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32E4BA7-205B-4431-879A-B60A0FD6D20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44" imgH="344" progId="TCLayout.ActiveDocument.1">
                  <p:embed/>
                </p:oleObj>
              </mc:Choice>
              <mc:Fallback>
                <p:oleObj name="think-cell Slide" r:id="rId5" imgW="344" imgH="34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32E4BA7-205B-4431-879A-B60A0FD6D2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3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logo goes here.</a:t>
            </a:r>
          </a:p>
        </p:txBody>
      </p:sp>
    </p:spTree>
    <p:extLst>
      <p:ext uri="{BB962C8B-B14F-4D97-AF65-F5344CB8AC3E}">
        <p14:creationId xmlns:p14="http://schemas.microsoft.com/office/powerpoint/2010/main" val="28973296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er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10C5396-A74C-51C3-AEC5-D35E7FDD26A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0000826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7772400" imgH="10058400" progId="TCLayout.ActiveDocument.1">
                  <p:embed/>
                </p:oleObj>
              </mc:Choice>
              <mc:Fallback>
                <p:oleObj name="think-cell Slide" r:id="rId7" imgW="7772400" imgH="1005840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10C5396-A74C-51C3-AEC5-D35E7FDD26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4580468"/>
            <a:ext cx="11082528" cy="677108"/>
          </a:xfrm>
        </p:spPr>
        <p:txBody>
          <a:bodyPr vert="horz"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B5FB0D-5CC7-9318-47B3-B932C5E0C6E2}"/>
              </a:ext>
            </a:extLst>
          </p:cNvPr>
          <p:cNvSpPr txBox="1"/>
          <p:nvPr userDrawn="1"/>
        </p:nvSpPr>
        <p:spPr>
          <a:xfrm>
            <a:off x="1843088" y="-80010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/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51CB7D96-238D-424E-1A92-C27F075F834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3632175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Title and Conte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7"/>
          <p:cNvSpPr txBox="1">
            <a:spLocks noGrp="1"/>
          </p:cNvSpPr>
          <p:nvPr>
            <p:ph type="title"/>
          </p:nvPr>
        </p:nvSpPr>
        <p:spPr>
          <a:xfrm>
            <a:off x="467806" y="365126"/>
            <a:ext cx="11173331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7"/>
          <p:cNvSpPr txBox="1">
            <a:spLocks noGrp="1"/>
          </p:cNvSpPr>
          <p:nvPr>
            <p:ph type="body" idx="1"/>
          </p:nvPr>
        </p:nvSpPr>
        <p:spPr>
          <a:xfrm>
            <a:off x="569118" y="1400032"/>
            <a:ext cx="11072019" cy="4829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3771A5E6-4EA7-C278-CF9B-197E6937D3F5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8B23C019-3D76-9585-DF94-4D39967D422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41771705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userDrawn="1">
  <p:cSld name="Agenda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0"/>
          <p:cNvSpPr txBox="1">
            <a:spLocks noGrp="1"/>
          </p:cNvSpPr>
          <p:nvPr>
            <p:ph type="title"/>
          </p:nvPr>
        </p:nvSpPr>
        <p:spPr>
          <a:xfrm>
            <a:off x="469838" y="1661489"/>
            <a:ext cx="3004599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0"/>
          <p:cNvSpPr txBox="1">
            <a:spLocks noGrp="1"/>
          </p:cNvSpPr>
          <p:nvPr>
            <p:ph type="body" idx="1"/>
          </p:nvPr>
        </p:nvSpPr>
        <p:spPr>
          <a:xfrm>
            <a:off x="4991582" y="1661489"/>
            <a:ext cx="6649556" cy="4446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D2CA4751-B1D3-6C52-458C-3874A5CCDA6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17B1F91A-8608-5996-6EE2-52B576CD4117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08014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userDrawn="1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1"/>
          <p:cNvSpPr txBox="1">
            <a:spLocks noGrp="1"/>
          </p:cNvSpPr>
          <p:nvPr>
            <p:ph type="title"/>
          </p:nvPr>
        </p:nvSpPr>
        <p:spPr>
          <a:xfrm>
            <a:off x="467806" y="365126"/>
            <a:ext cx="11173331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280E36D8-9727-3A66-B568-44AB140574CA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0649F191-C694-FE89-7416-DE67666A6CAC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9722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05DDE-08ED-4939-B42D-FCE998A24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D3418-51D4-5391-448E-744257B6D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9CD5BD8-2663-9BE4-201E-456E71D4564A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40555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1_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1"/>
          <p:cNvSpPr txBox="1">
            <a:spLocks noGrp="1"/>
          </p:cNvSpPr>
          <p:nvPr>
            <p:ph type="title"/>
          </p:nvPr>
        </p:nvSpPr>
        <p:spPr>
          <a:xfrm>
            <a:off x="467806" y="365126"/>
            <a:ext cx="11173331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D26A8D4C-8114-AAF3-B69E-60AB80EB26DE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67001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1EC11-3BB4-5CD5-B5D8-F851882A7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76427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F6E7C-C443-DA8C-7AE7-98BBB85404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62E517-5932-455D-5DCF-E3584965D5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18647-6FE3-E631-D545-260615BD4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EEE09-68BD-4499-9EE4-DE5DF8CE7CC5}" type="datetimeFigureOut">
              <a:rPr lang="de-DE" smtClean="0"/>
              <a:t>26.09.2025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4D7021-C5E4-A51C-4A02-219E95A0A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B11473-805E-3AA0-E47F-C6B73DA8C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E4E82-220D-4AC2-876C-3A7ED49B49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74994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732C9-C1A0-1F73-E02B-B72AA2670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0B205-9FC6-E0AB-8BDE-E3C1B390BC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388C4-BC4D-FF44-9862-4AC9E1590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EEE09-68BD-4499-9EE4-DE5DF8CE7CC5}" type="datetimeFigureOut">
              <a:rPr lang="de-DE" smtClean="0"/>
              <a:t>26.09.2025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08FD0-4033-8F81-0329-0FA9B3048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6A698-3717-74F0-F4F0-04D5358C3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E4E82-220D-4AC2-876C-3A7ED49B49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65117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D9FBD-9CA3-1D9E-9335-F731BFF42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0C6D4-C564-6EE3-4908-409A371D1D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A04833-A5AB-AEB6-ADA0-B06FD511D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EEE09-68BD-4499-9EE4-DE5DF8CE7CC5}" type="datetimeFigureOut">
              <a:rPr lang="de-DE" smtClean="0"/>
              <a:t>26.09.2025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1E79C8-39EB-A83B-439B-6D6143137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79DA1A-44D7-D738-72C8-7C5310302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E4E82-220D-4AC2-876C-3A7ED49B49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50772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EC286-23F2-439C-3A6E-439826AD8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FD48C-59C7-9AFF-A0AE-A48CC58B4C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662465-45E2-4913-9080-C245648244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9AC383-6082-E6E7-7297-36933D5B2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EEE09-68BD-4499-9EE4-DE5DF8CE7CC5}" type="datetimeFigureOut">
              <a:rPr lang="de-DE" smtClean="0"/>
              <a:t>26.09.2025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AE7581-778C-7C80-8FDA-A89FA4D88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1801D9-F5CB-407B-13C4-564D1E039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E4E82-220D-4AC2-876C-3A7ED49B49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400183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4DE94-BF51-7059-E7BD-3095D8126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EDB15C-87E4-C5AE-15AE-277EEACDCD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F84737-3E77-89E1-909D-3271DE5D1E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ECA665-6AE5-A96C-C34A-08911519C0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8B7CCD-53D6-D1B5-5E54-2B5FF804B2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058C24-4C59-E132-B979-F62CDDEA9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EEE09-68BD-4499-9EE4-DE5DF8CE7CC5}" type="datetimeFigureOut">
              <a:rPr lang="de-DE" smtClean="0"/>
              <a:t>26.09.2025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124B7A-6440-1AEC-158D-03EC67F50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1D0115-2869-AFE5-0E75-705D9135C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E4E82-220D-4AC2-876C-3A7ED49B49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98897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F9FE5-1CD3-1E35-E7A1-DA27AECD3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6A205A-275F-B2CC-5091-100D86238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EEE09-68BD-4499-9EE4-DE5DF8CE7CC5}" type="datetimeFigureOut">
              <a:rPr lang="de-DE" smtClean="0"/>
              <a:t>26.09.2025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882B83-20D0-8CAF-60BB-3E92F4499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3AED23-313E-0B41-8C22-52796F54E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E4E82-220D-4AC2-876C-3A7ED49B49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59278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91D371-B77A-DB8F-6B0A-C2DB07F93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EEE09-68BD-4499-9EE4-DE5DF8CE7CC5}" type="datetimeFigureOut">
              <a:rPr lang="de-DE" smtClean="0"/>
              <a:t>26.09.2025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15E4CB-7457-1C39-01A3-EBCF14C7D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31D184-51E6-BE5A-5C6B-03E6A42E8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E4E82-220D-4AC2-876C-3A7ED49B49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5933782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DB07B-68D6-D997-2704-B08D9B189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41799-EA36-B52A-90D6-FF0737F329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481FAD-401A-301E-BC8B-D4085E33FE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AB874F-2BA1-E396-D593-130033743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EEE09-68BD-4499-9EE4-DE5DF8CE7CC5}" type="datetimeFigureOut">
              <a:rPr lang="de-DE" smtClean="0"/>
              <a:t>26.09.2025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839A18-6EC3-620E-0B11-C8F76AD75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8C35C9-867A-7C16-4B9D-F9FC224A7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E4E82-220D-4AC2-876C-3A7ED49B49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549457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551B6-202C-3667-21B2-6F8E4D079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27D244-657D-EC1A-140A-99F56B0909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B601DE-BAE5-8B83-4A84-A2EDF76952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F4314B-65F9-AA31-F51F-52DB05A0F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EEE09-68BD-4499-9EE4-DE5DF8CE7CC5}" type="datetimeFigureOut">
              <a:rPr lang="de-DE" smtClean="0"/>
              <a:t>26.09.2025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12B679-BE3C-C876-D4C8-24D031A36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0404E-62AA-5B77-22C1-A9E917956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E4E82-220D-4AC2-876C-3A7ED49B49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7422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D1185-C730-9DFC-E385-1788BFCCB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8C98B4-4807-1168-406F-4903497772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89C429-9C67-5FBD-8366-9F7DF808C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EEE09-68BD-4499-9EE4-DE5DF8CE7CC5}" type="datetimeFigureOut">
              <a:rPr lang="de-DE" smtClean="0"/>
              <a:t>26.09.2025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72DFD-AD2A-7E2D-4D86-CCCB6C28B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EC1A64-C36F-2CF2-1F79-1E22F0A37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E4E82-220D-4AC2-876C-3A7ED49B49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316700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BF0980-A5B8-ADDD-043E-D77CC2A44A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0570AD-3FE9-794C-36BA-676B27538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D92DC9-4E3F-A236-20F5-16994C2AA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EEE09-68BD-4499-9EE4-DE5DF8CE7CC5}" type="datetimeFigureOut">
              <a:rPr lang="de-DE" smtClean="0"/>
              <a:t>26.09.2025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C73972-D4BE-5EA9-E5A2-B075D000D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F23B70-77EF-E0F1-D8BE-077582AD2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E4E82-220D-4AC2-876C-3A7ED49B49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131116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rontp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16EA533F-94AF-4D02-A54D-267AD6DA2E6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44" imgH="344" progId="TCLayout.ActiveDocument.1">
                  <p:embed/>
                </p:oleObj>
              </mc:Choice>
              <mc:Fallback>
                <p:oleObj name="think-cell Slide" r:id="rId9" imgW="344" imgH="344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16EA533F-94AF-4D02-A54D-267AD6DA2E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C54CE3BD-55D7-42CB-8D9D-17E2A0D7458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3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bg2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solidFill>
            <a:schemeClr val="tx1"/>
          </a:solidFill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bg2"/>
                </a:solidFill>
              </a:defRPr>
            </a:lvl1pPr>
          </a:lstStyle>
          <a:p>
            <a:r>
              <a:rPr lang="en-US"/>
              <a:t>Click to change Master title style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C0D3CBF4-D047-32CB-A092-652CAC857033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201907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8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8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7" hidden="1">
            <a:extLst>
              <a:ext uri="{FF2B5EF4-FFF2-40B4-BE49-F238E27FC236}">
                <a16:creationId xmlns:a16="http://schemas.microsoft.com/office/drawing/2014/main" id="{9F741700-5035-4E61-A4AC-1B3C7AE220D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355092"/>
            <a:ext cx="11082528" cy="731520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99190862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2279F3A-E785-A817-A43D-2AB5BBAC0C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7772400" imgH="10058400" progId="TCLayout.ActiveDocument.1">
                  <p:embed/>
                </p:oleObj>
              </mc:Choice>
              <mc:Fallback>
                <p:oleObj name="think-cell Slide" r:id="rId7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2279F3A-E785-A817-A43D-2AB5BBAC0C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360680" y="6498754"/>
            <a:ext cx="4007104" cy="123111"/>
          </a:xfrm>
        </p:spPr>
        <p:txBody>
          <a:bodyPr wrap="square" anchor="ctr" anchorCtr="0">
            <a:spAutoFit/>
          </a:bodyPr>
          <a:lstStyle>
            <a:lvl1pPr algn="l">
              <a:defRPr sz="800">
                <a:latin typeface="+mn-lt"/>
              </a:defRPr>
            </a:lvl1pPr>
          </a:lstStyle>
          <a:p>
            <a:pPr lvl="0"/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24130837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39AA1C-8AF6-0C30-9D0C-FF36AAB19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293698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9553391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13" imgH="416" progId="TCLayout.ActiveDocument.1">
                  <p:embed/>
                </p:oleObj>
              </mc:Choice>
              <mc:Fallback>
                <p:oleObj name="think-cell Slide" r:id="rId15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6FAC554-F995-4246-BE36-413D2200D98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>
                  <a:lumMod val="8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11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282879893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13" imgH="416" progId="TCLayout.ActiveDocument.1">
                  <p:embed/>
                </p:oleObj>
              </mc:Choice>
              <mc:Fallback>
                <p:oleObj name="think-cell Slide" r:id="rId15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2D2E0F6-5BB5-47A0-8E4A-CD4E6673B19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11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64037655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413" imgH="416" progId="TCLayout.ActiveDocument.1">
                  <p:embed/>
                </p:oleObj>
              </mc:Choice>
              <mc:Fallback>
                <p:oleObj name="think-cell Slide" r:id="rId16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 userDrawn="1">
            <p:custDataLst>
              <p:tags r:id="rId10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2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/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272266086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413" imgH="416" progId="TCLayout.ActiveDocument.1">
                  <p:embed/>
                </p:oleObj>
              </mc:Choice>
              <mc:Fallback>
                <p:oleObj name="think-cell Slide" r:id="rId16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 userDrawn="1">
            <p:custDataLst>
              <p:tags r:id="rId8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 userDrawn="1">
            <p:custDataLst>
              <p:tags r:id="rId10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2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/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76516750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572" imgH="588" progId="TCLayout.ActiveDocument.1">
                  <p:embed/>
                </p:oleObj>
              </mc:Choice>
              <mc:Fallback>
                <p:oleObj name="think-cell Slide" r:id="rId16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8F8ABD0-305F-4DFC-AC60-1FB7BB1683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 userDrawn="1">
            <p:custDataLst>
              <p:tags r:id="rId10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12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280544851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13" imgH="416" progId="TCLayout.ActiveDocument.1">
                  <p:embed/>
                </p:oleObj>
              </mc:Choice>
              <mc:Fallback>
                <p:oleObj name="think-cell Slide" r:id="rId15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  <a:sym typeface="Georgia" panose="02040502050405020303" pitchFamily="18" charset="0"/>
            </a:endParaRPr>
          </a:p>
        </p:txBody>
      </p:sp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1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81704215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32E4BA7-205B-4431-879A-B60A0FD6D20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44" imgH="344" progId="TCLayout.ActiveDocument.1">
                  <p:embed/>
                </p:oleObj>
              </mc:Choice>
              <mc:Fallback>
                <p:oleObj name="think-cell Slide" r:id="rId5" imgW="344" imgH="34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32E4BA7-205B-4431-879A-B60A0FD6D2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3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logo goes here.</a:t>
            </a:r>
          </a:p>
        </p:txBody>
      </p:sp>
    </p:spTree>
    <p:extLst>
      <p:ext uri="{BB962C8B-B14F-4D97-AF65-F5344CB8AC3E}">
        <p14:creationId xmlns:p14="http://schemas.microsoft.com/office/powerpoint/2010/main" val="289732963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er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10C5396-A74C-51C3-AEC5-D35E7FDD26A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7772400" imgH="10058400" progId="TCLayout.ActiveDocument.1">
                  <p:embed/>
                </p:oleObj>
              </mc:Choice>
              <mc:Fallback>
                <p:oleObj name="think-cell Slide" r:id="rId7" imgW="7772400" imgH="1005840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10C5396-A74C-51C3-AEC5-D35E7FDD26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4580468"/>
            <a:ext cx="11082528" cy="677108"/>
          </a:xfrm>
        </p:spPr>
        <p:txBody>
          <a:bodyPr vert="horz"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B5FB0D-5CC7-9318-47B3-B932C5E0C6E2}"/>
              </a:ext>
            </a:extLst>
          </p:cNvPr>
          <p:cNvSpPr txBox="1"/>
          <p:nvPr userDrawn="1"/>
        </p:nvSpPr>
        <p:spPr>
          <a:xfrm>
            <a:off x="1843088" y="-80010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/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51CB7D96-238D-424E-1A92-C27F075F834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36321750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Title and Conte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7"/>
          <p:cNvSpPr txBox="1">
            <a:spLocks noGrp="1"/>
          </p:cNvSpPr>
          <p:nvPr>
            <p:ph type="title"/>
          </p:nvPr>
        </p:nvSpPr>
        <p:spPr>
          <a:xfrm>
            <a:off x="467806" y="365126"/>
            <a:ext cx="11173331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7"/>
          <p:cNvSpPr txBox="1">
            <a:spLocks noGrp="1"/>
          </p:cNvSpPr>
          <p:nvPr>
            <p:ph type="body" idx="1"/>
          </p:nvPr>
        </p:nvSpPr>
        <p:spPr>
          <a:xfrm>
            <a:off x="569118" y="1400032"/>
            <a:ext cx="11072019" cy="4829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3771A5E6-4EA7-C278-CF9B-197E6937D3F5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8B23C019-3D76-9585-DF94-4D39967D422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417717058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userDrawn="1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8EA2B47-10D4-7DBD-8DB4-FE8BB18230A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8EA2B47-10D4-7DBD-8DB4-FE8BB18230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251045C4-024B-CA7B-E270-32B5FE04C1F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14820582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userDrawn="1">
  <p:cSld name="Agenda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0"/>
          <p:cNvSpPr txBox="1">
            <a:spLocks noGrp="1"/>
          </p:cNvSpPr>
          <p:nvPr>
            <p:ph type="title"/>
          </p:nvPr>
        </p:nvSpPr>
        <p:spPr>
          <a:xfrm>
            <a:off x="469838" y="1661489"/>
            <a:ext cx="3004599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0"/>
          <p:cNvSpPr txBox="1">
            <a:spLocks noGrp="1"/>
          </p:cNvSpPr>
          <p:nvPr>
            <p:ph type="body" idx="1"/>
          </p:nvPr>
        </p:nvSpPr>
        <p:spPr>
          <a:xfrm>
            <a:off x="4991582" y="1661489"/>
            <a:ext cx="6649556" cy="4446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D2CA4751-B1D3-6C52-458C-3874A5CCDA6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17B1F91A-8608-5996-6EE2-52B576CD4117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080144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userDrawn="1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1"/>
          <p:cNvSpPr txBox="1">
            <a:spLocks noGrp="1"/>
          </p:cNvSpPr>
          <p:nvPr>
            <p:ph type="title"/>
          </p:nvPr>
        </p:nvSpPr>
        <p:spPr>
          <a:xfrm>
            <a:off x="467806" y="365126"/>
            <a:ext cx="11173331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280E36D8-9727-3A66-B568-44AB140574CA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0649F191-C694-FE89-7416-DE67666A6CAC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97224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05DDE-08ED-4939-B42D-FCE998A24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D3418-51D4-5391-448E-744257B6D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9CD5BD8-2663-9BE4-201E-456E71D4564A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405550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1_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1"/>
          <p:cNvSpPr txBox="1">
            <a:spLocks noGrp="1"/>
          </p:cNvSpPr>
          <p:nvPr>
            <p:ph type="title"/>
          </p:nvPr>
        </p:nvSpPr>
        <p:spPr>
          <a:xfrm>
            <a:off x="467806" y="365126"/>
            <a:ext cx="11173331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D26A8D4C-8114-AAF3-B69E-60AB80EB26DE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670017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1EC11-3BB4-5CD5-B5D8-F851882A7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7642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ags" Target="../tags/tag6.xml"/><Relationship Id="rId39" Type="http://schemas.openxmlformats.org/officeDocument/2006/relationships/tags" Target="../tags/tag19.xml"/><Relationship Id="rId21" Type="http://schemas.openxmlformats.org/officeDocument/2006/relationships/tags" Target="../tags/tag1.xml"/><Relationship Id="rId34" Type="http://schemas.openxmlformats.org/officeDocument/2006/relationships/tags" Target="../tags/tag14.xml"/><Relationship Id="rId42" Type="http://schemas.openxmlformats.org/officeDocument/2006/relationships/tags" Target="../tags/tag2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tags" Target="../tags/tag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4.xml"/><Relationship Id="rId32" Type="http://schemas.openxmlformats.org/officeDocument/2006/relationships/tags" Target="../tags/tag12.xml"/><Relationship Id="rId37" Type="http://schemas.openxmlformats.org/officeDocument/2006/relationships/tags" Target="../tags/tag17.xml"/><Relationship Id="rId40" Type="http://schemas.openxmlformats.org/officeDocument/2006/relationships/tags" Target="../tags/tag20.xml"/><Relationship Id="rId45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3.xml"/><Relationship Id="rId28" Type="http://schemas.openxmlformats.org/officeDocument/2006/relationships/tags" Target="../tags/tag8.xml"/><Relationship Id="rId36" Type="http://schemas.openxmlformats.org/officeDocument/2006/relationships/tags" Target="../tags/tag1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ags" Target="../tags/tag11.xml"/><Relationship Id="rId44" Type="http://schemas.openxmlformats.org/officeDocument/2006/relationships/oleObject" Target="../embeddings/oleObject1.bin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2.xml"/><Relationship Id="rId27" Type="http://schemas.openxmlformats.org/officeDocument/2006/relationships/tags" Target="../tags/tag7.xml"/><Relationship Id="rId30" Type="http://schemas.openxmlformats.org/officeDocument/2006/relationships/tags" Target="../tags/tag10.xml"/><Relationship Id="rId35" Type="http://schemas.openxmlformats.org/officeDocument/2006/relationships/tags" Target="../tags/tag15.xml"/><Relationship Id="rId43" Type="http://schemas.openxmlformats.org/officeDocument/2006/relationships/tags" Target="../tags/tag2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ags" Target="../tags/tag5.xml"/><Relationship Id="rId33" Type="http://schemas.openxmlformats.org/officeDocument/2006/relationships/tags" Target="../tags/tag13.xml"/><Relationship Id="rId38" Type="http://schemas.openxmlformats.org/officeDocument/2006/relationships/tags" Target="../tags/tag18.xml"/><Relationship Id="rId20" Type="http://schemas.openxmlformats.org/officeDocument/2006/relationships/theme" Target="../theme/theme1.xml"/><Relationship Id="rId41" Type="http://schemas.openxmlformats.org/officeDocument/2006/relationships/tags" Target="../tags/tag2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3.xml"/><Relationship Id="rId18" Type="http://schemas.openxmlformats.org/officeDocument/2006/relationships/slideLayout" Target="../slideLayouts/slideLayout48.xml"/><Relationship Id="rId26" Type="http://schemas.openxmlformats.org/officeDocument/2006/relationships/tags" Target="../tags/tag151.xml"/><Relationship Id="rId39" Type="http://schemas.openxmlformats.org/officeDocument/2006/relationships/tags" Target="../tags/tag164.xml"/><Relationship Id="rId21" Type="http://schemas.openxmlformats.org/officeDocument/2006/relationships/theme" Target="../theme/theme3.xml"/><Relationship Id="rId34" Type="http://schemas.openxmlformats.org/officeDocument/2006/relationships/tags" Target="../tags/tag159.xml"/><Relationship Id="rId42" Type="http://schemas.openxmlformats.org/officeDocument/2006/relationships/tags" Target="../tags/tag167.xml"/><Relationship Id="rId7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46.xml"/><Relationship Id="rId29" Type="http://schemas.openxmlformats.org/officeDocument/2006/relationships/tags" Target="../tags/tag154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24" Type="http://schemas.openxmlformats.org/officeDocument/2006/relationships/tags" Target="../tags/tag149.xml"/><Relationship Id="rId32" Type="http://schemas.openxmlformats.org/officeDocument/2006/relationships/tags" Target="../tags/tag157.xml"/><Relationship Id="rId37" Type="http://schemas.openxmlformats.org/officeDocument/2006/relationships/tags" Target="../tags/tag162.xml"/><Relationship Id="rId40" Type="http://schemas.openxmlformats.org/officeDocument/2006/relationships/tags" Target="../tags/tag165.xml"/><Relationship Id="rId45" Type="http://schemas.openxmlformats.org/officeDocument/2006/relationships/oleObject" Target="../embeddings/oleObject1.bin"/><Relationship Id="rId5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45.xml"/><Relationship Id="rId23" Type="http://schemas.openxmlformats.org/officeDocument/2006/relationships/tags" Target="../tags/tag148.xml"/><Relationship Id="rId28" Type="http://schemas.openxmlformats.org/officeDocument/2006/relationships/tags" Target="../tags/tag153.xml"/><Relationship Id="rId36" Type="http://schemas.openxmlformats.org/officeDocument/2006/relationships/tags" Target="../tags/tag161.xml"/><Relationship Id="rId10" Type="http://schemas.openxmlformats.org/officeDocument/2006/relationships/slideLayout" Target="../slideLayouts/slideLayout40.xml"/><Relationship Id="rId19" Type="http://schemas.openxmlformats.org/officeDocument/2006/relationships/slideLayout" Target="../slideLayouts/slideLayout49.xml"/><Relationship Id="rId31" Type="http://schemas.openxmlformats.org/officeDocument/2006/relationships/tags" Target="../tags/tag156.xml"/><Relationship Id="rId44" Type="http://schemas.openxmlformats.org/officeDocument/2006/relationships/tags" Target="../tags/tag169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44.xml"/><Relationship Id="rId22" Type="http://schemas.openxmlformats.org/officeDocument/2006/relationships/tags" Target="../tags/tag147.xml"/><Relationship Id="rId27" Type="http://schemas.openxmlformats.org/officeDocument/2006/relationships/tags" Target="../tags/tag152.xml"/><Relationship Id="rId30" Type="http://schemas.openxmlformats.org/officeDocument/2006/relationships/tags" Target="../tags/tag155.xml"/><Relationship Id="rId35" Type="http://schemas.openxmlformats.org/officeDocument/2006/relationships/tags" Target="../tags/tag160.xml"/><Relationship Id="rId43" Type="http://schemas.openxmlformats.org/officeDocument/2006/relationships/tags" Target="../tags/tag168.xml"/><Relationship Id="rId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42.xml"/><Relationship Id="rId17" Type="http://schemas.openxmlformats.org/officeDocument/2006/relationships/slideLayout" Target="../slideLayouts/slideLayout47.xml"/><Relationship Id="rId25" Type="http://schemas.openxmlformats.org/officeDocument/2006/relationships/tags" Target="../tags/tag150.xml"/><Relationship Id="rId33" Type="http://schemas.openxmlformats.org/officeDocument/2006/relationships/tags" Target="../tags/tag158.xml"/><Relationship Id="rId38" Type="http://schemas.openxmlformats.org/officeDocument/2006/relationships/tags" Target="../tags/tag163.xml"/><Relationship Id="rId46" Type="http://schemas.openxmlformats.org/officeDocument/2006/relationships/image" Target="../media/image1.emf"/><Relationship Id="rId20" Type="http://schemas.openxmlformats.org/officeDocument/2006/relationships/slideLayout" Target="../slideLayouts/slideLayout50.xml"/><Relationship Id="rId41" Type="http://schemas.openxmlformats.org/officeDocument/2006/relationships/tags" Target="../tags/tag16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1"/>
            </p:custDataLst>
            <p:extLst>
              <p:ext uri="{D42A27DB-BD31-4B8C-83A1-F6EECF244321}">
                <p14:modId xmlns:p14="http://schemas.microsoft.com/office/powerpoint/2010/main" val="12312782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4" imgW="413" imgH="416" progId="TCLayout.ActiveDocument.1">
                  <p:embed/>
                </p:oleObj>
              </mc:Choice>
              <mc:Fallback>
                <p:oleObj name="think-cell Slide" r:id="rId44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194173E-7BB3-47F4-8EAD-18BFC563F97A}"/>
              </a:ext>
            </a:extLst>
          </p:cNvPr>
          <p:cNvSpPr/>
          <p:nvPr userDrawn="1">
            <p:custDataLst>
              <p:tags r:id="rId2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 userDrawn="1">
            <p:custDataLst>
              <p:tags r:id="rId23"/>
            </p:custDataLst>
          </p:nvPr>
        </p:nvSpPr>
        <p:spPr>
          <a:xfrm>
            <a:off x="8930636" y="6499381"/>
            <a:ext cx="2346796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Frankfurt School of Finance and Management</a:t>
            </a:r>
          </a:p>
        </p:txBody>
      </p:sp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 userDrawn="1">
            <p:custDataLst>
              <p:tags r:id="rId24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 userDrawn="1">
            <p:custDataLst>
              <p:tags r:id="rId25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 userDrawn="1">
            <p:custDataLst>
              <p:tags r:id="rId26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27"/>
            </p:custDataLst>
          </p:nvPr>
        </p:nvSpPr>
        <p:spPr>
          <a:xfrm>
            <a:off x="554736" y="35509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 userDrawn="1">
            <p:custDataLst>
              <p:tags r:id="rId28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29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4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4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30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4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4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31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3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32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33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8910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6" r:id="rId15"/>
    <p:sldLayoutId id="2147483677" r:id="rId16"/>
    <p:sldLayoutId id="2147483678" r:id="rId17"/>
    <p:sldLayoutId id="2147483679" r:id="rId18"/>
    <p:sldLayoutId id="2147483692" r:id="rId19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44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126A91-4BF3-A837-8808-2DAE4A39D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318806-8655-4167-2E16-05AE5702D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795AB-5B67-5155-BCB5-CDA7046C13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7EEE09-68BD-4499-9EE4-DE5DF8CE7CC5}" type="datetimeFigureOut">
              <a:rPr lang="de-DE" smtClean="0"/>
              <a:t>26.09.2025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BD0E2-83AF-30CC-2D48-7EF53246F2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6C1A8-BC88-1D7C-250C-474B728D7B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FE4E82-220D-4AC2-876C-3A7ED49B49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2734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5" imgW="413" imgH="416" progId="TCLayout.ActiveDocument.1">
                  <p:embed/>
                </p:oleObj>
              </mc:Choice>
              <mc:Fallback>
                <p:oleObj name="think-cell Slide" r:id="rId45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194173E-7BB3-47F4-8EAD-18BFC563F97A}"/>
              </a:ext>
            </a:extLst>
          </p:cNvPr>
          <p:cNvSpPr/>
          <p:nvPr userDrawn="1">
            <p:custDataLst>
              <p:tags r:id="rId2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 userDrawn="1">
            <p:custDataLst>
              <p:tags r:id="rId24"/>
            </p:custDataLst>
          </p:nvPr>
        </p:nvSpPr>
        <p:spPr>
          <a:xfrm>
            <a:off x="8930636" y="6499381"/>
            <a:ext cx="2346796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Frankfurt School of Finance and Management</a:t>
            </a:r>
          </a:p>
        </p:txBody>
      </p:sp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 userDrawn="1">
            <p:custDataLst>
              <p:tags r:id="rId25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 userDrawn="1">
            <p:custDataLst>
              <p:tags r:id="rId2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 userDrawn="1">
            <p:custDataLst>
              <p:tags r:id="rId27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28"/>
            </p:custDataLst>
          </p:nvPr>
        </p:nvSpPr>
        <p:spPr>
          <a:xfrm>
            <a:off x="554736" y="35509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 userDrawn="1">
            <p:custDataLst>
              <p:tags r:id="rId29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30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4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4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31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4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4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32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3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4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33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34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8910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  <p:sldLayoutId id="2147483711" r:id="rId18"/>
    <p:sldLayoutId id="2147483712" r:id="rId19"/>
    <p:sldLayoutId id="2147483713" r:id="rId20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44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svg"/><Relationship Id="rId5" Type="http://schemas.openxmlformats.org/officeDocument/2006/relationships/image" Target="../media/image19.sv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microsoft.com/office/2018/10/relationships/comments" Target="../comments/modernComment_7FFFCF63_DB111F08.xml"/><Relationship Id="rId7" Type="http://schemas.openxmlformats.org/officeDocument/2006/relationships/image" Target="../media/image27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95.xml"/><Relationship Id="rId6" Type="http://schemas.openxmlformats.org/officeDocument/2006/relationships/chart" Target="../charts/chart1.xml"/><Relationship Id="rId5" Type="http://schemas.openxmlformats.org/officeDocument/2006/relationships/image" Target="../media/image26.emf"/><Relationship Id="rId10" Type="http://schemas.openxmlformats.org/officeDocument/2006/relationships/image" Target="../media/image30.svg"/><Relationship Id="rId4" Type="http://schemas.openxmlformats.org/officeDocument/2006/relationships/oleObject" Target="../embeddings/oleObject13.bin"/><Relationship Id="rId9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microsoft.com/office/2018/10/relationships/comments" Target="../comments/modernComment_7FFFCF3C_49F4AEE6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utsche-rentenversicherung.de/DRV/DE/Ueber-uns-und-Presse/Presse/Meldungen/2024/240402-wachstumschancengesetz-rentenbesteuerung.html?utm_source=chatgpt.com" TargetMode="Externa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7FFFCF7D_E390282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96.xml"/><Relationship Id="rId4" Type="http://schemas.openxmlformats.org/officeDocument/2006/relationships/image" Target="../media/image26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97.xml"/><Relationship Id="rId4" Type="http://schemas.openxmlformats.org/officeDocument/2006/relationships/image" Target="../media/image26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98.xml"/><Relationship Id="rId4" Type="http://schemas.openxmlformats.org/officeDocument/2006/relationships/image" Target="../media/image26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99.xml"/><Relationship Id="rId4" Type="http://schemas.openxmlformats.org/officeDocument/2006/relationships/image" Target="../media/image26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00.xml"/><Relationship Id="rId4" Type="http://schemas.openxmlformats.org/officeDocument/2006/relationships/image" Target="../media/image26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01.xml"/><Relationship Id="rId4" Type="http://schemas.openxmlformats.org/officeDocument/2006/relationships/image" Target="../media/image26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02.xml"/><Relationship Id="rId4" Type="http://schemas.openxmlformats.org/officeDocument/2006/relationships/image" Target="../media/image26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03.xml"/><Relationship Id="rId4" Type="http://schemas.openxmlformats.org/officeDocument/2006/relationships/image" Target="../media/image26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04.xml"/><Relationship Id="rId4" Type="http://schemas.openxmlformats.org/officeDocument/2006/relationships/image" Target="../media/image26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microsoft.com/office/2018/10/relationships/comments" Target="../comments/modernComment_7FFFCF85_187288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microsoft.com/office/2018/10/relationships/comments" Target="../comments/modernComment_7FFFCF76_5611D00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jpeg"/><Relationship Id="rId3" Type="http://schemas.openxmlformats.org/officeDocument/2006/relationships/image" Target="../media/image66.jpeg"/><Relationship Id="rId7" Type="http://schemas.openxmlformats.org/officeDocument/2006/relationships/image" Target="../media/image7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jpeg"/><Relationship Id="rId5" Type="http://schemas.openxmlformats.org/officeDocument/2006/relationships/image" Target="../media/image68.jpeg"/><Relationship Id="rId4" Type="http://schemas.openxmlformats.org/officeDocument/2006/relationships/image" Target="../media/image67.jpeg"/><Relationship Id="rId9" Type="http://schemas.openxmlformats.org/officeDocument/2006/relationships/image" Target="../media/image72.jpe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"/>
          <p:cNvSpPr txBox="1">
            <a:spLocks noGrp="1"/>
          </p:cNvSpPr>
          <p:nvPr>
            <p:ph type="title"/>
          </p:nvPr>
        </p:nvSpPr>
        <p:spPr>
          <a:xfrm>
            <a:off x="653624" y="325675"/>
            <a:ext cx="3128495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2500"/>
              <a:buFont typeface="Georgia"/>
              <a:buNone/>
            </a:pPr>
            <a:r>
              <a:rPr lang="en-US"/>
              <a:t>Presentation Roadmap</a:t>
            </a:r>
          </a:p>
        </p:txBody>
      </p:sp>
      <p:sp>
        <p:nvSpPr>
          <p:cNvPr id="3" name="Google Shape;194;p2">
            <a:extLst>
              <a:ext uri="{FF2B5EF4-FFF2-40B4-BE49-F238E27FC236}">
                <a16:creationId xmlns:a16="http://schemas.microsoft.com/office/drawing/2014/main" id="{2E7B62A7-8EDC-06F9-8E27-465A1588CEEC}"/>
              </a:ext>
            </a:extLst>
          </p:cNvPr>
          <p:cNvSpPr txBox="1">
            <a:spLocks/>
          </p:cNvSpPr>
          <p:nvPr/>
        </p:nvSpPr>
        <p:spPr>
          <a:xfrm>
            <a:off x="5877557" y="1587811"/>
            <a:ext cx="4395039" cy="444653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457200" lvl="0" indent="-3302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600"/>
              <a:buFont typeface="Segoe UI" panose="020B0502040204020203" pitchFamily="34" charset="0"/>
              <a:buChar char="•"/>
              <a:defRPr sz="1600" b="0" kern="1200">
                <a:solidFill>
                  <a:srgbClr val="171616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914400" lvl="1" indent="-3302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Font typeface="Wingdings" panose="05000000000000000000" pitchFamily="2" charset="2"/>
              <a:buChar char="•"/>
              <a:defRPr sz="1600" b="0" kern="1200">
                <a:solidFill>
                  <a:srgbClr val="171616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371600" lvl="2" indent="-3302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Font typeface="Arial" panose="020B0604020202020204" pitchFamily="34" charset="0"/>
              <a:buChar char="•"/>
              <a:defRPr sz="1600" b="0" kern="1200">
                <a:solidFill>
                  <a:srgbClr val="171616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828800" lvl="3" indent="-3302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Font typeface="Arial" panose="020B0604020202020204" pitchFamily="34" charset="0"/>
              <a:buChar char="•"/>
              <a:defRPr sz="1600" b="0" kern="1200">
                <a:solidFill>
                  <a:srgbClr val="171616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2286000" lvl="4" indent="-3302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Font typeface="Arial" panose="020B0604020202020204" pitchFamily="34" charset="0"/>
              <a:buChar char="•"/>
              <a:defRPr sz="1600" b="0" kern="1200">
                <a:solidFill>
                  <a:srgbClr val="171616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743200" lvl="5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3200400" lvl="6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3657600" lvl="7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4114800" lvl="8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SzPts val="1500"/>
              <a:buAutoNum type="arabicPeriod"/>
            </a:pPr>
            <a:r>
              <a:rPr lang="en-US" sz="1500">
                <a:solidFill>
                  <a:schemeClr val="bg1"/>
                </a:solidFill>
                <a:ea typeface="+mn-lt"/>
                <a:cs typeface="+mn-lt"/>
              </a:rPr>
              <a:t>Client Profile &amp; Needs</a:t>
            </a:r>
            <a:endParaRPr lang="en-US">
              <a:solidFill>
                <a:schemeClr val="bg1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SzPts val="1500"/>
              <a:buAutoNum type="arabicPeriod"/>
            </a:pPr>
            <a:r>
              <a:rPr lang="en-US" sz="1500">
                <a:solidFill>
                  <a:schemeClr val="bg1"/>
                </a:solidFill>
                <a:ea typeface="+mn-lt"/>
                <a:cs typeface="+mn-lt"/>
              </a:rPr>
              <a:t>Macro &amp; Market Context</a:t>
            </a:r>
            <a:endParaRPr lang="en-US" sz="1500">
              <a:solidFill>
                <a:schemeClr val="bg1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SzPts val="1500"/>
              <a:buAutoNum type="arabicPeriod"/>
            </a:pPr>
            <a:r>
              <a:rPr lang="en-US" sz="1500">
                <a:solidFill>
                  <a:schemeClr val="bg1"/>
                </a:solidFill>
                <a:ea typeface="+mn-lt"/>
                <a:cs typeface="+mn-lt"/>
              </a:rPr>
              <a:t>German Statutory Pension Analysis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SzPts val="1500"/>
              <a:buAutoNum type="arabicPeriod"/>
            </a:pPr>
            <a:r>
              <a:rPr lang="de-DE" sz="1500">
                <a:ea typeface="+mn-lt"/>
                <a:cs typeface="+mn-lt"/>
              </a:rPr>
              <a:t>Gap Analysis &amp; Scenario Drivers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SzPts val="1500"/>
              <a:buNone/>
            </a:pPr>
            <a:r>
              <a:rPr lang="de-DE" sz="1500">
                <a:solidFill>
                  <a:schemeClr val="bg1"/>
                </a:solidFill>
                <a:ea typeface="+mn-lt"/>
                <a:cs typeface="+mn-lt"/>
              </a:rPr>
              <a:t>       Investment Instrument Research</a:t>
            </a:r>
            <a:endParaRPr lang="en-US" sz="1500">
              <a:solidFill>
                <a:schemeClr val="bg1"/>
              </a:solidFill>
              <a:cs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SzPts val="1500"/>
              <a:buNone/>
            </a:pPr>
            <a:r>
              <a:rPr lang="en-US" sz="1500">
                <a:solidFill>
                  <a:schemeClr val="bg1"/>
                </a:solidFill>
                <a:cs typeface="Arial"/>
              </a:rPr>
              <a:t>    </a:t>
            </a:r>
            <a:r>
              <a:rPr lang="en-US" sz="1500">
                <a:solidFill>
                  <a:schemeClr val="bg1"/>
                </a:solidFill>
                <a:ea typeface="+mn-lt"/>
                <a:cs typeface="+mn-lt"/>
              </a:rPr>
              <a:t>Investment Strategy Design</a:t>
            </a:r>
            <a:endParaRPr lang="en-US" sz="1500">
              <a:solidFill>
                <a:schemeClr val="bg1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SzPts val="1500"/>
              <a:buAutoNum type="arabicPeriod"/>
            </a:pPr>
            <a:r>
              <a:rPr lang="en-US" sz="1500">
                <a:solidFill>
                  <a:schemeClr val="bg1"/>
                </a:solidFill>
                <a:ea typeface="+mn-lt"/>
                <a:cs typeface="+mn-lt"/>
              </a:rPr>
              <a:t>Proposed Portfolio Glide Path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SzPts val="1500"/>
              <a:buAutoNum type="arabicPeriod"/>
            </a:pPr>
            <a:r>
              <a:rPr lang="en-US" sz="1500">
                <a:solidFill>
                  <a:schemeClr val="bg1"/>
                </a:solidFill>
                <a:ea typeface="+mn-lt"/>
                <a:cs typeface="+mn-lt"/>
              </a:rPr>
              <a:t>Stress Tests &amp; Risk Mitigations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SzPts val="1500"/>
              <a:buAutoNum type="arabicPeriod"/>
            </a:pPr>
            <a:r>
              <a:rPr lang="de-DE" sz="1500">
                <a:ea typeface="+mn-lt"/>
                <a:cs typeface="+mn-lt"/>
              </a:rPr>
              <a:t>Appendix</a:t>
            </a:r>
            <a:endParaRPr lang="en-US" sz="1500">
              <a:solidFill>
                <a:schemeClr val="bg1"/>
              </a:solidFill>
            </a:endParaRPr>
          </a:p>
        </p:txBody>
      </p:sp>
      <p:sp>
        <p:nvSpPr>
          <p:cNvPr id="4" name="Google Shape;195;p2">
            <a:extLst>
              <a:ext uri="{FF2B5EF4-FFF2-40B4-BE49-F238E27FC236}">
                <a16:creationId xmlns:a16="http://schemas.microsoft.com/office/drawing/2014/main" id="{53C194F8-0AED-84EA-3231-46748418DBB9}"/>
              </a:ext>
            </a:extLst>
          </p:cNvPr>
          <p:cNvSpPr/>
          <p:nvPr/>
        </p:nvSpPr>
        <p:spPr>
          <a:xfrm>
            <a:off x="5715557" y="1587811"/>
            <a:ext cx="324000" cy="324000"/>
          </a:xfrm>
          <a:prstGeom prst="ellipse">
            <a:avLst/>
          </a:prstGeom>
          <a:solidFill>
            <a:schemeClr val="bg1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Google Shape;196;p2">
            <a:extLst>
              <a:ext uri="{FF2B5EF4-FFF2-40B4-BE49-F238E27FC236}">
                <a16:creationId xmlns:a16="http://schemas.microsoft.com/office/drawing/2014/main" id="{0CE715A1-0A8F-A779-4179-266ED6611F92}"/>
              </a:ext>
            </a:extLst>
          </p:cNvPr>
          <p:cNvSpPr/>
          <p:nvPr/>
        </p:nvSpPr>
        <p:spPr>
          <a:xfrm>
            <a:off x="5715557" y="2046502"/>
            <a:ext cx="324000" cy="324000"/>
          </a:xfrm>
          <a:prstGeom prst="ellipse">
            <a:avLst/>
          </a:prstGeom>
          <a:solidFill>
            <a:schemeClr val="bg1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2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Google Shape;197;p2">
            <a:extLst>
              <a:ext uri="{FF2B5EF4-FFF2-40B4-BE49-F238E27FC236}">
                <a16:creationId xmlns:a16="http://schemas.microsoft.com/office/drawing/2014/main" id="{5C0BB778-6480-2EBB-8AB1-DA4D7424D623}"/>
              </a:ext>
            </a:extLst>
          </p:cNvPr>
          <p:cNvSpPr/>
          <p:nvPr/>
        </p:nvSpPr>
        <p:spPr>
          <a:xfrm>
            <a:off x="5715557" y="2505193"/>
            <a:ext cx="324000" cy="324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3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Google Shape;198;p2">
            <a:extLst>
              <a:ext uri="{FF2B5EF4-FFF2-40B4-BE49-F238E27FC236}">
                <a16:creationId xmlns:a16="http://schemas.microsoft.com/office/drawing/2014/main" id="{5BDEAD1E-E8F3-D8E0-31ED-D6AAF06A9891}"/>
              </a:ext>
            </a:extLst>
          </p:cNvPr>
          <p:cNvSpPr/>
          <p:nvPr/>
        </p:nvSpPr>
        <p:spPr>
          <a:xfrm>
            <a:off x="5715557" y="3422575"/>
            <a:ext cx="324000" cy="324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5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Google Shape;199;p2">
            <a:extLst>
              <a:ext uri="{FF2B5EF4-FFF2-40B4-BE49-F238E27FC236}">
                <a16:creationId xmlns:a16="http://schemas.microsoft.com/office/drawing/2014/main" id="{A72BC2B8-D447-A4ED-095E-0ACD575A2324}"/>
              </a:ext>
            </a:extLst>
          </p:cNvPr>
          <p:cNvSpPr/>
          <p:nvPr/>
        </p:nvSpPr>
        <p:spPr>
          <a:xfrm>
            <a:off x="5715557" y="3881266"/>
            <a:ext cx="324000" cy="324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6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Google Shape;199;p2">
            <a:extLst>
              <a:ext uri="{FF2B5EF4-FFF2-40B4-BE49-F238E27FC236}">
                <a16:creationId xmlns:a16="http://schemas.microsoft.com/office/drawing/2014/main" id="{8B3DDEEF-5616-1541-4C2E-33DF2AF4E2AC}"/>
              </a:ext>
            </a:extLst>
          </p:cNvPr>
          <p:cNvSpPr/>
          <p:nvPr/>
        </p:nvSpPr>
        <p:spPr>
          <a:xfrm>
            <a:off x="5715557" y="4339957"/>
            <a:ext cx="324000" cy="324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7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Google Shape;197;p2">
            <a:extLst>
              <a:ext uri="{FF2B5EF4-FFF2-40B4-BE49-F238E27FC236}">
                <a16:creationId xmlns:a16="http://schemas.microsoft.com/office/drawing/2014/main" id="{19453132-2E83-6D2D-3D88-4817788A8E36}"/>
              </a:ext>
            </a:extLst>
          </p:cNvPr>
          <p:cNvSpPr/>
          <p:nvPr/>
        </p:nvSpPr>
        <p:spPr>
          <a:xfrm>
            <a:off x="5715557" y="2963884"/>
            <a:ext cx="324000" cy="324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4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Google Shape;199;p2">
            <a:extLst>
              <a:ext uri="{FF2B5EF4-FFF2-40B4-BE49-F238E27FC236}">
                <a16:creationId xmlns:a16="http://schemas.microsoft.com/office/drawing/2014/main" id="{07BC4D9F-E40F-FA90-99E6-682481CBB2C1}"/>
              </a:ext>
            </a:extLst>
          </p:cNvPr>
          <p:cNvSpPr/>
          <p:nvPr/>
        </p:nvSpPr>
        <p:spPr>
          <a:xfrm>
            <a:off x="5715557" y="4798649"/>
            <a:ext cx="324000" cy="324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FFFFFF"/>
                </a:solidFill>
                <a:latin typeface="Arial"/>
                <a:cs typeface="Arial"/>
                <a:sym typeface="Arial"/>
              </a:rPr>
              <a:t>8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Google Shape;199;p2">
            <a:extLst>
              <a:ext uri="{FF2B5EF4-FFF2-40B4-BE49-F238E27FC236}">
                <a16:creationId xmlns:a16="http://schemas.microsoft.com/office/drawing/2014/main" id="{532B01DA-9BE2-9A3D-381C-B5410EDA6236}"/>
              </a:ext>
            </a:extLst>
          </p:cNvPr>
          <p:cNvSpPr/>
          <p:nvPr/>
        </p:nvSpPr>
        <p:spPr>
          <a:xfrm>
            <a:off x="5715557" y="5254496"/>
            <a:ext cx="324000" cy="324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9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2050" name="Picture 2" descr="Investment Portfolio: What It Is and How to Build One | The Motley Fool">
            <a:extLst>
              <a:ext uri="{FF2B5EF4-FFF2-40B4-BE49-F238E27FC236}">
                <a16:creationId xmlns:a16="http://schemas.microsoft.com/office/drawing/2014/main" id="{70490112-DC09-DF75-8B5A-70BB6947CB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86"/>
          <a:stretch>
            <a:fillRect/>
          </a:stretch>
        </p:blipFill>
        <p:spPr bwMode="auto">
          <a:xfrm>
            <a:off x="763352" y="1690601"/>
            <a:ext cx="4256704" cy="3835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3194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FABF822-8375-D10F-D362-9FAF868D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Client Introduction</a:t>
            </a:r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C1F15962-06B0-6B57-B9E0-B0EE720CF168}"/>
              </a:ext>
            </a:extLst>
          </p:cNvPr>
          <p:cNvGrpSpPr/>
          <p:nvPr/>
        </p:nvGrpSpPr>
        <p:grpSpPr>
          <a:xfrm>
            <a:off x="1341803" y="1343041"/>
            <a:ext cx="9508394" cy="3531003"/>
            <a:chOff x="723776" y="1498198"/>
            <a:chExt cx="9508394" cy="3614129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8CF013A4-57A7-E715-EBA2-B7D30D079A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04261" y="2335453"/>
              <a:ext cx="612648" cy="612648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94B2E32B-02DD-49C2-AE2D-04AB233B32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48147" y="2335453"/>
              <a:ext cx="612648" cy="612648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F459A45E-BCDC-5B95-453F-A54440098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392033" y="2335453"/>
              <a:ext cx="612648" cy="612648"/>
            </a:xfrm>
            <a:prstGeom prst="rect">
              <a:avLst/>
            </a:prstGeom>
          </p:spPr>
        </p:pic>
        <p:pic>
          <p:nvPicPr>
            <p:cNvPr id="1026" name="Picture 2" descr="Professor Icon PNG Images, Vectors Free Download - Pngtree">
              <a:extLst>
                <a:ext uri="{FF2B5EF4-FFF2-40B4-BE49-F238E27FC236}">
                  <a16:creationId xmlns:a16="http://schemas.microsoft.com/office/drawing/2014/main" id="{4190EEBF-582B-02AE-A157-736968E1EBD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3776" y="1498198"/>
              <a:ext cx="759608" cy="7596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" name="图形 34" descr="有两个子女的家庭 轮廓">
              <a:extLst>
                <a:ext uri="{FF2B5EF4-FFF2-40B4-BE49-F238E27FC236}">
                  <a16:creationId xmlns:a16="http://schemas.microsoft.com/office/drawing/2014/main" id="{7E2D179D-569A-D06D-78CD-4C2DCD75A2B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23776" y="2875443"/>
              <a:ext cx="759608" cy="759608"/>
            </a:xfrm>
            <a:prstGeom prst="rect">
              <a:avLst/>
            </a:prstGeom>
          </p:spPr>
        </p:pic>
        <p:sp>
          <p:nvSpPr>
            <p:cNvPr id="36" name="Rectangle 10">
              <a:extLst>
                <a:ext uri="{FF2B5EF4-FFF2-40B4-BE49-F238E27FC236}">
                  <a16:creationId xmlns:a16="http://schemas.microsoft.com/office/drawing/2014/main" id="{2ECB1A50-F7AD-437A-A488-5C6A7E8C5E38}"/>
                </a:ext>
              </a:extLst>
            </p:cNvPr>
            <p:cNvSpPr/>
            <p:nvPr/>
          </p:nvSpPr>
          <p:spPr>
            <a:xfrm>
              <a:off x="1655098" y="1571678"/>
              <a:ext cx="8577072" cy="612648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marR="0" lvl="0" indent="-171450" algn="l" defTabSz="914400" rtl="0" eaLnBrk="1" fontAlgn="b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061F32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600" b="0" i="0" u="none" strike="noStrike" kern="1200" cap="none" spc="0" normalizeH="0" baseline="0">
                  <a:ln>
                    <a:noFill/>
                  </a:ln>
                  <a:solidFill>
                    <a:srgbClr val="061F32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Professor, 45 years old (private university, Germany)</a:t>
              </a:r>
            </a:p>
          </p:txBody>
        </p:sp>
        <p:sp>
          <p:nvSpPr>
            <p:cNvPr id="37" name="Rectangle 10">
              <a:extLst>
                <a:ext uri="{FF2B5EF4-FFF2-40B4-BE49-F238E27FC236}">
                  <a16:creationId xmlns:a16="http://schemas.microsoft.com/office/drawing/2014/main" id="{73CA9532-3BF4-66A9-46D2-A92B9C8932A3}"/>
                </a:ext>
              </a:extLst>
            </p:cNvPr>
            <p:cNvSpPr/>
            <p:nvPr/>
          </p:nvSpPr>
          <p:spPr>
            <a:xfrm>
              <a:off x="1655098" y="2335453"/>
              <a:ext cx="8577072" cy="1666078"/>
            </a:xfrm>
            <a:prstGeom prst="rect">
              <a:avLst/>
            </a:prstGeom>
            <a:solidFill>
              <a:srgbClr val="F2F2F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marR="0" lvl="0" indent="-171450" algn="l" defTabSz="914400" rtl="0" eaLnBrk="1" fontAlgn="b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061F32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600" b="0" i="0" u="none" strike="noStrike" kern="1200" cap="none" spc="0" normalizeH="0" baseline="0">
                  <a:ln>
                    <a:noFill/>
                  </a:ln>
                  <a:solidFill>
                    <a:srgbClr val="061F32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Married, wife 43 (not working)</a:t>
              </a:r>
            </a:p>
            <a:p>
              <a:pPr marL="171450" marR="0" lvl="0" indent="-171450" algn="l" defTabSz="914400" rtl="0" eaLnBrk="1" fontAlgn="b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061F32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600" b="0" i="0" u="none" strike="noStrike" kern="1200" cap="none" spc="0" normalizeH="0" baseline="0">
                  <a:ln>
                    <a:noFill/>
                  </a:ln>
                  <a:solidFill>
                    <a:srgbClr val="061F32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Two children (5 &amp; 8)</a:t>
              </a:r>
              <a:endParaRPr lang="en-US" sz="1600">
                <a:solidFill>
                  <a:srgbClr val="061F32"/>
                </a:solidFill>
                <a:latin typeface="Arial"/>
                <a:cs typeface="Arial" panose="020B0604020202020204" pitchFamily="34" charset="0"/>
              </a:endParaRPr>
            </a:p>
            <a:p>
              <a:pPr marL="171450" marR="0" lvl="0" indent="-171450" algn="l" defTabSz="914400" rtl="0" eaLnBrk="1" fontAlgn="b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061F32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600" b="0" i="0" u="none" strike="noStrike" kern="1200" cap="none" spc="0" normalizeH="0" baseline="0">
                  <a:ln>
                    <a:noFill/>
                  </a:ln>
                  <a:solidFill>
                    <a:srgbClr val="061F32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Own house, no mortgage</a:t>
              </a:r>
            </a:p>
            <a:p>
              <a:pPr marL="171450" marR="0" lvl="0" indent="-171450" algn="l" defTabSz="914400" rtl="0" eaLnBrk="1" fontAlgn="b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061F32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600" b="0" i="0" u="none" strike="noStrike" kern="1200" cap="none" spc="0" normalizeH="0" baseline="0">
                  <a:ln>
                    <a:noFill/>
                  </a:ln>
                  <a:solidFill>
                    <a:srgbClr val="061F32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Private health insurance (€700/month)</a:t>
              </a:r>
            </a:p>
          </p:txBody>
        </p:sp>
        <p:pic>
          <p:nvPicPr>
            <p:cNvPr id="39" name="图形 38" descr="钱夹 轮廓">
              <a:extLst>
                <a:ext uri="{FF2B5EF4-FFF2-40B4-BE49-F238E27FC236}">
                  <a16:creationId xmlns:a16="http://schemas.microsoft.com/office/drawing/2014/main" id="{FE33E4C5-DBAA-57CB-0E90-A754921BFB3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23776" y="4252688"/>
              <a:ext cx="759608" cy="759608"/>
            </a:xfrm>
            <a:prstGeom prst="rect">
              <a:avLst/>
            </a:prstGeom>
          </p:spPr>
        </p:pic>
        <p:sp>
          <p:nvSpPr>
            <p:cNvPr id="40" name="Rectangle 10">
              <a:extLst>
                <a:ext uri="{FF2B5EF4-FFF2-40B4-BE49-F238E27FC236}">
                  <a16:creationId xmlns:a16="http://schemas.microsoft.com/office/drawing/2014/main" id="{CF9D86FD-98B9-4020-FA87-8859A63D06C4}"/>
                </a:ext>
              </a:extLst>
            </p:cNvPr>
            <p:cNvSpPr/>
            <p:nvPr/>
          </p:nvSpPr>
          <p:spPr>
            <a:xfrm>
              <a:off x="1655098" y="4152657"/>
              <a:ext cx="8577072" cy="959670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marR="0" lvl="0" indent="-171450" algn="l" defTabSz="914400" rtl="0" eaLnBrk="1" fontAlgn="b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061F32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600" b="0" i="0" u="none" strike="noStrike" kern="1200" cap="none" spc="0" normalizeH="0" baseline="0">
                  <a:ln>
                    <a:noFill/>
                  </a:ln>
                  <a:solidFill>
                    <a:srgbClr val="061F32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Current income: €81,600 gross/year → €</a:t>
              </a:r>
              <a:r>
                <a:rPr lang="en-US" sz="1600">
                  <a:solidFill>
                    <a:srgbClr val="061F32"/>
                  </a:solidFill>
                  <a:latin typeface="Arial"/>
                  <a:cs typeface="Arial"/>
                </a:rPr>
                <a:t>57,000</a:t>
              </a:r>
              <a:r>
                <a:rPr kumimoji="0" lang="en-US" sz="1600" b="0" i="0" u="none" strike="noStrike" kern="1200" cap="none" spc="0" normalizeH="0" baseline="0">
                  <a:ln>
                    <a:noFill/>
                  </a:ln>
                  <a:solidFill>
                    <a:srgbClr val="061F32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 net/year</a:t>
              </a:r>
              <a:endParaRPr lang="en-US" sz="1600">
                <a:solidFill>
                  <a:srgbClr val="061F32"/>
                </a:solidFill>
                <a:latin typeface="Arial"/>
                <a:cs typeface="Arial"/>
              </a:endParaRPr>
            </a:p>
            <a:p>
              <a:pPr marL="171450" marR="0" lvl="0" indent="-171450" algn="l" defTabSz="914400" rtl="0" eaLnBrk="1" fontAlgn="b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061F32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600" b="0" i="0" u="none" strike="noStrike" kern="1200" cap="none" spc="0" normalizeH="0" baseline="0">
                  <a:ln>
                    <a:noFill/>
                  </a:ln>
                  <a:solidFill>
                    <a:srgbClr val="061F32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Plans to retire at 68 (2048)</a:t>
              </a:r>
              <a:r>
                <a:rPr lang="en-US" sz="1600">
                  <a:solidFill>
                    <a:srgbClr val="061F32"/>
                  </a:solidFill>
                  <a:latin typeface="Arial"/>
                  <a:cs typeface="Arial"/>
                </a:rPr>
                <a:t>, no other private pension plan</a:t>
              </a:r>
              <a:endParaRPr lang="en-US" sz="1600" b="0" i="0" u="none" strike="noStrike" kern="1200" cap="none" spc="0" normalizeH="0" baseline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/>
                <a:cs typeface="Arial"/>
              </a:endParaRPr>
            </a:p>
          </p:txBody>
        </p:sp>
      </p:grpSp>
      <p:sp>
        <p:nvSpPr>
          <p:cNvPr id="45" name="Triangle 13">
            <a:extLst>
              <a:ext uri="{FF2B5EF4-FFF2-40B4-BE49-F238E27FC236}">
                <a16:creationId xmlns:a16="http://schemas.microsoft.com/office/drawing/2014/main" id="{B798CA7E-1370-975E-BA99-00B462882E8D}"/>
              </a:ext>
            </a:extLst>
          </p:cNvPr>
          <p:cNvSpPr>
            <a:spLocks noChangeAspect="1"/>
          </p:cNvSpPr>
          <p:nvPr/>
        </p:nvSpPr>
        <p:spPr>
          <a:xfrm rot="5400000">
            <a:off x="507576" y="5626563"/>
            <a:ext cx="269094" cy="1747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>
              <a:solidFill>
                <a:schemeClr val="bg1"/>
              </a:solidFill>
            </a:endParaRPr>
          </a:p>
        </p:txBody>
      </p:sp>
      <p:sp>
        <p:nvSpPr>
          <p:cNvPr id="46" name="TextBox 7">
            <a:extLst>
              <a:ext uri="{FF2B5EF4-FFF2-40B4-BE49-F238E27FC236}">
                <a16:creationId xmlns:a16="http://schemas.microsoft.com/office/drawing/2014/main" id="{68BFD4AC-90C2-8B98-3D97-DC05DE9B9035}"/>
              </a:ext>
            </a:extLst>
          </p:cNvPr>
          <p:cNvSpPr txBox="1"/>
          <p:nvPr/>
        </p:nvSpPr>
        <p:spPr>
          <a:xfrm>
            <a:off x="729511" y="5460812"/>
            <a:ext cx="1827076" cy="416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altLang="zh-CN" sz="1600" b="1" err="1">
                <a:solidFill>
                  <a:schemeClr val="bg1"/>
                </a:solidFill>
              </a:rPr>
              <a:t>Starting</a:t>
            </a:r>
            <a:r>
              <a:rPr lang="de-DE" altLang="zh-CN" sz="1600" b="1">
                <a:solidFill>
                  <a:schemeClr val="bg1"/>
                </a:solidFill>
              </a:rPr>
              <a:t> Point</a:t>
            </a:r>
            <a:endParaRPr lang="en-US" altLang="zh-CN" sz="1600" b="1">
              <a:solidFill>
                <a:schemeClr val="bg1"/>
              </a:solidFill>
            </a:endParaRPr>
          </a:p>
        </p:txBody>
      </p:sp>
      <p:sp>
        <p:nvSpPr>
          <p:cNvPr id="47" name="Rectangle 10">
            <a:extLst>
              <a:ext uri="{FF2B5EF4-FFF2-40B4-BE49-F238E27FC236}">
                <a16:creationId xmlns:a16="http://schemas.microsoft.com/office/drawing/2014/main" id="{ACB7A6FC-E790-8DCE-67E2-F403179BE2FB}"/>
              </a:ext>
            </a:extLst>
          </p:cNvPr>
          <p:cNvSpPr/>
          <p:nvPr/>
        </p:nvSpPr>
        <p:spPr>
          <a:xfrm>
            <a:off x="2273125" y="5102762"/>
            <a:ext cx="8577072" cy="1182503"/>
          </a:xfrm>
          <a:prstGeom prst="rect">
            <a:avLst/>
          </a:prstGeom>
          <a:solidFill>
            <a:srgbClr val="D3E4F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61F3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Lump sum: €250,000 to invest</a:t>
            </a: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61F3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Statutory pension expected: €</a:t>
            </a:r>
            <a:r>
              <a:rPr lang="en-US" sz="1600">
                <a:solidFill>
                  <a:srgbClr val="061F32"/>
                </a:solidFill>
                <a:latin typeface="Arial"/>
                <a:cs typeface="Arial"/>
              </a:rPr>
              <a:t>46k</a:t>
            </a:r>
            <a:r>
              <a:rPr kumimoji="0" lang="en-US" sz="1600" b="0" i="0" u="none" strike="noStrike" kern="1200" cap="none" spc="0" normalizeH="0" baseline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/year gross (€</a:t>
            </a:r>
            <a:r>
              <a:rPr lang="en-US" sz="1600">
                <a:solidFill>
                  <a:srgbClr val="061F32"/>
                </a:solidFill>
                <a:latin typeface="Arial"/>
                <a:cs typeface="Arial"/>
              </a:rPr>
              <a:t>25k</a:t>
            </a:r>
            <a:r>
              <a:rPr kumimoji="0" lang="en-US" sz="1600" b="0" i="0" u="none" strike="noStrike" kern="1200" cap="none" spc="0" normalizeH="0" baseline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net) at retirement</a:t>
            </a:r>
            <a:endParaRPr lang="en-US" sz="1600">
              <a:solidFill>
                <a:srgbClr val="061F32"/>
              </a:solidFill>
              <a:latin typeface="Arial"/>
              <a:cs typeface="Arial"/>
            </a:endParaRPr>
          </a:p>
          <a:p>
            <a:pPr marL="171450" marR="0" lvl="0" indent="-171450" algn="l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61F3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Pension gap: </a:t>
            </a:r>
            <a:r>
              <a:rPr kumimoji="0" lang="en-US" sz="1600" b="1" i="0" u="none" strike="noStrike" kern="1200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€</a:t>
            </a:r>
            <a:r>
              <a:rPr lang="en-US" sz="1600" b="1">
                <a:solidFill>
                  <a:srgbClr val="FF0000"/>
                </a:solidFill>
                <a:latin typeface="Arial"/>
                <a:cs typeface="Arial"/>
              </a:rPr>
              <a:t>26k</a:t>
            </a:r>
            <a:r>
              <a:rPr kumimoji="0" lang="en-US" sz="1600" b="0" i="0" u="none" strike="noStrike" kern="1200" cap="none" spc="0" normalizeH="0" baseline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/year net (today’s euros)</a:t>
            </a:r>
            <a:endParaRPr lang="en-US" sz="1600" b="0" i="0" u="none" strike="noStrike" kern="1200" cap="none" spc="0" normalizeH="0" baseline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22965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F61C2-E357-B045-3B96-4BA21BF96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407EB5-20B2-B6A9-B401-2012A6B0E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Objectives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0BBF1F3-9E11-4842-CFE0-AEFCA93A8B7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B78C2F06-1A19-48D1-02D7-5BB5FC0E3832}"/>
              </a:ext>
            </a:extLst>
          </p:cNvPr>
          <p:cNvGrpSpPr/>
          <p:nvPr/>
        </p:nvGrpSpPr>
        <p:grpSpPr>
          <a:xfrm>
            <a:off x="733020" y="2219092"/>
            <a:ext cx="10725960" cy="2866844"/>
            <a:chOff x="420921" y="2207940"/>
            <a:chExt cx="10725960" cy="2866844"/>
          </a:xfrm>
        </p:grpSpPr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3E2624C9-EA18-8E4F-DC1B-651FB049BD5D}"/>
                </a:ext>
              </a:extLst>
            </p:cNvPr>
            <p:cNvGrpSpPr/>
            <p:nvPr/>
          </p:nvGrpSpPr>
          <p:grpSpPr>
            <a:xfrm>
              <a:off x="420921" y="2207940"/>
              <a:ext cx="2159452" cy="2866844"/>
              <a:chOff x="851377" y="2041996"/>
              <a:chExt cx="2233748" cy="3049383"/>
            </a:xfrm>
          </p:grpSpPr>
          <p:sp>
            <p:nvSpPr>
              <p:cNvPr id="4" name="TextBox 8">
                <a:extLst>
                  <a:ext uri="{FF2B5EF4-FFF2-40B4-BE49-F238E27FC236}">
                    <a16:creationId xmlns:a16="http://schemas.microsoft.com/office/drawing/2014/main" id="{06256622-7EB8-CC17-A7F4-60E7679A4B9E}"/>
                  </a:ext>
                </a:extLst>
              </p:cNvPr>
              <p:cNvSpPr txBox="1"/>
              <p:nvPr/>
            </p:nvSpPr>
            <p:spPr>
              <a:xfrm>
                <a:off x="851377" y="3545377"/>
                <a:ext cx="2233748" cy="1546002"/>
              </a:xfrm>
              <a:prstGeom prst="rect">
                <a:avLst/>
              </a:prstGeom>
              <a:noFill/>
            </p:spPr>
            <p:txBody>
              <a:bodyPr wrap="square" tIns="144000" rtlCol="0">
                <a:spAutoFit/>
              </a:bodyPr>
              <a:lstStyle/>
              <a:p>
                <a:pPr algn="ctr"/>
                <a:r>
                  <a:rPr lang="en-US" sz="1600" b="1">
                    <a:solidFill>
                      <a:schemeClr val="bg1"/>
                    </a:solidFill>
                  </a:rPr>
                  <a:t>Goal 1</a:t>
                </a:r>
              </a:p>
              <a:p>
                <a:endParaRPr lang="en-US">
                  <a:solidFill>
                    <a:schemeClr val="bg1"/>
                  </a:solidFill>
                </a:endParaRPr>
              </a:p>
              <a:p>
                <a:pPr algn="ctr"/>
                <a:r>
                  <a:rPr lang="en-US" sz="1600">
                    <a:solidFill>
                      <a:schemeClr val="bg1"/>
                    </a:solidFill>
                  </a:rPr>
                  <a:t>Generate €26k/year (today’s euros at retirement)</a:t>
                </a:r>
              </a:p>
            </p:txBody>
          </p:sp>
          <p:sp>
            <p:nvSpPr>
              <p:cNvPr id="5" name="Oval 12">
                <a:extLst>
                  <a:ext uri="{FF2B5EF4-FFF2-40B4-BE49-F238E27FC236}">
                    <a16:creationId xmlns:a16="http://schemas.microsoft.com/office/drawing/2014/main" id="{5BD9FDA8-0084-7C8C-0B1B-CA1F36CE6C2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428251" y="2041996"/>
                <a:ext cx="1080000" cy="1080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b="1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6" name="Straight Connector 17">
                <a:extLst>
                  <a:ext uri="{FF2B5EF4-FFF2-40B4-BE49-F238E27FC236}">
                    <a16:creationId xmlns:a16="http://schemas.microsoft.com/office/drawing/2014/main" id="{E19ECBB8-CFAB-DB54-A372-3D69C7E3B57A}"/>
                  </a:ext>
                </a:extLst>
              </p:cNvPr>
              <p:cNvCxnSpPr>
                <a:stCxn id="5" idx="4"/>
                <a:endCxn id="4" idx="0"/>
              </p:cNvCxnSpPr>
              <p:nvPr/>
            </p:nvCxnSpPr>
            <p:spPr>
              <a:xfrm>
                <a:off x="1968251" y="3121996"/>
                <a:ext cx="0" cy="423381"/>
              </a:xfrm>
              <a:prstGeom prst="line">
                <a:avLst/>
              </a:prstGeom>
              <a:ln w="25400">
                <a:solidFill>
                  <a:schemeClr val="bg1"/>
                </a:solidFill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6CDA7C8B-0B7A-D098-AA94-82B6D75E212D}"/>
                </a:ext>
              </a:extLst>
            </p:cNvPr>
            <p:cNvGrpSpPr/>
            <p:nvPr/>
          </p:nvGrpSpPr>
          <p:grpSpPr>
            <a:xfrm>
              <a:off x="2544725" y="2207940"/>
              <a:ext cx="2159452" cy="2866844"/>
              <a:chOff x="851377" y="2041996"/>
              <a:chExt cx="2233748" cy="3049383"/>
            </a:xfrm>
          </p:grpSpPr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89604BEB-D1D4-5917-4799-42134B710BEC}"/>
                  </a:ext>
                </a:extLst>
              </p:cNvPr>
              <p:cNvSpPr txBox="1"/>
              <p:nvPr/>
            </p:nvSpPr>
            <p:spPr>
              <a:xfrm>
                <a:off x="851377" y="3545377"/>
                <a:ext cx="2233748" cy="1546002"/>
              </a:xfrm>
              <a:prstGeom prst="rect">
                <a:avLst/>
              </a:prstGeom>
              <a:noFill/>
            </p:spPr>
            <p:txBody>
              <a:bodyPr wrap="square" tIns="144000" rtlCol="0">
                <a:spAutoFit/>
              </a:bodyPr>
              <a:lstStyle/>
              <a:p>
                <a:pPr algn="ctr"/>
                <a:r>
                  <a:rPr lang="en-US" sz="1600" b="1">
                    <a:solidFill>
                      <a:schemeClr val="bg1"/>
                    </a:solidFill>
                  </a:rPr>
                  <a:t>Goal 2</a:t>
                </a:r>
              </a:p>
              <a:p>
                <a:endParaRPr lang="en-US">
                  <a:solidFill>
                    <a:schemeClr val="bg1"/>
                  </a:solidFill>
                </a:endParaRPr>
              </a:p>
              <a:p>
                <a:pPr algn="ctr"/>
                <a:r>
                  <a:rPr lang="en-US" sz="1600">
                    <a:solidFill>
                      <a:schemeClr val="bg1"/>
                    </a:solidFill>
                  </a:rPr>
                  <a:t>Maintain lifestyle (</a:t>
                </a:r>
                <a:r>
                  <a:rPr lang="en-US" altLang="zh-CN" sz="1600">
                    <a:solidFill>
                      <a:schemeClr val="bg1"/>
                    </a:solidFill>
                  </a:rPr>
                  <a:t>80</a:t>
                </a:r>
                <a:r>
                  <a:rPr lang="en-US" sz="1600">
                    <a:solidFill>
                      <a:schemeClr val="bg1"/>
                    </a:solidFill>
                  </a:rPr>
                  <a:t>% of today’s net income)</a:t>
                </a:r>
              </a:p>
            </p:txBody>
          </p:sp>
          <p:sp>
            <p:nvSpPr>
              <p:cNvPr id="9" name="Oval 12">
                <a:extLst>
                  <a:ext uri="{FF2B5EF4-FFF2-40B4-BE49-F238E27FC236}">
                    <a16:creationId xmlns:a16="http://schemas.microsoft.com/office/drawing/2014/main" id="{1FA1B667-605E-0C05-B514-EC62DCC715A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428251" y="2041996"/>
                <a:ext cx="1080000" cy="1080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b="1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0" name="Straight Connector 17">
                <a:extLst>
                  <a:ext uri="{FF2B5EF4-FFF2-40B4-BE49-F238E27FC236}">
                    <a16:creationId xmlns:a16="http://schemas.microsoft.com/office/drawing/2014/main" id="{EBBBAA64-0EDD-17F1-42C0-243C6F8D5C62}"/>
                  </a:ext>
                </a:extLst>
              </p:cNvPr>
              <p:cNvCxnSpPr>
                <a:stCxn id="9" idx="4"/>
                <a:endCxn id="8" idx="0"/>
              </p:cNvCxnSpPr>
              <p:nvPr/>
            </p:nvCxnSpPr>
            <p:spPr>
              <a:xfrm>
                <a:off x="1968251" y="3121996"/>
                <a:ext cx="0" cy="423381"/>
              </a:xfrm>
              <a:prstGeom prst="line">
                <a:avLst/>
              </a:prstGeom>
              <a:ln w="25400">
                <a:solidFill>
                  <a:schemeClr val="bg1"/>
                </a:solidFill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7B014087-28CF-21F8-3A4B-854DCCC55C41}"/>
                </a:ext>
              </a:extLst>
            </p:cNvPr>
            <p:cNvGrpSpPr/>
            <p:nvPr/>
          </p:nvGrpSpPr>
          <p:grpSpPr>
            <a:xfrm>
              <a:off x="4668528" y="2207940"/>
              <a:ext cx="2159452" cy="2866844"/>
              <a:chOff x="851377" y="2041996"/>
              <a:chExt cx="2233748" cy="3049383"/>
            </a:xfrm>
          </p:grpSpPr>
          <p:sp>
            <p:nvSpPr>
              <p:cNvPr id="12" name="TextBox 8">
                <a:extLst>
                  <a:ext uri="{FF2B5EF4-FFF2-40B4-BE49-F238E27FC236}">
                    <a16:creationId xmlns:a16="http://schemas.microsoft.com/office/drawing/2014/main" id="{A27ECCE5-303D-599A-2596-2996A88E9CDC}"/>
                  </a:ext>
                </a:extLst>
              </p:cNvPr>
              <p:cNvSpPr txBox="1"/>
              <p:nvPr/>
            </p:nvSpPr>
            <p:spPr>
              <a:xfrm>
                <a:off x="851377" y="3545377"/>
                <a:ext cx="2233748" cy="1546002"/>
              </a:xfrm>
              <a:prstGeom prst="rect">
                <a:avLst/>
              </a:prstGeom>
              <a:noFill/>
            </p:spPr>
            <p:txBody>
              <a:bodyPr wrap="square" tIns="144000" rtlCol="0">
                <a:spAutoFit/>
              </a:bodyPr>
              <a:lstStyle/>
              <a:p>
                <a:pPr algn="ctr"/>
                <a:r>
                  <a:rPr lang="en-US" sz="1600" b="1">
                    <a:solidFill>
                      <a:schemeClr val="bg1"/>
                    </a:solidFill>
                  </a:rPr>
                  <a:t>Goal 3</a:t>
                </a:r>
              </a:p>
              <a:p>
                <a:endParaRPr lang="en-US">
                  <a:solidFill>
                    <a:schemeClr val="bg1"/>
                  </a:solidFill>
                </a:endParaRPr>
              </a:p>
              <a:p>
                <a:pPr algn="ctr"/>
                <a:r>
                  <a:rPr lang="en-US" sz="1600">
                    <a:solidFill>
                      <a:schemeClr val="bg1"/>
                    </a:solidFill>
                  </a:rPr>
                  <a:t>Balance growth &amp; downside protection (risk averse)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4742B5C9-5550-B28B-3552-5DB869D7C3D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428251" y="2041996"/>
                <a:ext cx="1080000" cy="1080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b="1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5" name="Straight Connector 17">
                <a:extLst>
                  <a:ext uri="{FF2B5EF4-FFF2-40B4-BE49-F238E27FC236}">
                    <a16:creationId xmlns:a16="http://schemas.microsoft.com/office/drawing/2014/main" id="{D2D0E8E7-3DF1-6A55-5141-0FD041D0C1C1}"/>
                  </a:ext>
                </a:extLst>
              </p:cNvPr>
              <p:cNvCxnSpPr>
                <a:cxnSpLocks/>
                <a:stCxn id="13" idx="4"/>
                <a:endCxn id="12" idx="0"/>
              </p:cNvCxnSpPr>
              <p:nvPr/>
            </p:nvCxnSpPr>
            <p:spPr>
              <a:xfrm>
                <a:off x="1968251" y="3121996"/>
                <a:ext cx="0" cy="423381"/>
              </a:xfrm>
              <a:prstGeom prst="line">
                <a:avLst/>
              </a:prstGeom>
              <a:ln w="25400">
                <a:solidFill>
                  <a:schemeClr val="bg1"/>
                </a:solidFill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3FBCD7A2-414E-C56D-8758-CA71B993FE76}"/>
                </a:ext>
              </a:extLst>
            </p:cNvPr>
            <p:cNvGrpSpPr/>
            <p:nvPr/>
          </p:nvGrpSpPr>
          <p:grpSpPr>
            <a:xfrm>
              <a:off x="6827979" y="2207940"/>
              <a:ext cx="2159452" cy="2620622"/>
              <a:chOff x="851377" y="2041996"/>
              <a:chExt cx="2233748" cy="2787484"/>
            </a:xfrm>
          </p:grpSpPr>
          <p:sp>
            <p:nvSpPr>
              <p:cNvPr id="17" name="TextBox 8">
                <a:extLst>
                  <a:ext uri="{FF2B5EF4-FFF2-40B4-BE49-F238E27FC236}">
                    <a16:creationId xmlns:a16="http://schemas.microsoft.com/office/drawing/2014/main" id="{976E4ED5-38BC-0F22-09F7-ECEC569BFF8A}"/>
                  </a:ext>
                </a:extLst>
              </p:cNvPr>
              <p:cNvSpPr txBox="1"/>
              <p:nvPr/>
            </p:nvSpPr>
            <p:spPr>
              <a:xfrm>
                <a:off x="851377" y="3545377"/>
                <a:ext cx="2233748" cy="1284103"/>
              </a:xfrm>
              <a:prstGeom prst="rect">
                <a:avLst/>
              </a:prstGeom>
              <a:noFill/>
            </p:spPr>
            <p:txBody>
              <a:bodyPr wrap="square" tIns="144000" rtlCol="0">
                <a:spAutoFit/>
              </a:bodyPr>
              <a:lstStyle/>
              <a:p>
                <a:pPr algn="ctr"/>
                <a:r>
                  <a:rPr lang="en-US" sz="1600" b="1">
                    <a:solidFill>
                      <a:schemeClr val="bg1"/>
                    </a:solidFill>
                  </a:rPr>
                  <a:t>Goal 4</a:t>
                </a:r>
              </a:p>
              <a:p>
                <a:endParaRPr lang="en-US">
                  <a:solidFill>
                    <a:schemeClr val="bg1"/>
                  </a:solidFill>
                </a:endParaRPr>
              </a:p>
              <a:p>
                <a:pPr algn="ctr"/>
                <a:r>
                  <a:rPr lang="en-US" sz="1600">
                    <a:solidFill>
                      <a:schemeClr val="bg1"/>
                    </a:solidFill>
                  </a:rPr>
                  <a:t>No liquidity need before retirement</a:t>
                </a:r>
              </a:p>
            </p:txBody>
          </p:sp>
          <p:sp>
            <p:nvSpPr>
              <p:cNvPr id="18" name="Oval 12">
                <a:extLst>
                  <a:ext uri="{FF2B5EF4-FFF2-40B4-BE49-F238E27FC236}">
                    <a16:creationId xmlns:a16="http://schemas.microsoft.com/office/drawing/2014/main" id="{2ABB812D-54BB-604E-6A5B-C4FD75897C9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428251" y="2041996"/>
                <a:ext cx="1080000" cy="1080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b="1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9" name="Straight Connector 17">
                <a:extLst>
                  <a:ext uri="{FF2B5EF4-FFF2-40B4-BE49-F238E27FC236}">
                    <a16:creationId xmlns:a16="http://schemas.microsoft.com/office/drawing/2014/main" id="{737ED5E9-DF77-B668-FF4D-E41AD6EB34E7}"/>
                  </a:ext>
                </a:extLst>
              </p:cNvPr>
              <p:cNvCxnSpPr>
                <a:stCxn id="18" idx="4"/>
                <a:endCxn id="17" idx="0"/>
              </p:cNvCxnSpPr>
              <p:nvPr/>
            </p:nvCxnSpPr>
            <p:spPr>
              <a:xfrm>
                <a:off x="1968251" y="3121996"/>
                <a:ext cx="0" cy="423381"/>
              </a:xfrm>
              <a:prstGeom prst="line">
                <a:avLst/>
              </a:prstGeom>
              <a:ln w="25400">
                <a:solidFill>
                  <a:schemeClr val="bg1"/>
                </a:solidFill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76A4084C-9C9C-8919-9F30-9930D10355EA}"/>
                </a:ext>
              </a:extLst>
            </p:cNvPr>
            <p:cNvGrpSpPr/>
            <p:nvPr/>
          </p:nvGrpSpPr>
          <p:grpSpPr>
            <a:xfrm>
              <a:off x="8987429" y="2207940"/>
              <a:ext cx="2159452" cy="2620622"/>
              <a:chOff x="851377" y="2041996"/>
              <a:chExt cx="2233748" cy="2787484"/>
            </a:xfrm>
          </p:grpSpPr>
          <p:sp>
            <p:nvSpPr>
              <p:cNvPr id="21" name="TextBox 8">
                <a:extLst>
                  <a:ext uri="{FF2B5EF4-FFF2-40B4-BE49-F238E27FC236}">
                    <a16:creationId xmlns:a16="http://schemas.microsoft.com/office/drawing/2014/main" id="{AE6AFBF5-B97F-FA8F-6E3D-5908DFDC0F82}"/>
                  </a:ext>
                </a:extLst>
              </p:cNvPr>
              <p:cNvSpPr txBox="1"/>
              <p:nvPr/>
            </p:nvSpPr>
            <p:spPr>
              <a:xfrm>
                <a:off x="851377" y="3545377"/>
                <a:ext cx="2233748" cy="1284103"/>
              </a:xfrm>
              <a:prstGeom prst="rect">
                <a:avLst/>
              </a:prstGeom>
              <a:noFill/>
            </p:spPr>
            <p:txBody>
              <a:bodyPr wrap="square" tIns="144000" rtlCol="0">
                <a:spAutoFit/>
              </a:bodyPr>
              <a:lstStyle/>
              <a:p>
                <a:pPr algn="ctr"/>
                <a:r>
                  <a:rPr lang="en-US" sz="1600" b="1">
                    <a:solidFill>
                      <a:schemeClr val="bg1"/>
                    </a:solidFill>
                  </a:rPr>
                  <a:t>Goal 5</a:t>
                </a:r>
              </a:p>
              <a:p>
                <a:endParaRPr lang="en-US">
                  <a:solidFill>
                    <a:schemeClr val="bg1"/>
                  </a:solidFill>
                </a:endParaRPr>
              </a:p>
              <a:p>
                <a:pPr algn="ctr"/>
                <a:r>
                  <a:rPr lang="en-US" sz="1600">
                    <a:solidFill>
                      <a:schemeClr val="bg1"/>
                    </a:solidFill>
                  </a:rPr>
                  <a:t>Optimize for net-of-tax outcomes</a:t>
                </a:r>
              </a:p>
            </p:txBody>
          </p:sp>
          <p:sp>
            <p:nvSpPr>
              <p:cNvPr id="22" name="Oval 12">
                <a:extLst>
                  <a:ext uri="{FF2B5EF4-FFF2-40B4-BE49-F238E27FC236}">
                    <a16:creationId xmlns:a16="http://schemas.microsoft.com/office/drawing/2014/main" id="{D3EE8179-FFED-F037-3161-C1D78C4FB73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428251" y="2041996"/>
                <a:ext cx="1080000" cy="1080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b="1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3" name="Straight Connector 17">
                <a:extLst>
                  <a:ext uri="{FF2B5EF4-FFF2-40B4-BE49-F238E27FC236}">
                    <a16:creationId xmlns:a16="http://schemas.microsoft.com/office/drawing/2014/main" id="{59E3DC1C-2685-0055-3EF6-E26F26A73E05}"/>
                  </a:ext>
                </a:extLst>
              </p:cNvPr>
              <p:cNvCxnSpPr>
                <a:stCxn id="22" idx="4"/>
                <a:endCxn id="21" idx="0"/>
              </p:cNvCxnSpPr>
              <p:nvPr/>
            </p:nvCxnSpPr>
            <p:spPr>
              <a:xfrm>
                <a:off x="1968251" y="3121996"/>
                <a:ext cx="0" cy="423381"/>
              </a:xfrm>
              <a:prstGeom prst="line">
                <a:avLst/>
              </a:prstGeom>
              <a:ln w="25400">
                <a:solidFill>
                  <a:schemeClr val="bg1"/>
                </a:solidFill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33" name="图形 32" descr="钱 纯色填充">
              <a:extLst>
                <a:ext uri="{FF2B5EF4-FFF2-40B4-BE49-F238E27FC236}">
                  <a16:creationId xmlns:a16="http://schemas.microsoft.com/office/drawing/2014/main" id="{DC07A982-1671-2034-AA70-D33035D9F7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03426" y="2418394"/>
              <a:ext cx="594442" cy="594442"/>
            </a:xfrm>
            <a:prstGeom prst="rect">
              <a:avLst/>
            </a:prstGeom>
          </p:spPr>
        </p:pic>
        <p:pic>
          <p:nvPicPr>
            <p:cNvPr id="38" name="图形 37" descr="家 1 纯色填充">
              <a:extLst>
                <a:ext uri="{FF2B5EF4-FFF2-40B4-BE49-F238E27FC236}">
                  <a16:creationId xmlns:a16="http://schemas.microsoft.com/office/drawing/2014/main" id="{D6292F1D-126B-5AFD-D290-673DC91F0E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290883" y="2382048"/>
              <a:ext cx="667135" cy="667135"/>
            </a:xfrm>
            <a:prstGeom prst="rect">
              <a:avLst/>
            </a:prstGeom>
          </p:spPr>
        </p:pic>
        <p:pic>
          <p:nvPicPr>
            <p:cNvPr id="43" name="图形 42" descr="下降趋势图 纯色填充">
              <a:extLst>
                <a:ext uri="{FF2B5EF4-FFF2-40B4-BE49-F238E27FC236}">
                  <a16:creationId xmlns:a16="http://schemas.microsoft.com/office/drawing/2014/main" id="{81EAC07D-3C57-1229-4FCF-DF7D33E4A23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423490" y="2418394"/>
              <a:ext cx="649527" cy="649527"/>
            </a:xfrm>
            <a:prstGeom prst="rect">
              <a:avLst/>
            </a:prstGeom>
          </p:spPr>
        </p:pic>
        <p:pic>
          <p:nvPicPr>
            <p:cNvPr id="48" name="图形 47" descr="禁止标志 纯色填充">
              <a:extLst>
                <a:ext uri="{FF2B5EF4-FFF2-40B4-BE49-F238E27FC236}">
                  <a16:creationId xmlns:a16="http://schemas.microsoft.com/office/drawing/2014/main" id="{8BCB82B6-055D-B718-6AB9-610FF11A153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580503" y="2413517"/>
              <a:ext cx="654404" cy="654404"/>
            </a:xfrm>
            <a:prstGeom prst="rect">
              <a:avLst/>
            </a:prstGeom>
          </p:spPr>
        </p:pic>
        <p:pic>
          <p:nvPicPr>
            <p:cNvPr id="51" name="图形 50" descr="税 纯色填充">
              <a:extLst>
                <a:ext uri="{FF2B5EF4-FFF2-40B4-BE49-F238E27FC236}">
                  <a16:creationId xmlns:a16="http://schemas.microsoft.com/office/drawing/2014/main" id="{C5290FEF-ECF8-5E0D-45E9-8B443473AC4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715763" y="2366546"/>
              <a:ext cx="702783" cy="70278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70764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59CF0-87E7-CDC0-6E5D-09654C4FA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FAF4662E-E8B0-92CE-DEF2-A8AE3C6CEEE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FAF4662E-E8B0-92CE-DEF2-A8AE3C6CEE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986B7D9C-9EE4-6535-4B05-520139D8A0AF}"/>
              </a:ext>
            </a:extLst>
          </p:cNvPr>
          <p:cNvSpPr txBox="1">
            <a:spLocks/>
          </p:cNvSpPr>
          <p:nvPr/>
        </p:nvSpPr>
        <p:spPr>
          <a:xfrm>
            <a:off x="554734" y="35509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00" b="1" kern="1200" spc="0" baseline="0">
                <a:ln w="6350" cap="flat">
                  <a:noFill/>
                  <a:miter lim="800000"/>
                </a:ln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Investment Requirement &amp; Major Assumptions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E59B0B13-638A-1C80-6351-5EBE1E619053}"/>
              </a:ext>
            </a:extLst>
          </p:cNvPr>
          <p:cNvGraphicFramePr>
            <a:graphicFrameLocks/>
          </p:cNvGraphicFramePr>
          <p:nvPr/>
        </p:nvGraphicFramePr>
        <p:xfrm>
          <a:off x="554734" y="1466392"/>
          <a:ext cx="6145055" cy="38041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786E14C-F91A-30BE-4D94-3B78911545AD}"/>
              </a:ext>
            </a:extLst>
          </p:cNvPr>
          <p:cNvSpPr txBox="1"/>
          <p:nvPr/>
        </p:nvSpPr>
        <p:spPr>
          <a:xfrm>
            <a:off x="3206750" y="2971800"/>
            <a:ext cx="914400" cy="9144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GB" sz="160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085334C-34B0-1DBC-B59A-E3147FF5DF8B}"/>
              </a:ext>
            </a:extLst>
          </p:cNvPr>
          <p:cNvGrpSpPr/>
          <p:nvPr/>
        </p:nvGrpSpPr>
        <p:grpSpPr>
          <a:xfrm>
            <a:off x="7299514" y="1905000"/>
            <a:ext cx="4254500" cy="553720"/>
            <a:chOff x="7073900" y="1803400"/>
            <a:chExt cx="4254500" cy="553720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A8330C33-653A-1FEB-725E-F58E40FEB293}"/>
                </a:ext>
              </a:extLst>
            </p:cNvPr>
            <p:cNvSpPr/>
            <p:nvPr/>
          </p:nvSpPr>
          <p:spPr>
            <a:xfrm>
              <a:off x="7073900" y="1803400"/>
              <a:ext cx="4254500" cy="553720"/>
            </a:xfrm>
            <a:prstGeom prst="round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371600">
                <a:spcBef>
                  <a:spcPts val="300"/>
                </a:spcBef>
                <a:spcAft>
                  <a:spcPts val="300"/>
                </a:spcAft>
              </a:pPr>
              <a:r>
                <a:rPr lang="en-GB" sz="1600">
                  <a:solidFill>
                    <a:schemeClr val="tx1"/>
                  </a:solidFill>
                </a:rPr>
                <a:t>22 years (from age 45 to 67, long-term oriented)</a:t>
              </a: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CE0BA284-8496-A318-BDDE-00921EE17DD9}"/>
                </a:ext>
              </a:extLst>
            </p:cNvPr>
            <p:cNvSpPr/>
            <p:nvPr/>
          </p:nvSpPr>
          <p:spPr>
            <a:xfrm>
              <a:off x="7073900" y="1803400"/>
              <a:ext cx="1238476" cy="55372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GB" sz="1600">
                  <a:solidFill>
                    <a:schemeClr val="tx1"/>
                  </a:solidFill>
                </a:rPr>
                <a:t>Investment Horizon</a:t>
              </a:r>
              <a:endParaRPr lang="en-GB" sz="1600">
                <a:solidFill>
                  <a:schemeClr val="bg1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EAE338E-2DDC-AA75-708F-BF3A8A5E7733}"/>
              </a:ext>
            </a:extLst>
          </p:cNvPr>
          <p:cNvGrpSpPr/>
          <p:nvPr/>
        </p:nvGrpSpPr>
        <p:grpSpPr>
          <a:xfrm>
            <a:off x="7299514" y="2749126"/>
            <a:ext cx="4254500" cy="553720"/>
            <a:chOff x="7073900" y="1803400"/>
            <a:chExt cx="4254500" cy="553720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9BB77DEC-6D48-9176-C680-562A12181151}"/>
                </a:ext>
              </a:extLst>
            </p:cNvPr>
            <p:cNvSpPr/>
            <p:nvPr/>
          </p:nvSpPr>
          <p:spPr>
            <a:xfrm>
              <a:off x="7073900" y="1803400"/>
              <a:ext cx="4254500" cy="553720"/>
            </a:xfrm>
            <a:prstGeom prst="round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371600">
                <a:spcBef>
                  <a:spcPts val="300"/>
                </a:spcBef>
                <a:spcAft>
                  <a:spcPts val="300"/>
                </a:spcAft>
              </a:pPr>
              <a:r>
                <a:rPr lang="en-GB" sz="1600">
                  <a:solidFill>
                    <a:schemeClr val="tx1"/>
                  </a:solidFill>
                </a:rPr>
                <a:t>No interim withdrawals, capital locked until retirement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C9B7108D-E534-A35A-4BF8-5C9FE828CB1B}"/>
                </a:ext>
              </a:extLst>
            </p:cNvPr>
            <p:cNvSpPr/>
            <p:nvPr/>
          </p:nvSpPr>
          <p:spPr>
            <a:xfrm>
              <a:off x="7073900" y="1803400"/>
              <a:ext cx="1238476" cy="55372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GB" sz="1600">
                  <a:solidFill>
                    <a:schemeClr val="tx1"/>
                  </a:solidFill>
                </a:rPr>
                <a:t>Liquidity</a:t>
              </a:r>
              <a:endParaRPr lang="en-GB" sz="1600">
                <a:solidFill>
                  <a:schemeClr val="bg1"/>
                </a:solidFill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9C91327-E052-AE63-E131-134B28862728}"/>
              </a:ext>
            </a:extLst>
          </p:cNvPr>
          <p:cNvGrpSpPr/>
          <p:nvPr/>
        </p:nvGrpSpPr>
        <p:grpSpPr>
          <a:xfrm>
            <a:off x="7299514" y="3593252"/>
            <a:ext cx="4254500" cy="553720"/>
            <a:chOff x="7073900" y="1803400"/>
            <a:chExt cx="4254500" cy="553720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103FE578-11DB-67CA-4AA4-19F02EBFD547}"/>
                </a:ext>
              </a:extLst>
            </p:cNvPr>
            <p:cNvSpPr/>
            <p:nvPr/>
          </p:nvSpPr>
          <p:spPr>
            <a:xfrm>
              <a:off x="7073900" y="1803400"/>
              <a:ext cx="4254500" cy="553720"/>
            </a:xfrm>
            <a:prstGeom prst="round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371600">
                <a:spcBef>
                  <a:spcPts val="300"/>
                </a:spcBef>
                <a:spcAft>
                  <a:spcPts val="300"/>
                </a:spcAft>
              </a:pPr>
              <a:r>
                <a:rPr lang="en-GB" sz="1600">
                  <a:solidFill>
                    <a:schemeClr val="tx1"/>
                  </a:solidFill>
                </a:rPr>
                <a:t>6–7% nominal (~4% real) to close pension gap.</a:t>
              </a: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5983B31E-6720-B171-2972-1252730A0251}"/>
                </a:ext>
              </a:extLst>
            </p:cNvPr>
            <p:cNvSpPr/>
            <p:nvPr/>
          </p:nvSpPr>
          <p:spPr>
            <a:xfrm>
              <a:off x="7073900" y="1803400"/>
              <a:ext cx="1238476" cy="55372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GB" sz="1600">
                  <a:solidFill>
                    <a:schemeClr val="tx1"/>
                  </a:solidFill>
                </a:rPr>
                <a:t>Return Target</a:t>
              </a:r>
              <a:endParaRPr lang="en-GB" sz="1600">
                <a:solidFill>
                  <a:schemeClr val="bg1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8792A0-AE97-5935-113B-D7D30DC2598B}"/>
              </a:ext>
            </a:extLst>
          </p:cNvPr>
          <p:cNvGrpSpPr/>
          <p:nvPr/>
        </p:nvGrpSpPr>
        <p:grpSpPr>
          <a:xfrm>
            <a:off x="7299514" y="4437379"/>
            <a:ext cx="4254500" cy="553720"/>
            <a:chOff x="7073900" y="1803400"/>
            <a:chExt cx="4254500" cy="553720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DED82573-1BF6-727E-5D2A-29A639A4725A}"/>
                </a:ext>
              </a:extLst>
            </p:cNvPr>
            <p:cNvSpPr/>
            <p:nvPr/>
          </p:nvSpPr>
          <p:spPr>
            <a:xfrm>
              <a:off x="7073900" y="1803400"/>
              <a:ext cx="4254500" cy="553720"/>
            </a:xfrm>
            <a:prstGeom prst="round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371600">
                <a:spcBef>
                  <a:spcPts val="300"/>
                </a:spcBef>
                <a:spcAft>
                  <a:spcPts val="300"/>
                </a:spcAft>
              </a:pPr>
              <a:r>
                <a:rPr lang="en-GB" sz="1600">
                  <a:solidFill>
                    <a:schemeClr val="tx1"/>
                  </a:solidFill>
                </a:rPr>
                <a:t>Moderate / slightly risk-averse.</a:t>
              </a: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82753A1B-0C25-6CF2-4D9C-17762F965B66}"/>
                </a:ext>
              </a:extLst>
            </p:cNvPr>
            <p:cNvSpPr/>
            <p:nvPr/>
          </p:nvSpPr>
          <p:spPr>
            <a:xfrm>
              <a:off x="7073900" y="1803400"/>
              <a:ext cx="1238476" cy="55372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GB" sz="1600">
                  <a:solidFill>
                    <a:schemeClr val="tx1"/>
                  </a:solidFill>
                </a:rPr>
                <a:t>Risk Profile</a:t>
              </a:r>
              <a:endParaRPr lang="en-GB" sz="1600">
                <a:solidFill>
                  <a:schemeClr val="bg1"/>
                </a:solidFill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5DE4F0A-21AD-C9AD-A2B4-95FD7D8E2937}"/>
              </a:ext>
            </a:extLst>
          </p:cNvPr>
          <p:cNvGrpSpPr/>
          <p:nvPr/>
        </p:nvGrpSpPr>
        <p:grpSpPr>
          <a:xfrm>
            <a:off x="1440259" y="5639000"/>
            <a:ext cx="4217201" cy="444165"/>
            <a:chOff x="554734" y="5493668"/>
            <a:chExt cx="3916086" cy="313222"/>
          </a:xfrm>
        </p:grpSpPr>
        <p:pic>
          <p:nvPicPr>
            <p:cNvPr id="27" name="Graphic 26" descr="Euro with solid fill">
              <a:extLst>
                <a:ext uri="{FF2B5EF4-FFF2-40B4-BE49-F238E27FC236}">
                  <a16:creationId xmlns:a16="http://schemas.microsoft.com/office/drawing/2014/main" id="{7C1B2BBE-69DA-BFE0-A56C-DD8408D657B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54734" y="5493668"/>
              <a:ext cx="313222" cy="313222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7EEA87A-8E3B-5005-27FE-490DF7A649A9}"/>
                </a:ext>
              </a:extLst>
            </p:cNvPr>
            <p:cNvSpPr txBox="1"/>
            <p:nvPr/>
          </p:nvSpPr>
          <p:spPr>
            <a:xfrm>
              <a:off x="990600" y="5499100"/>
              <a:ext cx="3480220" cy="238746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none" lIns="0" tIns="0" rIns="0" bIns="0" rtlCol="0">
              <a:spAutoFit/>
            </a:bodyPr>
            <a:lstStyle/>
            <a:p>
              <a:r>
                <a:rPr lang="de-DE" sz="1100">
                  <a:solidFill>
                    <a:srgbClr val="171616"/>
                  </a:solidFill>
                  <a:ea typeface="+mj-lt"/>
                  <a:cs typeface="+mj-lt"/>
                </a:rPr>
                <a:t>EUR-</a:t>
              </a:r>
              <a:r>
                <a:rPr lang="de-DE" sz="1100" err="1">
                  <a:solidFill>
                    <a:srgbClr val="171616"/>
                  </a:solidFill>
                  <a:ea typeface="+mj-lt"/>
                  <a:cs typeface="+mj-lt"/>
                </a:rPr>
                <a:t>based</a:t>
              </a:r>
              <a:r>
                <a:rPr lang="de-DE" sz="1100">
                  <a:solidFill>
                    <a:srgbClr val="171616"/>
                  </a:solidFill>
                  <a:ea typeface="+mj-lt"/>
                  <a:cs typeface="+mj-lt"/>
                </a:rPr>
                <a:t> </a:t>
              </a:r>
              <a:r>
                <a:rPr lang="de-DE" sz="1100" err="1">
                  <a:solidFill>
                    <a:srgbClr val="171616"/>
                  </a:solidFill>
                  <a:ea typeface="+mj-lt"/>
                  <a:cs typeface="+mj-lt"/>
                </a:rPr>
                <a:t>liabilities</a:t>
              </a:r>
              <a:r>
                <a:rPr lang="de-DE" sz="1100">
                  <a:solidFill>
                    <a:srgbClr val="171616"/>
                  </a:solidFill>
                  <a:ea typeface="+mj-lt"/>
                  <a:cs typeface="+mj-lt"/>
                </a:rPr>
                <a:t> → </a:t>
              </a:r>
              <a:r>
                <a:rPr lang="de-DE" sz="1100" err="1">
                  <a:solidFill>
                    <a:srgbClr val="171616"/>
                  </a:solidFill>
                  <a:ea typeface="+mj-lt"/>
                  <a:cs typeface="+mj-lt"/>
                </a:rPr>
                <a:t>minimize</a:t>
              </a:r>
              <a:r>
                <a:rPr lang="de-DE" sz="1100">
                  <a:solidFill>
                    <a:srgbClr val="171616"/>
                  </a:solidFill>
                  <a:ea typeface="+mj-lt"/>
                  <a:cs typeface="+mj-lt"/>
                </a:rPr>
                <a:t> FX </a:t>
              </a:r>
              <a:r>
                <a:rPr lang="de-DE" sz="1100" err="1">
                  <a:solidFill>
                    <a:srgbClr val="171616"/>
                  </a:solidFill>
                  <a:ea typeface="+mj-lt"/>
                  <a:cs typeface="+mj-lt"/>
                </a:rPr>
                <a:t>risk</a:t>
              </a:r>
              <a:r>
                <a:rPr lang="de-DE" sz="1100">
                  <a:solidFill>
                    <a:srgbClr val="171616"/>
                  </a:solidFill>
                  <a:ea typeface="+mj-lt"/>
                  <a:cs typeface="+mj-lt"/>
                </a:rPr>
                <a:t> (EUR </a:t>
              </a:r>
              <a:r>
                <a:rPr lang="de-DE" sz="1100" err="1">
                  <a:solidFill>
                    <a:srgbClr val="171616"/>
                  </a:solidFill>
                  <a:ea typeface="+mj-lt"/>
                  <a:cs typeface="+mj-lt"/>
                </a:rPr>
                <a:t>bonds</a:t>
              </a:r>
              <a:r>
                <a:rPr lang="de-DE" sz="1100">
                  <a:solidFill>
                    <a:srgbClr val="171616"/>
                  </a:solidFill>
                  <a:ea typeface="+mj-lt"/>
                  <a:cs typeface="+mj-lt"/>
                </a:rPr>
                <a:t>, </a:t>
              </a:r>
            </a:p>
            <a:p>
              <a:r>
                <a:rPr lang="de-DE" sz="1100" err="1">
                  <a:solidFill>
                    <a:srgbClr val="171616"/>
                  </a:solidFill>
                  <a:ea typeface="+mj-lt"/>
                  <a:cs typeface="+mj-lt"/>
                </a:rPr>
                <a:t>some</a:t>
              </a:r>
              <a:r>
                <a:rPr lang="de-DE" sz="1100">
                  <a:solidFill>
                    <a:srgbClr val="171616"/>
                  </a:solidFill>
                  <a:ea typeface="+mj-lt"/>
                  <a:cs typeface="+mj-lt"/>
                </a:rPr>
                <a:t> </a:t>
              </a:r>
              <a:r>
                <a:rPr lang="de-DE" sz="1100" err="1">
                  <a:solidFill>
                    <a:srgbClr val="171616"/>
                  </a:solidFill>
                  <a:ea typeface="+mj-lt"/>
                  <a:cs typeface="+mj-lt"/>
                </a:rPr>
                <a:t>unhedged</a:t>
              </a:r>
              <a:r>
                <a:rPr lang="de-DE" sz="1100">
                  <a:solidFill>
                    <a:srgbClr val="171616"/>
                  </a:solidFill>
                  <a:ea typeface="+mj-lt"/>
                  <a:cs typeface="+mj-lt"/>
                </a:rPr>
                <a:t> USD </a:t>
              </a:r>
              <a:r>
                <a:rPr lang="de-DE" sz="1100" err="1">
                  <a:solidFill>
                    <a:srgbClr val="171616"/>
                  </a:solidFill>
                  <a:ea typeface="+mj-lt"/>
                  <a:cs typeface="+mj-lt"/>
                </a:rPr>
                <a:t>equities</a:t>
              </a:r>
              <a:r>
                <a:rPr lang="de-DE" sz="1100">
                  <a:solidFill>
                    <a:srgbClr val="171616"/>
                  </a:solidFill>
                  <a:ea typeface="+mj-lt"/>
                  <a:cs typeface="+mj-lt"/>
                </a:rPr>
                <a:t> </a:t>
              </a:r>
              <a:r>
                <a:rPr lang="de-DE" sz="1100" err="1">
                  <a:solidFill>
                    <a:srgbClr val="171616"/>
                  </a:solidFill>
                  <a:ea typeface="+mj-lt"/>
                  <a:cs typeface="+mj-lt"/>
                </a:rPr>
                <a:t>acceptable</a:t>
              </a:r>
              <a:r>
                <a:rPr lang="de-DE" sz="1100">
                  <a:solidFill>
                    <a:srgbClr val="171616"/>
                  </a:solidFill>
                  <a:ea typeface="+mj-lt"/>
                  <a:cs typeface="+mj-lt"/>
                </a:rPr>
                <a:t> but </a:t>
              </a:r>
              <a:r>
                <a:rPr lang="de-DE" sz="1100" err="1">
                  <a:solidFill>
                    <a:srgbClr val="171616"/>
                  </a:solidFill>
                  <a:ea typeface="+mj-lt"/>
                  <a:cs typeface="+mj-lt"/>
                </a:rPr>
                <a:t>should</a:t>
              </a:r>
              <a:r>
                <a:rPr lang="de-DE" sz="1100">
                  <a:solidFill>
                    <a:srgbClr val="171616"/>
                  </a:solidFill>
                  <a:ea typeface="+mj-lt"/>
                  <a:cs typeface="+mj-lt"/>
                </a:rPr>
                <a:t> </a:t>
              </a:r>
              <a:r>
                <a:rPr lang="de-DE" sz="1100" err="1">
                  <a:solidFill>
                    <a:srgbClr val="171616"/>
                  </a:solidFill>
                  <a:ea typeface="+mj-lt"/>
                  <a:cs typeface="+mj-lt"/>
                </a:rPr>
                <a:t>avoid</a:t>
              </a:r>
              <a:r>
                <a:rPr lang="de-DE" sz="1100">
                  <a:solidFill>
                    <a:srgbClr val="171616"/>
                  </a:solidFill>
                  <a:ea typeface="+mj-lt"/>
                  <a:cs typeface="+mj-lt"/>
                </a:rPr>
                <a:t>).</a:t>
              </a:r>
              <a:endParaRPr lang="en-GB" sz="1100">
                <a:solidFill>
                  <a:schemeClr val="bg1"/>
                </a:solidFill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A1B9FE2B-9828-5B36-80A8-166F5D8BCCB7}"/>
              </a:ext>
            </a:extLst>
          </p:cNvPr>
          <p:cNvGrpSpPr/>
          <p:nvPr/>
        </p:nvGrpSpPr>
        <p:grpSpPr>
          <a:xfrm>
            <a:off x="6947150" y="5639000"/>
            <a:ext cx="2713734" cy="310896"/>
            <a:chOff x="7997101" y="5641327"/>
            <a:chExt cx="2713734" cy="310896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5195E53-7FF1-FEDC-E499-729008EF86C6}"/>
                </a:ext>
              </a:extLst>
            </p:cNvPr>
            <p:cNvSpPr txBox="1"/>
            <p:nvPr/>
          </p:nvSpPr>
          <p:spPr>
            <a:xfrm>
              <a:off x="8432967" y="5719831"/>
              <a:ext cx="2277868" cy="169277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none" lIns="0" tIns="0" rIns="0" bIns="0" rtlCol="0">
              <a:spAutoFit/>
            </a:bodyPr>
            <a:lstStyle/>
            <a:p>
              <a:r>
                <a:rPr lang="de-DE" sz="1100">
                  <a:solidFill>
                    <a:srgbClr val="171616"/>
                  </a:solidFill>
                  <a:ea typeface="+mj-lt"/>
                  <a:cs typeface="+mj-lt"/>
                </a:rPr>
                <a:t>German </a:t>
              </a:r>
              <a:r>
                <a:rPr lang="de-DE" sz="1100" err="1">
                  <a:solidFill>
                    <a:srgbClr val="171616"/>
                  </a:solidFill>
                  <a:ea typeface="+mj-lt"/>
                  <a:cs typeface="+mj-lt"/>
                </a:rPr>
                <a:t>pension</a:t>
              </a:r>
              <a:r>
                <a:rPr lang="de-DE" sz="1100">
                  <a:solidFill>
                    <a:srgbClr val="171616"/>
                  </a:solidFill>
                  <a:ea typeface="+mj-lt"/>
                  <a:cs typeface="+mj-lt"/>
                </a:rPr>
                <a:t>/</a:t>
              </a:r>
              <a:r>
                <a:rPr lang="de-DE" sz="1100" err="1">
                  <a:solidFill>
                    <a:srgbClr val="171616"/>
                  </a:solidFill>
                  <a:ea typeface="+mj-lt"/>
                  <a:cs typeface="+mj-lt"/>
                </a:rPr>
                <a:t>tax</a:t>
              </a:r>
              <a:r>
                <a:rPr lang="de-DE" sz="1100">
                  <a:solidFill>
                    <a:srgbClr val="171616"/>
                  </a:solidFill>
                  <a:ea typeface="+mj-lt"/>
                  <a:cs typeface="+mj-lt"/>
                </a:rPr>
                <a:t> </a:t>
              </a:r>
              <a:r>
                <a:rPr lang="de-DE" sz="1100" err="1">
                  <a:solidFill>
                    <a:srgbClr val="171616"/>
                  </a:solidFill>
                  <a:ea typeface="+mj-lt"/>
                  <a:cs typeface="+mj-lt"/>
                </a:rPr>
                <a:t>system</a:t>
              </a:r>
              <a:r>
                <a:rPr lang="de-DE" sz="1100">
                  <a:solidFill>
                    <a:srgbClr val="171616"/>
                  </a:solidFill>
                  <a:ea typeface="+mj-lt"/>
                  <a:cs typeface="+mj-lt"/>
                </a:rPr>
                <a:t> </a:t>
              </a:r>
              <a:r>
                <a:rPr lang="de-DE" sz="1100" err="1">
                  <a:solidFill>
                    <a:srgbClr val="171616"/>
                  </a:solidFill>
                  <a:ea typeface="+mj-lt"/>
                  <a:cs typeface="+mj-lt"/>
                </a:rPr>
                <a:t>applies</a:t>
              </a:r>
              <a:r>
                <a:rPr lang="de-DE" sz="1100">
                  <a:solidFill>
                    <a:srgbClr val="171616"/>
                  </a:solidFill>
                  <a:ea typeface="+mj-lt"/>
                  <a:cs typeface="+mj-lt"/>
                </a:rPr>
                <a:t>.</a:t>
              </a:r>
              <a:endParaRPr lang="en-GB" sz="1100">
                <a:solidFill>
                  <a:schemeClr val="bg1"/>
                </a:solidFill>
              </a:endParaRPr>
            </a:p>
          </p:txBody>
        </p:sp>
        <p:pic>
          <p:nvPicPr>
            <p:cNvPr id="39" name="Graphic 38" descr="Court outline">
              <a:extLst>
                <a:ext uri="{FF2B5EF4-FFF2-40B4-BE49-F238E27FC236}">
                  <a16:creationId xmlns:a16="http://schemas.microsoft.com/office/drawing/2014/main" id="{BC019870-01A0-65FC-3888-FBD84BAC3E8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997101" y="5641327"/>
              <a:ext cx="310896" cy="3108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7533236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4D0E8-67EA-11A9-02E0-FDA845246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F865F-3FA0-AC4C-EB01-E84BBD8AD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Current Interest Rate Environment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6AE302-D3F8-E1DF-A58A-ADB656B5595C}"/>
              </a:ext>
            </a:extLst>
          </p:cNvPr>
          <p:cNvSpPr txBox="1"/>
          <p:nvPr/>
        </p:nvSpPr>
        <p:spPr>
          <a:xfrm>
            <a:off x="554736" y="6477802"/>
            <a:ext cx="5564024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de-DE" sz="800">
                <a:solidFill>
                  <a:schemeClr val="bg1"/>
                </a:solidFill>
              </a:rPr>
              <a:t>Sources: </a:t>
            </a:r>
            <a:r>
              <a:rPr lang="en-GB" sz="800">
                <a:solidFill>
                  <a:schemeClr val="bg1"/>
                </a:solidFill>
              </a:rPr>
              <a:t>Federal Funds Target Range - Upper Limit (DFEDTARU) | FRED | St. Louis Fed, Key ECB interest rates, Refinitiv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807C5E2-D4E9-FE94-1921-F578D781280E}"/>
              </a:ext>
            </a:extLst>
          </p:cNvPr>
          <p:cNvSpPr/>
          <p:nvPr/>
        </p:nvSpPr>
        <p:spPr>
          <a:xfrm>
            <a:off x="550034" y="5139652"/>
            <a:ext cx="4773193" cy="119200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600">
                <a:solidFill>
                  <a:schemeClr val="bg1"/>
                </a:solidFill>
                <a:cs typeface="Arial"/>
              </a:rPr>
              <a:t>Higher for Longer Rate Environment with inflation upside risks and geo-political uncertainty.</a:t>
            </a:r>
          </a:p>
        </p:txBody>
      </p:sp>
      <p:pic>
        <p:nvPicPr>
          <p:cNvPr id="7" name="Picture 6" descr="A graph with a line&#10;&#10;AI-generated content may be incorrect.">
            <a:extLst>
              <a:ext uri="{FF2B5EF4-FFF2-40B4-BE49-F238E27FC236}">
                <a16:creationId xmlns:a16="http://schemas.microsoft.com/office/drawing/2014/main" id="{A3D1AE45-BE42-C0D1-A65A-8500CBE4E3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64" r="15773" b="249"/>
          <a:stretch>
            <a:fillRect/>
          </a:stretch>
        </p:blipFill>
        <p:spPr>
          <a:xfrm>
            <a:off x="6100779" y="1547446"/>
            <a:ext cx="5400062" cy="4677542"/>
          </a:xfrm>
          <a:prstGeom prst="rect">
            <a:avLst/>
          </a:prstGeom>
        </p:spPr>
      </p:pic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03829AB4-A1B9-8A0F-79B5-3C69219E861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42338550"/>
              </p:ext>
            </p:extLst>
          </p:nvPr>
        </p:nvGraphicFramePr>
        <p:xfrm>
          <a:off x="266530" y="1545064"/>
          <a:ext cx="5859082" cy="35154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24077232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D8D23-CAB3-E04F-03A6-127D2A983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98425-5FD3-E832-8D65-13484F3B1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Macro Outlook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DB9CD2-2EA0-50DE-95EC-83C56EDD63D3}"/>
              </a:ext>
            </a:extLst>
          </p:cNvPr>
          <p:cNvSpPr txBox="1"/>
          <p:nvPr/>
        </p:nvSpPr>
        <p:spPr>
          <a:xfrm>
            <a:off x="554736" y="6477802"/>
            <a:ext cx="5564024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de-DE" sz="800">
                <a:solidFill>
                  <a:schemeClr val="bg1"/>
                </a:solidFill>
              </a:rPr>
              <a:t>Sources: </a:t>
            </a:r>
            <a:r>
              <a:rPr lang="en-GB" sz="800">
                <a:solidFill>
                  <a:schemeClr val="bg1"/>
                </a:solidFill>
              </a:rPr>
              <a:t>Federal Funds Target Range - Upper Limit (DFEDTARU) | FRED | St. Louis Fed, Key ECB interest rates, Refinitiv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E13BA0-50F0-39BA-DCC8-8E09ED319AC7}"/>
              </a:ext>
            </a:extLst>
          </p:cNvPr>
          <p:cNvSpPr txBox="1"/>
          <p:nvPr/>
        </p:nvSpPr>
        <p:spPr>
          <a:xfrm>
            <a:off x="638112" y="1464288"/>
            <a:ext cx="10915775" cy="151628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t">
            <a:noAutofit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IN" sz="1600" b="0" i="0" u="none" strike="noStrike">
                <a:solidFill>
                  <a:srgbClr val="000000"/>
                </a:solidFill>
                <a:effectLst/>
                <a:latin typeface="Georgia"/>
              </a:rPr>
              <a:t>Over the next </a:t>
            </a:r>
            <a:r>
              <a:rPr lang="en-IN" sz="1600">
                <a:solidFill>
                  <a:srgbClr val="000000"/>
                </a:solidFill>
                <a:latin typeface="Georgia"/>
              </a:rPr>
              <a:t>medium term</a:t>
            </a:r>
            <a:r>
              <a:rPr lang="en-IN" sz="1600" b="0" i="0" u="none" strike="noStrike">
                <a:solidFill>
                  <a:srgbClr val="000000"/>
                </a:solidFill>
                <a:effectLst/>
                <a:latin typeface="Georgia"/>
              </a:rPr>
              <a:t>, economic growth in the </a:t>
            </a:r>
            <a:r>
              <a:rPr lang="en-IN" sz="1600" b="1">
                <a:solidFill>
                  <a:srgbClr val="000000"/>
                </a:solidFill>
                <a:latin typeface="Georgia"/>
              </a:rPr>
              <a:t>E</a:t>
            </a:r>
            <a:r>
              <a:rPr lang="en-IN" sz="1600" b="1" i="0" u="none" strike="noStrike">
                <a:solidFill>
                  <a:srgbClr val="000000"/>
                </a:solidFill>
                <a:effectLst/>
                <a:latin typeface="Georgia"/>
              </a:rPr>
              <a:t>uro Area</a:t>
            </a:r>
            <a:r>
              <a:rPr lang="en-IN" sz="1600" b="0" i="0" u="none" strike="noStrike">
                <a:solidFill>
                  <a:srgbClr val="000000"/>
                </a:solidFill>
                <a:effectLst/>
                <a:latin typeface="Georgia"/>
              </a:rPr>
              <a:t> is projected to moderate</a:t>
            </a:r>
            <a:r>
              <a:rPr lang="en-IN" sz="1600">
                <a:solidFill>
                  <a:srgbClr val="000000"/>
                </a:solidFill>
                <a:latin typeface="Georgia"/>
              </a:rPr>
              <a:t> to </a:t>
            </a:r>
            <a:r>
              <a:rPr lang="en-IN" sz="1600" b="0" i="0" u="none" strike="noStrike">
                <a:solidFill>
                  <a:srgbClr val="000000"/>
                </a:solidFill>
                <a:effectLst/>
                <a:latin typeface="Georgia"/>
              </a:rPr>
              <a:t>1.3% in 2027. </a:t>
            </a:r>
            <a:endParaRPr lang="en-US" sz="1600">
              <a:solidFill>
                <a:srgbClr val="FFFFFF"/>
              </a:solidFill>
              <a:latin typeface="Georgia"/>
            </a:endParaRP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IN" sz="1600" b="0" i="0" u="none" strike="noStrike">
                <a:solidFill>
                  <a:srgbClr val="000000"/>
                </a:solidFill>
                <a:effectLst/>
                <a:latin typeface="Georgia"/>
              </a:rPr>
              <a:t>Inflation (HICP) is expected to decline from ~2.1% to ~1.7% and then settle near ~1.9%. </a:t>
            </a:r>
            <a:endParaRPr lang="en-US" sz="1600">
              <a:solidFill>
                <a:srgbClr val="FFFFFF"/>
              </a:solidFill>
              <a:latin typeface="Georgia"/>
            </a:endParaRP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IN" sz="1600" b="0" i="0" u="none" strike="noStrike">
                <a:solidFill>
                  <a:srgbClr val="000000"/>
                </a:solidFill>
                <a:effectLst/>
                <a:latin typeface="Georgia"/>
              </a:rPr>
              <a:t>Meanwhile, in the </a:t>
            </a:r>
            <a:r>
              <a:rPr lang="en-IN" sz="1600" b="1" i="0" u="none" strike="noStrike">
                <a:solidFill>
                  <a:srgbClr val="000000"/>
                </a:solidFill>
                <a:effectLst/>
                <a:latin typeface="Georgia"/>
              </a:rPr>
              <a:t>United States</a:t>
            </a:r>
            <a:r>
              <a:rPr lang="en-IN" sz="1600" b="0" i="0" u="none" strike="noStrike">
                <a:solidFill>
                  <a:srgbClr val="000000"/>
                </a:solidFill>
                <a:effectLst/>
                <a:latin typeface="Georgia"/>
              </a:rPr>
              <a:t>, real GDP growth is expected to stay under 2%, </a:t>
            </a:r>
            <a:endParaRPr lang="en-US" sz="1600">
              <a:solidFill>
                <a:srgbClr val="FFFFFF"/>
              </a:solidFill>
              <a:latin typeface="Georgia"/>
            </a:endParaRP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IN" sz="1600">
                <a:solidFill>
                  <a:srgbClr val="000000"/>
                </a:solidFill>
                <a:latin typeface="Georgia"/>
              </a:rPr>
              <a:t>Core</a:t>
            </a:r>
            <a:r>
              <a:rPr lang="en-IN" sz="1600" b="0" i="0" u="none" strike="noStrike">
                <a:solidFill>
                  <a:srgbClr val="000000"/>
                </a:solidFill>
                <a:effectLst/>
                <a:latin typeface="Georgia"/>
              </a:rPr>
              <a:t> PCE inflation hovering around 2–2.4%. </a:t>
            </a:r>
            <a:endParaRPr lang="en-US" sz="1600">
              <a:solidFill>
                <a:srgbClr val="FFFFFF"/>
              </a:solidFill>
              <a:latin typeface="Georgia"/>
            </a:endParaRP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IN" sz="1600" b="0" i="0" u="none" strike="noStrike">
                <a:solidFill>
                  <a:srgbClr val="000000"/>
                </a:solidFill>
                <a:effectLst/>
                <a:latin typeface="Georgia"/>
              </a:rPr>
              <a:t>Globally, the IMF estimates growth of ~3.0–3.3% in 2025, with headline inflation at ~4.2% in 2025 gradually easing in 2026.</a:t>
            </a:r>
            <a:endParaRPr lang="en-US" sz="1600">
              <a:latin typeface="Georgia"/>
            </a:endParaRPr>
          </a:p>
        </p:txBody>
      </p:sp>
      <p:pic>
        <p:nvPicPr>
          <p:cNvPr id="14" name="Picture 13" descr="A graph with numbers and a number of points&#10;&#10;Description automatically generated with medium confidence">
            <a:extLst>
              <a:ext uri="{FF2B5EF4-FFF2-40B4-BE49-F238E27FC236}">
                <a16:creationId xmlns:a16="http://schemas.microsoft.com/office/drawing/2014/main" id="{33D0906E-4F93-0840-7C37-84C4CC3B1A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506" y="3431133"/>
            <a:ext cx="9678079" cy="279031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07032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B63AE-A3B8-F8F6-3B0B-A2DC50F8A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511FD-29EA-1729-32FD-50FD896F0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34" y="355092"/>
            <a:ext cx="11082528" cy="731520"/>
          </a:xfrm>
        </p:spPr>
        <p:txBody>
          <a:bodyPr/>
          <a:lstStyle/>
          <a:p>
            <a:r>
              <a:rPr lang="en-US" altLang="zh-CN"/>
              <a:t>German Statutory Pension System</a:t>
            </a:r>
            <a:endParaRPr 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7AB3C69-D2EA-1582-721B-D61F3079A21B}"/>
              </a:ext>
            </a:extLst>
          </p:cNvPr>
          <p:cNvSpPr txBox="1"/>
          <p:nvPr/>
        </p:nvSpPr>
        <p:spPr>
          <a:xfrm>
            <a:off x="390293" y="1170878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9C36895-CD3D-89F1-9B62-3155EEE8EC36}"/>
              </a:ext>
            </a:extLst>
          </p:cNvPr>
          <p:cNvGrpSpPr/>
          <p:nvPr/>
        </p:nvGrpSpPr>
        <p:grpSpPr>
          <a:xfrm>
            <a:off x="554734" y="3869181"/>
            <a:ext cx="5742985" cy="944518"/>
            <a:chOff x="494853" y="2866991"/>
            <a:chExt cx="5742985" cy="944518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ADC7731-001F-F23A-CDD9-D9C019F2B22B}"/>
                </a:ext>
              </a:extLst>
            </p:cNvPr>
            <p:cNvSpPr/>
            <p:nvPr/>
          </p:nvSpPr>
          <p:spPr>
            <a:xfrm>
              <a:off x="554735" y="2866991"/>
              <a:ext cx="5683103" cy="944518"/>
            </a:xfrm>
            <a:prstGeom prst="rect">
              <a:avLst/>
            </a:prstGeom>
            <a:noFill/>
            <a:effectLst/>
          </p:spPr>
          <p:txBody>
            <a:bodyPr lIns="73152" tIns="73152" rIns="73152" bIns="73152" anchor="ctr"/>
            <a:lstStyle/>
            <a:p>
              <a:r>
                <a:rPr lang="de-DE" sz="1400" b="1">
                  <a:solidFill>
                    <a:schemeClr val="bg1"/>
                  </a:solidFill>
                </a:rPr>
                <a:t>P</a:t>
              </a:r>
              <a:r>
                <a:rPr lang="en-US" altLang="zh-CN" sz="1400" b="1" err="1">
                  <a:solidFill>
                    <a:schemeClr val="bg1"/>
                  </a:solidFill>
                </a:rPr>
                <a:t>ension</a:t>
              </a:r>
              <a:r>
                <a:rPr lang="en-US" altLang="zh-CN" sz="1400" b="1">
                  <a:solidFill>
                    <a:schemeClr val="bg1"/>
                  </a:solidFill>
                </a:rPr>
                <a:t> Points = Individual Earnings ÷ German Average Earnings</a:t>
              </a:r>
            </a:p>
            <a:p>
              <a:r>
                <a:rPr lang="en-US" sz="1400" b="1">
                  <a:solidFill>
                    <a:schemeClr val="bg1"/>
                  </a:solidFill>
                </a:rPr>
                <a:t>(</a:t>
              </a:r>
              <a:r>
                <a:rPr lang="en-US" sz="1400" b="1" err="1">
                  <a:solidFill>
                    <a:schemeClr val="bg1"/>
                  </a:solidFill>
                </a:rPr>
                <a:t>Rentenpunkte</a:t>
              </a:r>
              <a:r>
                <a:rPr lang="en-US" sz="1400" b="1">
                  <a:solidFill>
                    <a:schemeClr val="bg1"/>
                  </a:solidFill>
                </a:rPr>
                <a:t>)                                            (</a:t>
              </a:r>
              <a:r>
                <a:rPr lang="en-US" sz="1400" b="1" err="1">
                  <a:solidFill>
                    <a:schemeClr val="bg1"/>
                  </a:solidFill>
                </a:rPr>
                <a:t>Durchschnittsentgelt</a:t>
              </a:r>
              <a:r>
                <a:rPr lang="en-US" sz="1400" b="1">
                  <a:solidFill>
                    <a:schemeClr val="bg1"/>
                  </a:solidFill>
                </a:rPr>
                <a:t>)</a:t>
              </a:r>
              <a:endParaRPr lang="de-DE" sz="1400" b="1">
                <a:solidFill>
                  <a:schemeClr val="bg1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031FD5B-F008-3FE2-CF3E-A88867C1B367}"/>
                </a:ext>
              </a:extLst>
            </p:cNvPr>
            <p:cNvSpPr/>
            <p:nvPr/>
          </p:nvSpPr>
          <p:spPr>
            <a:xfrm>
              <a:off x="494853" y="3022899"/>
              <a:ext cx="1516828" cy="618565"/>
            </a:xfrm>
            <a:prstGeom prst="rect">
              <a:avLst/>
            </a:prstGeom>
            <a:noFill/>
            <a:ln w="190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zh-CN" altLang="en-US" sz="160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55B1CDC-2D67-D565-40C2-0AD86E5CA9DA}"/>
              </a:ext>
            </a:extLst>
          </p:cNvPr>
          <p:cNvGrpSpPr/>
          <p:nvPr/>
        </p:nvGrpSpPr>
        <p:grpSpPr>
          <a:xfrm>
            <a:off x="554734" y="5126622"/>
            <a:ext cx="5130841" cy="944518"/>
            <a:chOff x="554735" y="4241609"/>
            <a:chExt cx="5130841" cy="94451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282215F-4D07-3855-9DDB-C2178E1814B9}"/>
                </a:ext>
              </a:extLst>
            </p:cNvPr>
            <p:cNvSpPr/>
            <p:nvPr/>
          </p:nvSpPr>
          <p:spPr>
            <a:xfrm>
              <a:off x="554735" y="4241609"/>
              <a:ext cx="5130841" cy="944518"/>
            </a:xfrm>
            <a:prstGeom prst="rect">
              <a:avLst/>
            </a:prstGeom>
            <a:noFill/>
            <a:effectLst/>
          </p:spPr>
          <p:txBody>
            <a:bodyPr lIns="73152" tIns="73152" rIns="73152" bIns="73152" anchor="ctr"/>
            <a:lstStyle/>
            <a:p>
              <a:r>
                <a:rPr lang="en-US" sz="1400" b="1">
                  <a:solidFill>
                    <a:schemeClr val="bg1"/>
                  </a:solidFill>
                </a:rPr>
                <a:t>Retirement Pension </a:t>
              </a:r>
              <a:r>
                <a:rPr lang="en-US" altLang="zh-CN" sz="1400" b="1">
                  <a:solidFill>
                    <a:schemeClr val="bg1"/>
                  </a:solidFill>
                </a:rPr>
                <a:t>= Total Points × Current Pension Value</a:t>
              </a:r>
            </a:p>
            <a:p>
              <a:r>
                <a:rPr lang="en-US" sz="1400" b="1">
                  <a:solidFill>
                    <a:schemeClr val="bg1"/>
                  </a:solidFill>
                </a:rPr>
                <a:t>     (</a:t>
              </a:r>
              <a:r>
                <a:rPr lang="en-US" sz="1400" b="1" err="1">
                  <a:solidFill>
                    <a:schemeClr val="bg1"/>
                  </a:solidFill>
                </a:rPr>
                <a:t>Bruttorente</a:t>
              </a:r>
              <a:r>
                <a:rPr lang="en-US" sz="1400" b="1">
                  <a:solidFill>
                    <a:schemeClr val="bg1"/>
                  </a:solidFill>
                </a:rPr>
                <a:t>)                                   (</a:t>
              </a:r>
              <a:r>
                <a:rPr lang="en-US" sz="1400" b="1" err="1">
                  <a:solidFill>
                    <a:schemeClr val="bg1"/>
                  </a:solidFill>
                </a:rPr>
                <a:t>Aktueller</a:t>
              </a:r>
              <a:r>
                <a:rPr lang="en-US" sz="1400" b="1">
                  <a:solidFill>
                    <a:schemeClr val="bg1"/>
                  </a:solidFill>
                </a:rPr>
                <a:t> </a:t>
              </a:r>
              <a:r>
                <a:rPr lang="en-US" sz="1400" b="1" err="1">
                  <a:solidFill>
                    <a:schemeClr val="bg1"/>
                  </a:solidFill>
                </a:rPr>
                <a:t>Rentenwert</a:t>
              </a:r>
              <a:r>
                <a:rPr lang="en-US" sz="1400" b="1">
                  <a:solidFill>
                    <a:schemeClr val="bg1"/>
                  </a:solidFill>
                </a:rPr>
                <a:t>)</a:t>
              </a:r>
              <a:endParaRPr lang="de-DE" sz="1400" b="1">
                <a:solidFill>
                  <a:schemeClr val="bg1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BC01721-4DAC-0520-4E06-2E50B138C8B2}"/>
                </a:ext>
              </a:extLst>
            </p:cNvPr>
            <p:cNvSpPr/>
            <p:nvPr/>
          </p:nvSpPr>
          <p:spPr>
            <a:xfrm>
              <a:off x="2463501" y="4416013"/>
              <a:ext cx="1054250" cy="365761"/>
            </a:xfrm>
            <a:prstGeom prst="rect">
              <a:avLst/>
            </a:prstGeom>
            <a:noFill/>
            <a:ln w="190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zh-CN" altLang="en-US" sz="1600" err="1">
                <a:solidFill>
                  <a:schemeClr val="bg1"/>
                </a:solidFill>
              </a:endParaRPr>
            </a:p>
          </p:txBody>
        </p:sp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F860AA1-477C-F53F-6727-133D37211767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1313148" y="4643654"/>
            <a:ext cx="1677477" cy="65737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96C6B9C8-5BF6-765D-3293-AFEE694DE1B6}"/>
              </a:ext>
            </a:extLst>
          </p:cNvPr>
          <p:cNvSpPr/>
          <p:nvPr/>
        </p:nvSpPr>
        <p:spPr>
          <a:xfrm>
            <a:off x="554733" y="3217361"/>
            <a:ext cx="5683103" cy="338899"/>
          </a:xfrm>
          <a:prstGeom prst="rect">
            <a:avLst/>
          </a:prstGeom>
          <a:solidFill>
            <a:schemeClr val="bg1"/>
          </a:solidFill>
          <a:effectLst/>
        </p:spPr>
        <p:txBody>
          <a:bodyPr lIns="73152" tIns="73152" rIns="73152" bIns="73152" anchor="ctr"/>
          <a:lstStyle/>
          <a:p>
            <a:r>
              <a:rPr lang="de-DE" sz="1600" b="1"/>
              <a:t>Benefit Determination</a:t>
            </a:r>
            <a:endParaRPr lang="de-DE" sz="12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792B4F-AEC3-8EEB-51C8-A79F5D34F169}"/>
              </a:ext>
            </a:extLst>
          </p:cNvPr>
          <p:cNvSpPr/>
          <p:nvPr/>
        </p:nvSpPr>
        <p:spPr>
          <a:xfrm>
            <a:off x="554733" y="1308102"/>
            <a:ext cx="5683103" cy="338899"/>
          </a:xfrm>
          <a:prstGeom prst="rect">
            <a:avLst/>
          </a:prstGeom>
          <a:solidFill>
            <a:schemeClr val="bg1"/>
          </a:solidFill>
          <a:effectLst/>
        </p:spPr>
        <p:txBody>
          <a:bodyPr lIns="73152" tIns="73152" rIns="73152" bIns="73152" anchor="ctr"/>
          <a:lstStyle/>
          <a:p>
            <a:r>
              <a:rPr lang="de-DE" sz="1600" b="1"/>
              <a:t>Financing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E0D80D2-BE14-3BDB-7D2C-7B003BDA3B07}"/>
              </a:ext>
            </a:extLst>
          </p:cNvPr>
          <p:cNvSpPr/>
          <p:nvPr/>
        </p:nvSpPr>
        <p:spPr>
          <a:xfrm>
            <a:off x="554734" y="1959922"/>
            <a:ext cx="5130841" cy="944518"/>
          </a:xfrm>
          <a:prstGeom prst="rect">
            <a:avLst/>
          </a:prstGeom>
          <a:noFill/>
          <a:effectLst/>
        </p:spPr>
        <p:txBody>
          <a:bodyPr lIns="73152" tIns="73152" rIns="73152" bIns="73152" anchor="ctr"/>
          <a:lstStyle/>
          <a:p>
            <a:r>
              <a:rPr lang="de-DE" sz="1400">
                <a:solidFill>
                  <a:schemeClr val="bg1"/>
                </a:solidFill>
              </a:rPr>
              <a:t>Employer + Employee each contribute</a:t>
            </a:r>
            <a:r>
              <a:rPr lang="de-DE" sz="1400" b="1">
                <a:solidFill>
                  <a:schemeClr val="bg1"/>
                </a:solidFill>
              </a:rPr>
              <a:t> 50%: </a:t>
            </a:r>
            <a:r>
              <a:rPr lang="de-DE" sz="1400" b="1">
                <a:solidFill>
                  <a:srgbClr val="FF0000"/>
                </a:solidFill>
              </a:rPr>
              <a:t>9.3%</a:t>
            </a:r>
            <a:r>
              <a:rPr lang="de-DE" sz="1400" b="1">
                <a:solidFill>
                  <a:schemeClr val="bg1"/>
                </a:solidFill>
              </a:rPr>
              <a:t> </a:t>
            </a:r>
            <a:r>
              <a:rPr lang="de-DE" sz="1400">
                <a:solidFill>
                  <a:schemeClr val="bg1"/>
                </a:solidFill>
              </a:rPr>
              <a:t>of gross salary, total contribution</a:t>
            </a:r>
            <a:r>
              <a:rPr lang="de-DE" sz="1400" b="1">
                <a:solidFill>
                  <a:schemeClr val="bg1"/>
                </a:solidFill>
              </a:rPr>
              <a:t> 18.6%.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5BD1FA0-B8A5-F046-C588-F5C5F7AA5360}"/>
              </a:ext>
            </a:extLst>
          </p:cNvPr>
          <p:cNvSpPr/>
          <p:nvPr/>
        </p:nvSpPr>
        <p:spPr>
          <a:xfrm>
            <a:off x="6411559" y="1308101"/>
            <a:ext cx="5225704" cy="338899"/>
          </a:xfrm>
          <a:prstGeom prst="rect">
            <a:avLst/>
          </a:prstGeom>
          <a:solidFill>
            <a:schemeClr val="bg1"/>
          </a:solidFill>
          <a:effectLst/>
        </p:spPr>
        <p:txBody>
          <a:bodyPr lIns="73152" tIns="73152" rIns="73152" bIns="73152" anchor="ctr"/>
          <a:lstStyle/>
          <a:p>
            <a:r>
              <a:rPr lang="de-DE" sz="1600" b="1"/>
              <a:t>Simple Example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3EEA6E8-D044-902C-0B78-36B136DB9BA2}"/>
              </a:ext>
            </a:extLst>
          </p:cNvPr>
          <p:cNvSpPr/>
          <p:nvPr/>
        </p:nvSpPr>
        <p:spPr>
          <a:xfrm>
            <a:off x="6589058" y="1788302"/>
            <a:ext cx="5048203" cy="1923086"/>
          </a:xfrm>
          <a:prstGeom prst="rect">
            <a:avLst/>
          </a:prstGeom>
          <a:noFill/>
          <a:effectLst/>
        </p:spPr>
        <p:txBody>
          <a:bodyPr lIns="73152" tIns="73152" rIns="73152" bIns="73152" anchor="ctr"/>
          <a:lstStyle/>
          <a:p>
            <a:r>
              <a:rPr lang="de-DE" sz="1400" b="1" i="1">
                <a:solidFill>
                  <a:schemeClr val="bg1"/>
                </a:solidFill>
              </a:rPr>
              <a:t>In 2025, 45 years old</a:t>
            </a:r>
          </a:p>
          <a:p>
            <a:endParaRPr lang="de-DE" sz="1400" b="1">
              <a:solidFill>
                <a:schemeClr val="bg1"/>
              </a:solidFill>
            </a:endParaRPr>
          </a:p>
          <a:p>
            <a:r>
              <a:rPr lang="de-DE" sz="1400" b="1">
                <a:solidFill>
                  <a:schemeClr val="bg1"/>
                </a:solidFill>
              </a:rPr>
              <a:t>Annual Gross Earning = </a:t>
            </a:r>
            <a:r>
              <a:rPr lang="zh-CN" altLang="en-US" sz="1400" b="1">
                <a:solidFill>
                  <a:schemeClr val="bg1"/>
                </a:solidFill>
              </a:rPr>
              <a:t>€</a:t>
            </a:r>
            <a:r>
              <a:rPr lang="de-DE" sz="1400" b="1">
                <a:solidFill>
                  <a:schemeClr val="bg1"/>
                </a:solidFill>
              </a:rPr>
              <a:t>81,600</a:t>
            </a:r>
          </a:p>
          <a:p>
            <a:endParaRPr lang="de-DE" sz="1400" b="1">
              <a:solidFill>
                <a:schemeClr val="bg1"/>
              </a:solidFill>
            </a:endParaRPr>
          </a:p>
          <a:p>
            <a:r>
              <a:rPr lang="de-DE" sz="1400" b="1">
                <a:solidFill>
                  <a:schemeClr val="bg1"/>
                </a:solidFill>
              </a:rPr>
              <a:t>German Averge Earnings = </a:t>
            </a:r>
            <a:r>
              <a:rPr lang="zh-CN" altLang="en-US" sz="1400" b="1">
                <a:solidFill>
                  <a:schemeClr val="bg1"/>
                </a:solidFill>
              </a:rPr>
              <a:t>€</a:t>
            </a:r>
            <a:r>
              <a:rPr lang="de-DE" sz="1400" b="1">
                <a:solidFill>
                  <a:schemeClr val="bg1"/>
                </a:solidFill>
              </a:rPr>
              <a:t>50,493</a:t>
            </a:r>
          </a:p>
          <a:p>
            <a:endParaRPr lang="de-DE" sz="1400" b="1">
              <a:solidFill>
                <a:schemeClr val="bg1"/>
              </a:solidFill>
            </a:endParaRPr>
          </a:p>
          <a:p>
            <a:r>
              <a:rPr lang="de-DE" sz="1400" b="1">
                <a:solidFill>
                  <a:schemeClr val="bg1"/>
                </a:solidFill>
              </a:rPr>
              <a:t>Pension Points Earned in this year = 1.62 </a:t>
            </a:r>
            <a:r>
              <a:rPr lang="en-US" altLang="zh-CN" sz="1400" b="1">
                <a:solidFill>
                  <a:schemeClr val="bg1"/>
                </a:solidFill>
              </a:rPr>
              <a:t>points</a:t>
            </a:r>
            <a:r>
              <a:rPr lang="de-DE" sz="1400" b="1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40FD525-1BED-D3DA-6DD1-A671E4E4CA0B}"/>
              </a:ext>
            </a:extLst>
          </p:cNvPr>
          <p:cNvSpPr/>
          <p:nvPr/>
        </p:nvSpPr>
        <p:spPr>
          <a:xfrm>
            <a:off x="6589058" y="3950103"/>
            <a:ext cx="5048203" cy="2407666"/>
          </a:xfrm>
          <a:prstGeom prst="rect">
            <a:avLst/>
          </a:prstGeom>
          <a:noFill/>
          <a:effectLst/>
        </p:spPr>
        <p:txBody>
          <a:bodyPr lIns="73152" tIns="73152" rIns="73152" bIns="73152" anchor="ctr"/>
          <a:lstStyle/>
          <a:p>
            <a:r>
              <a:rPr lang="de-DE" sz="1400" b="1" i="1">
                <a:solidFill>
                  <a:schemeClr val="bg1"/>
                </a:solidFill>
              </a:rPr>
              <a:t>In 2048, 68 years old</a:t>
            </a:r>
          </a:p>
          <a:p>
            <a:endParaRPr lang="de-DE" sz="1400" b="1">
              <a:solidFill>
                <a:schemeClr val="bg1"/>
              </a:solidFill>
            </a:endParaRPr>
          </a:p>
          <a:p>
            <a:r>
              <a:rPr lang="de-DE" sz="1400" b="1">
                <a:solidFill>
                  <a:schemeClr val="bg1"/>
                </a:solidFill>
              </a:rPr>
              <a:t>Cumulative Pension Points for 38 years = </a:t>
            </a:r>
            <a:r>
              <a:rPr lang="de-DE" sz="1400" b="1">
                <a:solidFill>
                  <a:srgbClr val="FF0000"/>
                </a:solidFill>
              </a:rPr>
              <a:t>60.53 points</a:t>
            </a:r>
          </a:p>
          <a:p>
            <a:endParaRPr lang="de-DE" sz="1400" b="1">
              <a:solidFill>
                <a:schemeClr val="bg1"/>
              </a:solidFill>
            </a:endParaRPr>
          </a:p>
          <a:p>
            <a:r>
              <a:rPr lang="en-US" altLang="zh-CN" sz="1400" b="1">
                <a:solidFill>
                  <a:schemeClr val="bg1"/>
                </a:solidFill>
              </a:rPr>
              <a:t>Annual Current Pension Value = </a:t>
            </a:r>
            <a:r>
              <a:rPr lang="zh-CN" altLang="en-US" sz="1400" b="1">
                <a:solidFill>
                  <a:srgbClr val="FF0000"/>
                </a:solidFill>
              </a:rPr>
              <a:t>€</a:t>
            </a:r>
            <a:r>
              <a:rPr lang="en-US" altLang="zh-CN" sz="1400" b="1">
                <a:solidFill>
                  <a:srgbClr val="FF0000"/>
                </a:solidFill>
              </a:rPr>
              <a:t>771.84</a:t>
            </a:r>
            <a:r>
              <a:rPr lang="zh-CN" altLang="en-US" sz="1400" b="1">
                <a:solidFill>
                  <a:srgbClr val="FF0000"/>
                </a:solidFill>
              </a:rPr>
              <a:t> </a:t>
            </a:r>
            <a:r>
              <a:rPr lang="en-US" altLang="zh-CN" sz="1400" b="1">
                <a:solidFill>
                  <a:srgbClr val="FF0000"/>
                </a:solidFill>
              </a:rPr>
              <a:t>/ point</a:t>
            </a:r>
          </a:p>
          <a:p>
            <a:r>
              <a:rPr lang="en-US" altLang="zh-CN" sz="1400" b="1">
                <a:solidFill>
                  <a:schemeClr val="bg1"/>
                </a:solidFill>
              </a:rPr>
              <a:t>(</a:t>
            </a:r>
            <a:r>
              <a:rPr lang="en-US" altLang="zh-CN" sz="1400" b="1" err="1">
                <a:solidFill>
                  <a:schemeClr val="bg1"/>
                </a:solidFill>
              </a:rPr>
              <a:t>Aktueller</a:t>
            </a:r>
            <a:r>
              <a:rPr lang="en-US" altLang="zh-CN" sz="1400" b="1">
                <a:solidFill>
                  <a:schemeClr val="bg1"/>
                </a:solidFill>
              </a:rPr>
              <a:t> </a:t>
            </a:r>
            <a:r>
              <a:rPr lang="en-US" altLang="zh-CN" sz="1400" b="1" err="1">
                <a:solidFill>
                  <a:schemeClr val="bg1"/>
                </a:solidFill>
              </a:rPr>
              <a:t>Rentenwert</a:t>
            </a:r>
            <a:r>
              <a:rPr lang="en-US" altLang="zh-CN" sz="1400" b="1">
                <a:solidFill>
                  <a:schemeClr val="bg1"/>
                </a:solidFill>
              </a:rPr>
              <a:t>)</a:t>
            </a:r>
            <a:r>
              <a:rPr lang="de-DE" sz="1400" b="1">
                <a:solidFill>
                  <a:schemeClr val="bg1"/>
                </a:solidFill>
              </a:rPr>
              <a:t> </a:t>
            </a:r>
          </a:p>
          <a:p>
            <a:endParaRPr lang="de-DE" sz="1400" b="1">
              <a:solidFill>
                <a:schemeClr val="bg1"/>
              </a:solidFill>
            </a:endParaRPr>
          </a:p>
          <a:p>
            <a:r>
              <a:rPr lang="en-US" altLang="zh-CN" sz="1400" b="1">
                <a:solidFill>
                  <a:schemeClr val="bg1"/>
                </a:solidFill>
              </a:rPr>
              <a:t>Retirement Pension = </a:t>
            </a:r>
            <a:r>
              <a:rPr lang="zh-CN" altLang="en-US" sz="1400" b="1">
                <a:solidFill>
                  <a:schemeClr val="bg1"/>
                </a:solidFill>
              </a:rPr>
              <a:t>€</a:t>
            </a:r>
            <a:r>
              <a:rPr lang="en-US" altLang="zh-CN" sz="1400" b="1">
                <a:solidFill>
                  <a:schemeClr val="bg1"/>
                </a:solidFill>
              </a:rPr>
              <a:t>45,808</a:t>
            </a:r>
          </a:p>
          <a:p>
            <a:r>
              <a:rPr lang="en-US" altLang="zh-CN" sz="1400" b="1">
                <a:solidFill>
                  <a:schemeClr val="bg1"/>
                </a:solidFill>
              </a:rPr>
              <a:t>     (</a:t>
            </a:r>
            <a:r>
              <a:rPr lang="en-US" altLang="zh-CN" sz="1400" b="1" err="1">
                <a:solidFill>
                  <a:schemeClr val="bg1"/>
                </a:solidFill>
              </a:rPr>
              <a:t>Bruttorente</a:t>
            </a:r>
            <a:r>
              <a:rPr lang="en-US" altLang="zh-CN" sz="1400" b="1">
                <a:solidFill>
                  <a:schemeClr val="bg1"/>
                </a:solidFill>
              </a:rPr>
              <a:t>)</a:t>
            </a:r>
            <a:endParaRPr lang="de-DE" sz="1400" b="1">
              <a:solidFill>
                <a:schemeClr val="bg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00FB4FA-2DD0-9D96-B542-391D2582C149}"/>
              </a:ext>
            </a:extLst>
          </p:cNvPr>
          <p:cNvSpPr/>
          <p:nvPr/>
        </p:nvSpPr>
        <p:spPr>
          <a:xfrm>
            <a:off x="6411558" y="1731982"/>
            <a:ext cx="5225704" cy="4625788"/>
          </a:xfrm>
          <a:prstGeom prst="rect">
            <a:avLst/>
          </a:prstGeom>
          <a:noFill/>
          <a:ln>
            <a:solidFill>
              <a:srgbClr val="061F32"/>
            </a:solidFill>
            <a:prstDash val="sysDash"/>
          </a:ln>
          <a:effectLst/>
        </p:spPr>
        <p:txBody>
          <a:bodyPr lIns="73152" tIns="73152" rIns="73152" bIns="73152" anchor="ctr"/>
          <a:lstStyle/>
          <a:p>
            <a:endParaRPr lang="de-DE" sz="1600" b="1"/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3DE3B505-A78E-C227-AC55-95EF1179D5C9}"/>
              </a:ext>
            </a:extLst>
          </p:cNvPr>
          <p:cNvSpPr/>
          <p:nvPr/>
        </p:nvSpPr>
        <p:spPr>
          <a:xfrm>
            <a:off x="8653271" y="3675543"/>
            <a:ext cx="742278" cy="387275"/>
          </a:xfrm>
          <a:prstGeom prst="downArrow">
            <a:avLst/>
          </a:prstGeom>
          <a:solidFill>
            <a:srgbClr val="061F3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zh-CN" altLang="en-US" sz="1600" err="1">
              <a:solidFill>
                <a:schemeClr val="bg1"/>
              </a:solidFill>
            </a:endParaRPr>
          </a:p>
        </p:txBody>
      </p:sp>
      <p:sp>
        <p:nvSpPr>
          <p:cNvPr id="26" name="文本框 14">
            <a:extLst>
              <a:ext uri="{FF2B5EF4-FFF2-40B4-BE49-F238E27FC236}">
                <a16:creationId xmlns:a16="http://schemas.microsoft.com/office/drawing/2014/main" id="{99D3CC9B-0F9C-DBDA-22FA-D06F927BA9F9}"/>
              </a:ext>
            </a:extLst>
          </p:cNvPr>
          <p:cNvSpPr txBox="1"/>
          <p:nvPr/>
        </p:nvSpPr>
        <p:spPr>
          <a:xfrm>
            <a:off x="554736" y="6406762"/>
            <a:ext cx="3934137" cy="26836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None/>
            </a:pPr>
            <a:r>
              <a:rPr kumimoji="1" lang="de-DE" altLang="zh-CN" sz="1000" b="1">
                <a:solidFill>
                  <a:schemeClr val="bg1"/>
                </a:solidFill>
                <a:highlight>
                  <a:srgbClr val="C0C0C0"/>
                </a:highlight>
              </a:rPr>
              <a:t>Data source: § 65 SGB VI</a:t>
            </a:r>
          </a:p>
        </p:txBody>
      </p:sp>
    </p:spTree>
    <p:extLst>
      <p:ext uri="{BB962C8B-B14F-4D97-AF65-F5344CB8AC3E}">
        <p14:creationId xmlns:p14="http://schemas.microsoft.com/office/powerpoint/2010/main" val="27163010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EBCFA-8AFE-05BA-278A-39349CC56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CF75C-5AD9-B9EF-42B9-FAF1E7C3C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Macro Assumptions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1F72BA-8027-310A-CC8C-FB12ACB89952}"/>
              </a:ext>
            </a:extLst>
          </p:cNvPr>
          <p:cNvSpPr/>
          <p:nvPr/>
        </p:nvSpPr>
        <p:spPr>
          <a:xfrm>
            <a:off x="4071768" y="1377485"/>
            <a:ext cx="864196" cy="338899"/>
          </a:xfrm>
          <a:prstGeom prst="rect">
            <a:avLst/>
          </a:prstGeom>
          <a:noFill/>
          <a:effectLst/>
        </p:spPr>
        <p:txBody>
          <a:bodyPr lIns="73152" tIns="73152" rIns="73152" bIns="73152" anchor="ctr"/>
          <a:lstStyle/>
          <a:p>
            <a:pPr algn="ctr"/>
            <a:r>
              <a:rPr lang="de-DE" b="1">
                <a:solidFill>
                  <a:schemeClr val="bg1"/>
                </a:solidFill>
              </a:rPr>
              <a:t>2025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E6FB48-C8F9-72FE-0345-2B7B8D6C2A2F}"/>
              </a:ext>
            </a:extLst>
          </p:cNvPr>
          <p:cNvSpPr/>
          <p:nvPr/>
        </p:nvSpPr>
        <p:spPr>
          <a:xfrm>
            <a:off x="549358" y="1382597"/>
            <a:ext cx="864196" cy="338899"/>
          </a:xfrm>
          <a:prstGeom prst="rect">
            <a:avLst/>
          </a:prstGeom>
          <a:noFill/>
          <a:effectLst/>
        </p:spPr>
        <p:txBody>
          <a:bodyPr lIns="73152" tIns="73152" rIns="73152" bIns="73152" anchor="ctr"/>
          <a:lstStyle/>
          <a:p>
            <a:pPr algn="ctr"/>
            <a:r>
              <a:rPr lang="de-DE" b="1">
                <a:solidFill>
                  <a:schemeClr val="bg1"/>
                </a:solidFill>
              </a:rPr>
              <a:t>2010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03EA49-EC4A-2879-7C79-91E88EF3E062}"/>
              </a:ext>
            </a:extLst>
          </p:cNvPr>
          <p:cNvSpPr/>
          <p:nvPr/>
        </p:nvSpPr>
        <p:spPr>
          <a:xfrm>
            <a:off x="7513500" y="1377485"/>
            <a:ext cx="864196" cy="338899"/>
          </a:xfrm>
          <a:prstGeom prst="rect">
            <a:avLst/>
          </a:prstGeom>
          <a:noFill/>
          <a:effectLst/>
        </p:spPr>
        <p:txBody>
          <a:bodyPr lIns="73152" tIns="73152" rIns="73152" bIns="73152" anchor="ctr"/>
          <a:lstStyle/>
          <a:p>
            <a:pPr algn="ctr"/>
            <a:r>
              <a:rPr lang="de-DE" b="1">
                <a:solidFill>
                  <a:schemeClr val="bg1"/>
                </a:solidFill>
              </a:rPr>
              <a:t>2048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342C2D1-87D0-6524-D7CF-1B4643EAFE78}"/>
              </a:ext>
            </a:extLst>
          </p:cNvPr>
          <p:cNvCxnSpPr>
            <a:cxnSpLocks/>
            <a:stCxn id="9" idx="3"/>
            <a:endCxn id="8" idx="1"/>
          </p:cNvCxnSpPr>
          <p:nvPr/>
        </p:nvCxnSpPr>
        <p:spPr>
          <a:xfrm flipV="1">
            <a:off x="1413554" y="1546935"/>
            <a:ext cx="2658214" cy="5112"/>
          </a:xfrm>
          <a:prstGeom prst="straightConnector1">
            <a:avLst/>
          </a:prstGeom>
          <a:ln w="19050" cap="sq">
            <a:solidFill>
              <a:srgbClr val="000000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DE7F94E-BD0D-60F2-DF1A-3FF1C41D9B11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>
            <a:off x="4935964" y="1546935"/>
            <a:ext cx="2577536" cy="0"/>
          </a:xfrm>
          <a:prstGeom prst="straightConnector1">
            <a:avLst/>
          </a:prstGeom>
          <a:ln w="19050" cap="sq">
            <a:solidFill>
              <a:srgbClr val="000000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FD7323F0-AB1C-BBCB-D6FC-E804DFA4EFB3}"/>
              </a:ext>
            </a:extLst>
          </p:cNvPr>
          <p:cNvSpPr/>
          <p:nvPr/>
        </p:nvSpPr>
        <p:spPr>
          <a:xfrm>
            <a:off x="1972055" y="1208035"/>
            <a:ext cx="1541212" cy="338899"/>
          </a:xfrm>
          <a:prstGeom prst="rect">
            <a:avLst/>
          </a:prstGeom>
          <a:noFill/>
          <a:effectLst/>
        </p:spPr>
        <p:txBody>
          <a:bodyPr lIns="73152" tIns="73152" rIns="73152" bIns="73152" anchor="ctr"/>
          <a:lstStyle/>
          <a:p>
            <a:pPr algn="ctr"/>
            <a:r>
              <a:rPr lang="de-DE" sz="1400" b="1">
                <a:solidFill>
                  <a:schemeClr val="bg1"/>
                </a:solidFill>
              </a:rPr>
              <a:t>historical data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A95CA84-C451-2B90-1896-38F30FEA240A}"/>
              </a:ext>
            </a:extLst>
          </p:cNvPr>
          <p:cNvSpPr/>
          <p:nvPr/>
        </p:nvSpPr>
        <p:spPr>
          <a:xfrm>
            <a:off x="5454126" y="1208034"/>
            <a:ext cx="1541212" cy="338899"/>
          </a:xfrm>
          <a:prstGeom prst="rect">
            <a:avLst/>
          </a:prstGeom>
          <a:noFill/>
          <a:effectLst/>
        </p:spPr>
        <p:txBody>
          <a:bodyPr lIns="73152" tIns="73152" rIns="73152" bIns="73152" anchor="ctr"/>
          <a:lstStyle/>
          <a:p>
            <a:pPr algn="ctr"/>
            <a:r>
              <a:rPr lang="de-DE" sz="1400" b="1">
                <a:solidFill>
                  <a:schemeClr val="bg1"/>
                </a:solidFill>
              </a:rPr>
              <a:t>assumptions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B7441D5-770C-C74E-E2DF-4156D33FDFA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39" t="6391" r="9106" b="3217"/>
          <a:stretch>
            <a:fillRect/>
          </a:stretch>
        </p:blipFill>
        <p:spPr>
          <a:xfrm>
            <a:off x="560641" y="1781766"/>
            <a:ext cx="3909687" cy="2374522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02C294DB-C569-9421-1A8E-12BFB2D7D4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358" y="4216558"/>
            <a:ext cx="4386606" cy="2193303"/>
          </a:xfrm>
          <a:prstGeom prst="rect">
            <a:avLst/>
          </a:prstGeom>
        </p:spPr>
      </p:pic>
      <p:sp>
        <p:nvSpPr>
          <p:cNvPr id="42" name="文本框 14">
            <a:extLst>
              <a:ext uri="{FF2B5EF4-FFF2-40B4-BE49-F238E27FC236}">
                <a16:creationId xmlns:a16="http://schemas.microsoft.com/office/drawing/2014/main" id="{EB9F1AC0-2DEA-94D4-87C7-9ED460AFA054}"/>
              </a:ext>
            </a:extLst>
          </p:cNvPr>
          <p:cNvSpPr txBox="1"/>
          <p:nvPr/>
        </p:nvSpPr>
        <p:spPr>
          <a:xfrm>
            <a:off x="554736" y="6406762"/>
            <a:ext cx="3934137" cy="26836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None/>
            </a:pPr>
            <a:r>
              <a:rPr kumimoji="1" lang="de-DE" altLang="zh-CN" sz="1000" b="1">
                <a:solidFill>
                  <a:schemeClr val="bg1"/>
                </a:solidFill>
                <a:highlight>
                  <a:srgbClr val="C0C0C0"/>
                </a:highlight>
              </a:rPr>
              <a:t>Data source: § 65 SGB VI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9B62ABC-243C-145D-434F-0DB18EFB282B}"/>
              </a:ext>
            </a:extLst>
          </p:cNvPr>
          <p:cNvSpPr/>
          <p:nvPr/>
        </p:nvSpPr>
        <p:spPr>
          <a:xfrm>
            <a:off x="3228011" y="2379064"/>
            <a:ext cx="1779675" cy="749909"/>
          </a:xfrm>
          <a:prstGeom prst="rect">
            <a:avLst/>
          </a:prstGeom>
          <a:solidFill>
            <a:schemeClr val="tx1"/>
          </a:solidFill>
          <a:ln>
            <a:solidFill>
              <a:srgbClr val="061F32"/>
            </a:solidFill>
          </a:ln>
          <a:effectLst/>
        </p:spPr>
        <p:txBody>
          <a:bodyPr lIns="73152" tIns="73152" rIns="73152" bIns="73152" anchor="ctr"/>
          <a:lstStyle/>
          <a:p>
            <a:r>
              <a:rPr lang="de-DE" sz="1200" b="1">
                <a:solidFill>
                  <a:schemeClr val="bg1"/>
                </a:solidFill>
              </a:rPr>
              <a:t>Greater gap generated increasing pension points berfore 2025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1E1097A-1654-5960-E012-6C8AB45077AF}"/>
              </a:ext>
            </a:extLst>
          </p:cNvPr>
          <p:cNvSpPr/>
          <p:nvPr/>
        </p:nvSpPr>
        <p:spPr>
          <a:xfrm>
            <a:off x="7513500" y="4041796"/>
            <a:ext cx="864196" cy="338899"/>
          </a:xfrm>
          <a:prstGeom prst="rect">
            <a:avLst/>
          </a:prstGeom>
          <a:noFill/>
          <a:effectLst/>
        </p:spPr>
        <p:txBody>
          <a:bodyPr lIns="73152" tIns="73152" rIns="73152" bIns="73152" anchor="ctr"/>
          <a:lstStyle/>
          <a:p>
            <a:pPr algn="ctr"/>
            <a:r>
              <a:rPr lang="de-DE" b="1">
                <a:solidFill>
                  <a:schemeClr val="bg1"/>
                </a:solidFill>
              </a:rPr>
              <a:t>2048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058F4C1-4668-2C79-F13D-9E1CAAEE4063}"/>
              </a:ext>
            </a:extLst>
          </p:cNvPr>
          <p:cNvCxnSpPr>
            <a:cxnSpLocks/>
            <a:stCxn id="44" idx="3"/>
          </p:cNvCxnSpPr>
          <p:nvPr/>
        </p:nvCxnSpPr>
        <p:spPr>
          <a:xfrm>
            <a:off x="8377696" y="4211246"/>
            <a:ext cx="3259568" cy="0"/>
          </a:xfrm>
          <a:prstGeom prst="straightConnector1">
            <a:avLst/>
          </a:prstGeom>
          <a:ln w="19050" cap="sq">
            <a:solidFill>
              <a:srgbClr val="000000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72E19D2B-CB40-7F3E-A6BC-296C2BBBB416}"/>
              </a:ext>
            </a:extLst>
          </p:cNvPr>
          <p:cNvSpPr/>
          <p:nvPr/>
        </p:nvSpPr>
        <p:spPr>
          <a:xfrm>
            <a:off x="9236874" y="3872346"/>
            <a:ext cx="1541212" cy="338899"/>
          </a:xfrm>
          <a:prstGeom prst="rect">
            <a:avLst/>
          </a:prstGeom>
          <a:noFill/>
          <a:effectLst/>
        </p:spPr>
        <p:txBody>
          <a:bodyPr lIns="73152" tIns="73152" rIns="73152" bIns="73152" anchor="ctr"/>
          <a:lstStyle/>
          <a:p>
            <a:pPr algn="ctr"/>
            <a:r>
              <a:rPr lang="de-DE" sz="1400" b="1">
                <a:solidFill>
                  <a:schemeClr val="bg1"/>
                </a:solidFill>
              </a:rPr>
              <a:t>assumptions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4B832E2-9D1A-3808-3EC6-9C8885BCC03A}"/>
              </a:ext>
            </a:extLst>
          </p:cNvPr>
          <p:cNvCxnSpPr>
            <a:cxnSpLocks/>
            <a:stCxn id="43" idx="3"/>
            <a:endCxn id="50" idx="1"/>
          </p:cNvCxnSpPr>
          <p:nvPr/>
        </p:nvCxnSpPr>
        <p:spPr>
          <a:xfrm flipV="1">
            <a:off x="5007686" y="2321254"/>
            <a:ext cx="2505814" cy="432765"/>
          </a:xfrm>
          <a:prstGeom prst="straightConnector1">
            <a:avLst/>
          </a:prstGeom>
          <a:ln w="19050" cap="sq">
            <a:solidFill>
              <a:srgbClr val="000000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1DA6D455-A24B-DC25-A277-398A9A12CEBD}"/>
              </a:ext>
            </a:extLst>
          </p:cNvPr>
          <p:cNvSpPr/>
          <p:nvPr/>
        </p:nvSpPr>
        <p:spPr>
          <a:xfrm>
            <a:off x="7513500" y="1946299"/>
            <a:ext cx="1913786" cy="749909"/>
          </a:xfrm>
          <a:prstGeom prst="rect">
            <a:avLst/>
          </a:prstGeom>
          <a:solidFill>
            <a:schemeClr val="tx1"/>
          </a:solidFill>
          <a:ln>
            <a:solidFill>
              <a:srgbClr val="061F32"/>
            </a:solidFill>
          </a:ln>
          <a:effectLst/>
        </p:spPr>
        <p:txBody>
          <a:bodyPr lIns="73152" tIns="73152" rIns="73152" bIns="73152" anchor="ctr"/>
          <a:lstStyle/>
          <a:p>
            <a:r>
              <a:rPr lang="de-DE" sz="1200" b="1">
                <a:solidFill>
                  <a:schemeClr val="bg1"/>
                </a:solidFill>
              </a:rPr>
              <a:t>2025-2048: stable</a:t>
            </a:r>
          </a:p>
          <a:p>
            <a:endParaRPr lang="de-DE" sz="1200" b="1">
              <a:solidFill>
                <a:schemeClr val="bg1"/>
              </a:solidFill>
            </a:endParaRPr>
          </a:p>
          <a:p>
            <a:r>
              <a:rPr lang="de-DE" sz="1200" b="1">
                <a:solidFill>
                  <a:schemeClr val="bg1"/>
                </a:solidFill>
              </a:rPr>
              <a:t>Pension Points/yr = 1.62 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5455170-EFB4-55AC-6DB5-67BD0650159A}"/>
              </a:ext>
            </a:extLst>
          </p:cNvPr>
          <p:cNvSpPr/>
          <p:nvPr/>
        </p:nvSpPr>
        <p:spPr>
          <a:xfrm rot="21011243">
            <a:off x="4992379" y="1988581"/>
            <a:ext cx="2538376" cy="531617"/>
          </a:xfrm>
          <a:prstGeom prst="rect">
            <a:avLst/>
          </a:prstGeom>
          <a:noFill/>
          <a:ln>
            <a:noFill/>
          </a:ln>
          <a:effectLst/>
        </p:spPr>
        <p:txBody>
          <a:bodyPr lIns="73152" tIns="73152" rIns="73152" bIns="73152" anchor="ctr"/>
          <a:lstStyle/>
          <a:p>
            <a:r>
              <a:rPr lang="de-DE" sz="1200">
                <a:solidFill>
                  <a:schemeClr val="bg1"/>
                </a:solidFill>
              </a:rPr>
              <a:t>A</a:t>
            </a:r>
            <a:r>
              <a:rPr lang="en-US" altLang="zh-CN" sz="1200">
                <a:solidFill>
                  <a:schemeClr val="bg1"/>
                </a:solidFill>
              </a:rPr>
              <a:t>ssumption1: </a:t>
            </a:r>
            <a:r>
              <a:rPr lang="de-DE" altLang="zh-CN" sz="1200">
                <a:solidFill>
                  <a:schemeClr val="bg1"/>
                </a:solidFill>
              </a:rPr>
              <a:t>IE and GAE </a:t>
            </a:r>
            <a:r>
              <a:rPr lang="de-DE" altLang="zh-CN" sz="1200" err="1">
                <a:solidFill>
                  <a:schemeClr val="bg1"/>
                </a:solidFill>
              </a:rPr>
              <a:t>increase</a:t>
            </a:r>
            <a:r>
              <a:rPr lang="de-DE" altLang="zh-CN" sz="1200">
                <a:solidFill>
                  <a:schemeClr val="bg1"/>
                </a:solidFill>
              </a:rPr>
              <a:t> </a:t>
            </a:r>
            <a:r>
              <a:rPr lang="de-DE" altLang="zh-CN" sz="1200" err="1">
                <a:solidFill>
                  <a:schemeClr val="bg1"/>
                </a:solidFill>
              </a:rPr>
              <a:t>by</a:t>
            </a:r>
            <a:r>
              <a:rPr lang="de-DE" altLang="zh-CN" sz="1200">
                <a:solidFill>
                  <a:schemeClr val="bg1"/>
                </a:solidFill>
              </a:rPr>
              <a:t> </a:t>
            </a:r>
            <a:r>
              <a:rPr lang="de-DE" altLang="zh-CN" sz="1200" err="1">
                <a:solidFill>
                  <a:schemeClr val="bg1"/>
                </a:solidFill>
              </a:rPr>
              <a:t>the</a:t>
            </a:r>
            <a:r>
              <a:rPr lang="de-DE" altLang="zh-CN" sz="1200">
                <a:solidFill>
                  <a:schemeClr val="bg1"/>
                </a:solidFill>
              </a:rPr>
              <a:t> </a:t>
            </a:r>
            <a:r>
              <a:rPr lang="de-DE" altLang="zh-CN" sz="1400" b="1" err="1">
                <a:solidFill>
                  <a:srgbClr val="FF0000"/>
                </a:solidFill>
              </a:rPr>
              <a:t>inflation</a:t>
            </a:r>
            <a:r>
              <a:rPr lang="de-DE" altLang="zh-CN" sz="1400" b="1">
                <a:solidFill>
                  <a:srgbClr val="FF0000"/>
                </a:solidFill>
              </a:rPr>
              <a:t> rate 2%</a:t>
            </a:r>
            <a:endParaRPr lang="de-DE" sz="1200" b="1">
              <a:solidFill>
                <a:srgbClr val="FF0000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E15BF29-55C6-DF29-119F-23BDFCAA9030}"/>
              </a:ext>
            </a:extLst>
          </p:cNvPr>
          <p:cNvSpPr/>
          <p:nvPr/>
        </p:nvSpPr>
        <p:spPr>
          <a:xfrm>
            <a:off x="4117848" y="5806966"/>
            <a:ext cx="1230701" cy="334532"/>
          </a:xfrm>
          <a:prstGeom prst="rect">
            <a:avLst/>
          </a:prstGeom>
          <a:solidFill>
            <a:schemeClr val="tx1"/>
          </a:solidFill>
          <a:ln>
            <a:solidFill>
              <a:srgbClr val="061F32"/>
            </a:solidFill>
          </a:ln>
          <a:effectLst/>
        </p:spPr>
        <p:txBody>
          <a:bodyPr lIns="73152" tIns="73152" rIns="73152" bIns="73152" anchor="ctr"/>
          <a:lstStyle/>
          <a:p>
            <a:r>
              <a:rPr lang="zh-CN" altLang="en-US" sz="1200" b="1">
                <a:solidFill>
                  <a:schemeClr val="bg1"/>
                </a:solidFill>
              </a:rPr>
              <a:t>€</a:t>
            </a:r>
            <a:r>
              <a:rPr lang="de-DE" sz="1200" b="1">
                <a:solidFill>
                  <a:schemeClr val="bg1"/>
                </a:solidFill>
              </a:rPr>
              <a:t>489.48 / </a:t>
            </a:r>
            <a:r>
              <a:rPr lang="en-US" altLang="zh-CN" sz="1200" b="1">
                <a:solidFill>
                  <a:schemeClr val="bg1"/>
                </a:solidFill>
              </a:rPr>
              <a:t>point</a:t>
            </a:r>
            <a:endParaRPr lang="de-DE" sz="1200" b="1">
              <a:solidFill>
                <a:schemeClr val="bg1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1A0EF1F-AE4B-5694-0897-E9ED80E33CC6}"/>
              </a:ext>
            </a:extLst>
          </p:cNvPr>
          <p:cNvSpPr/>
          <p:nvPr/>
        </p:nvSpPr>
        <p:spPr>
          <a:xfrm>
            <a:off x="7513500" y="5396927"/>
            <a:ext cx="1230701" cy="334532"/>
          </a:xfrm>
          <a:prstGeom prst="rect">
            <a:avLst/>
          </a:prstGeom>
          <a:solidFill>
            <a:srgbClr val="061F32"/>
          </a:solidFill>
          <a:ln>
            <a:solidFill>
              <a:srgbClr val="061F32"/>
            </a:solidFill>
          </a:ln>
          <a:effectLst/>
        </p:spPr>
        <p:txBody>
          <a:bodyPr lIns="73152" tIns="73152" rIns="73152" bIns="73152" anchor="ctr"/>
          <a:lstStyle/>
          <a:p>
            <a:r>
              <a:rPr lang="zh-CN" altLang="en-US" sz="1200" b="1"/>
              <a:t>€</a:t>
            </a:r>
            <a:r>
              <a:rPr lang="de-DE" sz="1200" b="1"/>
              <a:t>771.84 / </a:t>
            </a:r>
            <a:r>
              <a:rPr lang="en-US" altLang="zh-CN" sz="1200" b="1"/>
              <a:t>point</a:t>
            </a:r>
            <a:endParaRPr lang="de-DE" sz="1200" b="1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9046394-78AF-77BE-7FE2-902D7674236F}"/>
              </a:ext>
            </a:extLst>
          </p:cNvPr>
          <p:cNvCxnSpPr>
            <a:cxnSpLocks/>
            <a:stCxn id="56" idx="3"/>
            <a:endCxn id="57" idx="1"/>
          </p:cNvCxnSpPr>
          <p:nvPr/>
        </p:nvCxnSpPr>
        <p:spPr>
          <a:xfrm flipV="1">
            <a:off x="5348549" y="5564193"/>
            <a:ext cx="2164951" cy="410039"/>
          </a:xfrm>
          <a:prstGeom prst="straightConnector1">
            <a:avLst/>
          </a:prstGeom>
          <a:ln w="19050" cap="sq">
            <a:solidFill>
              <a:srgbClr val="000000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09CFB54E-3A95-F625-22EF-A4489D89769F}"/>
              </a:ext>
            </a:extLst>
          </p:cNvPr>
          <p:cNvSpPr/>
          <p:nvPr/>
        </p:nvSpPr>
        <p:spPr>
          <a:xfrm rot="20943105">
            <a:off x="5317645" y="5208243"/>
            <a:ext cx="2603859" cy="531617"/>
          </a:xfrm>
          <a:prstGeom prst="rect">
            <a:avLst/>
          </a:prstGeom>
          <a:noFill/>
          <a:ln>
            <a:noFill/>
          </a:ln>
          <a:effectLst/>
        </p:spPr>
        <p:txBody>
          <a:bodyPr lIns="73152" tIns="73152" rIns="73152" bIns="73152" anchor="ctr"/>
          <a:lstStyle/>
          <a:p>
            <a:r>
              <a:rPr lang="de-DE" sz="1200">
                <a:solidFill>
                  <a:schemeClr val="bg1"/>
                </a:solidFill>
              </a:rPr>
              <a:t>A</a:t>
            </a:r>
            <a:r>
              <a:rPr lang="en-US" altLang="zh-CN" sz="1200" err="1">
                <a:solidFill>
                  <a:schemeClr val="bg1"/>
                </a:solidFill>
              </a:rPr>
              <a:t>ssumption</a:t>
            </a:r>
            <a:r>
              <a:rPr lang="en-US" altLang="zh-CN" sz="1200">
                <a:solidFill>
                  <a:schemeClr val="bg1"/>
                </a:solidFill>
              </a:rPr>
              <a:t> 2: point value </a:t>
            </a:r>
            <a:r>
              <a:rPr lang="de-DE" altLang="zh-CN" sz="1200">
                <a:solidFill>
                  <a:schemeClr val="bg1"/>
                </a:solidFill>
              </a:rPr>
              <a:t>increases by the </a:t>
            </a:r>
            <a:r>
              <a:rPr lang="de-DE" altLang="zh-CN" sz="1400" b="1">
                <a:solidFill>
                  <a:srgbClr val="FF0000"/>
                </a:solidFill>
              </a:rPr>
              <a:t>inflation rate 2%</a:t>
            </a:r>
            <a:endParaRPr lang="de-DE" sz="1200" b="1">
              <a:solidFill>
                <a:srgbClr val="FF0000"/>
              </a:solidFill>
            </a:endParaRP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DF423811-CD5D-663A-6F9B-5B5CBBD20D98}"/>
              </a:ext>
            </a:extLst>
          </p:cNvPr>
          <p:cNvCxnSpPr>
            <a:cxnSpLocks/>
            <a:stCxn id="57" idx="3"/>
          </p:cNvCxnSpPr>
          <p:nvPr/>
        </p:nvCxnSpPr>
        <p:spPr>
          <a:xfrm flipV="1">
            <a:off x="8744201" y="5035300"/>
            <a:ext cx="2868810" cy="528893"/>
          </a:xfrm>
          <a:prstGeom prst="straightConnector1">
            <a:avLst/>
          </a:prstGeom>
          <a:ln w="19050" cap="sq">
            <a:solidFill>
              <a:srgbClr val="000000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903B1381-C189-BAA6-ADDB-688ED06CA53E}"/>
              </a:ext>
            </a:extLst>
          </p:cNvPr>
          <p:cNvSpPr/>
          <p:nvPr/>
        </p:nvSpPr>
        <p:spPr>
          <a:xfrm rot="20972237">
            <a:off x="8770824" y="4764452"/>
            <a:ext cx="2603859" cy="53161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lIns="73152" tIns="73152" rIns="73152" bIns="73152" anchor="ctr"/>
          <a:lstStyle/>
          <a:p>
            <a:r>
              <a:rPr lang="de-DE" sz="1200">
                <a:solidFill>
                  <a:schemeClr val="bg1"/>
                </a:solidFill>
              </a:rPr>
              <a:t>A</a:t>
            </a:r>
            <a:r>
              <a:rPr lang="en-US" altLang="zh-CN" sz="1200" err="1">
                <a:solidFill>
                  <a:schemeClr val="bg1"/>
                </a:solidFill>
              </a:rPr>
              <a:t>ssumption</a:t>
            </a:r>
            <a:r>
              <a:rPr lang="en-US" altLang="zh-CN" sz="1200">
                <a:solidFill>
                  <a:schemeClr val="bg1"/>
                </a:solidFill>
              </a:rPr>
              <a:t> 2: point value </a:t>
            </a:r>
            <a:r>
              <a:rPr lang="de-DE" altLang="zh-CN" sz="1200">
                <a:solidFill>
                  <a:schemeClr val="bg1"/>
                </a:solidFill>
              </a:rPr>
              <a:t>increases by the </a:t>
            </a:r>
            <a:r>
              <a:rPr lang="de-DE" altLang="zh-CN" sz="1400" b="1">
                <a:solidFill>
                  <a:srgbClr val="FF0000"/>
                </a:solidFill>
              </a:rPr>
              <a:t>inflation rate 2%</a:t>
            </a:r>
            <a:endParaRPr lang="de-DE" sz="1200" b="1">
              <a:solidFill>
                <a:srgbClr val="FF0000"/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80506C89-CAD8-01DD-96D7-776422BEA4C3}"/>
              </a:ext>
            </a:extLst>
          </p:cNvPr>
          <p:cNvSpPr/>
          <p:nvPr/>
        </p:nvSpPr>
        <p:spPr>
          <a:xfrm>
            <a:off x="7513501" y="2941007"/>
            <a:ext cx="3637976" cy="699070"/>
          </a:xfrm>
          <a:prstGeom prst="rect">
            <a:avLst/>
          </a:prstGeom>
          <a:solidFill>
            <a:srgbClr val="061F32"/>
          </a:solidFill>
          <a:ln>
            <a:noFill/>
          </a:ln>
          <a:effectLst/>
        </p:spPr>
        <p:txBody>
          <a:bodyPr lIns="73152" tIns="73152" rIns="73152" bIns="73152" anchor="ctr"/>
          <a:lstStyle/>
          <a:p>
            <a:pPr algn="ctr"/>
            <a:r>
              <a:rPr lang="en-US" sz="1600" b="1"/>
              <a:t>T</a:t>
            </a:r>
            <a:r>
              <a:rPr lang="en-US" altLang="zh-CN" sz="1600" b="1"/>
              <a:t>otal Pension Points = 60.53 points</a:t>
            </a:r>
            <a:endParaRPr lang="de-DE" sz="1600" b="1"/>
          </a:p>
        </p:txBody>
      </p:sp>
    </p:spTree>
    <p:extLst>
      <p:ext uri="{BB962C8B-B14F-4D97-AF65-F5344CB8AC3E}">
        <p14:creationId xmlns:p14="http://schemas.microsoft.com/office/powerpoint/2010/main" val="3135638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15D0F-DCE1-D210-D9B2-537C43259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D09C9-C23B-1E75-A484-F789B8279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From Gross to Net: Income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37DB753-47FE-9D92-F1AB-171BF3CA1782}"/>
              </a:ext>
            </a:extLst>
          </p:cNvPr>
          <p:cNvSpPr txBox="1"/>
          <p:nvPr/>
        </p:nvSpPr>
        <p:spPr>
          <a:xfrm>
            <a:off x="390293" y="1170878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226CA31-27A6-93AB-358E-C2158EFC22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5921150"/>
              </p:ext>
            </p:extLst>
          </p:nvPr>
        </p:nvGraphicFramePr>
        <p:xfrm>
          <a:off x="710887" y="6961139"/>
          <a:ext cx="6799168" cy="2524127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699792">
                  <a:extLst>
                    <a:ext uri="{9D8B030D-6E8A-4147-A177-3AD203B41FA5}">
                      <a16:colId xmlns:a16="http://schemas.microsoft.com/office/drawing/2014/main" val="2919750815"/>
                    </a:ext>
                  </a:extLst>
                </a:gridCol>
                <a:gridCol w="1699792">
                  <a:extLst>
                    <a:ext uri="{9D8B030D-6E8A-4147-A177-3AD203B41FA5}">
                      <a16:colId xmlns:a16="http://schemas.microsoft.com/office/drawing/2014/main" val="867556287"/>
                    </a:ext>
                  </a:extLst>
                </a:gridCol>
                <a:gridCol w="1699792">
                  <a:extLst>
                    <a:ext uri="{9D8B030D-6E8A-4147-A177-3AD203B41FA5}">
                      <a16:colId xmlns:a16="http://schemas.microsoft.com/office/drawing/2014/main" val="4156302425"/>
                    </a:ext>
                  </a:extLst>
                </a:gridCol>
                <a:gridCol w="1699792">
                  <a:extLst>
                    <a:ext uri="{9D8B030D-6E8A-4147-A177-3AD203B41FA5}">
                      <a16:colId xmlns:a16="http://schemas.microsoft.com/office/drawing/2014/main" val="134874651"/>
                    </a:ext>
                  </a:extLst>
                </a:gridCol>
              </a:tblGrid>
              <a:tr h="3926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</a:rPr>
                        <a:t>Zone (English / Deutsch)</a:t>
                      </a:r>
                      <a:endParaRPr lang="en-US" sz="1100">
                        <a:solidFill>
                          <a:schemeClr val="bg1"/>
                        </a:solidFill>
                      </a:endParaRPr>
                    </a:p>
                  </a:txBody>
                  <a:tcPr marL="56092" marR="56092" marT="28046" marB="280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</a:rPr>
                        <a:t>Taxable Income zvE (€/month)</a:t>
                      </a:r>
                      <a:endParaRPr lang="en-US" sz="1100">
                        <a:solidFill>
                          <a:schemeClr val="bg1"/>
                        </a:solidFill>
                      </a:endParaRPr>
                    </a:p>
                  </a:txBody>
                  <a:tcPr marL="56092" marR="56092" marT="28046" marB="280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</a:rPr>
                        <a:t>Marginal Rate</a:t>
                      </a:r>
                      <a:endParaRPr lang="en-US" sz="1100">
                        <a:solidFill>
                          <a:schemeClr val="bg1"/>
                        </a:solidFill>
                      </a:endParaRPr>
                    </a:p>
                  </a:txBody>
                  <a:tcPr marL="56092" marR="56092" marT="28046" marB="280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</a:rPr>
                        <a:t>Explanation</a:t>
                      </a:r>
                      <a:endParaRPr lang="en-US" sz="1100">
                        <a:solidFill>
                          <a:schemeClr val="bg1"/>
                        </a:solidFill>
                      </a:endParaRPr>
                    </a:p>
                  </a:txBody>
                  <a:tcPr marL="56092" marR="56092" marT="28046" marB="28046" anchor="ctr"/>
                </a:tc>
                <a:extLst>
                  <a:ext uri="{0D108BD9-81ED-4DB2-BD59-A6C34878D82A}">
                    <a16:rowId xmlns:a16="http://schemas.microsoft.com/office/drawing/2014/main" val="595120277"/>
                  </a:ext>
                </a:extLst>
              </a:tr>
              <a:tr h="3926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</a:rPr>
                        <a:t>Basic Allowance (Grundfreibetrag)</a:t>
                      </a:r>
                      <a:endParaRPr lang="en-US" sz="1100">
                        <a:solidFill>
                          <a:schemeClr val="bg1"/>
                        </a:solidFill>
                      </a:endParaRPr>
                    </a:p>
                  </a:txBody>
                  <a:tcPr marL="56092" marR="56092" marT="28046" marB="280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bg1"/>
                          </a:solidFill>
                        </a:rPr>
                        <a:t>≤ </a:t>
                      </a:r>
                      <a:r>
                        <a:rPr lang="en-US" altLang="zh-CN" sz="1100" b="1">
                          <a:solidFill>
                            <a:schemeClr val="bg1"/>
                          </a:solidFill>
                        </a:rPr>
                        <a:t>967 €</a:t>
                      </a:r>
                      <a:endParaRPr lang="zh-CN" altLang="en-US" sz="1100">
                        <a:solidFill>
                          <a:schemeClr val="bg1"/>
                        </a:solidFill>
                      </a:endParaRPr>
                    </a:p>
                  </a:txBody>
                  <a:tcPr marL="56092" marR="56092" marT="28046" marB="280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100">
                          <a:solidFill>
                            <a:schemeClr val="bg1"/>
                          </a:solidFill>
                        </a:rPr>
                        <a:t>0 %</a:t>
                      </a:r>
                    </a:p>
                  </a:txBody>
                  <a:tcPr marL="56092" marR="56092" marT="28046" marB="280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Tax-free threshold</a:t>
                      </a:r>
                    </a:p>
                  </a:txBody>
                  <a:tcPr marL="56092" marR="56092" marT="28046" marB="28046" anchor="ctr"/>
                </a:tc>
                <a:extLst>
                  <a:ext uri="{0D108BD9-81ED-4DB2-BD59-A6C34878D82A}">
                    <a16:rowId xmlns:a16="http://schemas.microsoft.com/office/drawing/2014/main" val="1396043223"/>
                  </a:ext>
                </a:extLst>
              </a:tr>
              <a:tr h="3926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</a:rPr>
                        <a:t>Progressive Zone 1 (Progressionszone 1)</a:t>
                      </a:r>
                      <a:endParaRPr lang="en-US" sz="1100">
                        <a:solidFill>
                          <a:schemeClr val="bg1"/>
                        </a:solidFill>
                      </a:endParaRPr>
                    </a:p>
                  </a:txBody>
                  <a:tcPr marL="56092" marR="56092" marT="28046" marB="280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100" b="1">
                          <a:solidFill>
                            <a:schemeClr val="bg1"/>
                          </a:solidFill>
                        </a:rPr>
                        <a:t>968 € – 1,188 €</a:t>
                      </a:r>
                      <a:endParaRPr lang="zh-CN" altLang="en-US" sz="1100">
                        <a:solidFill>
                          <a:schemeClr val="bg1"/>
                        </a:solidFill>
                      </a:endParaRPr>
                    </a:p>
                  </a:txBody>
                  <a:tcPr marL="56092" marR="56092" marT="28046" marB="280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100">
                          <a:solidFill>
                            <a:schemeClr val="bg1"/>
                          </a:solidFill>
                        </a:rPr>
                        <a:t>14 % → ~24 %</a:t>
                      </a:r>
                    </a:p>
                  </a:txBody>
                  <a:tcPr marL="56092" marR="56092" marT="28046" marB="280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Smooth increase from 14% up to ~24%</a:t>
                      </a:r>
                    </a:p>
                  </a:txBody>
                  <a:tcPr marL="56092" marR="56092" marT="28046" marB="28046" anchor="ctr"/>
                </a:tc>
                <a:extLst>
                  <a:ext uri="{0D108BD9-81ED-4DB2-BD59-A6C34878D82A}">
                    <a16:rowId xmlns:a16="http://schemas.microsoft.com/office/drawing/2014/main" val="3936248196"/>
                  </a:ext>
                </a:extLst>
              </a:tr>
              <a:tr h="3926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</a:rPr>
                        <a:t>Progressive Zone 2 (Progressionszone 2)</a:t>
                      </a:r>
                      <a:endParaRPr lang="en-US" sz="1100">
                        <a:solidFill>
                          <a:schemeClr val="bg1"/>
                        </a:solidFill>
                      </a:endParaRPr>
                    </a:p>
                  </a:txBody>
                  <a:tcPr marL="56092" marR="56092" marT="28046" marB="280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100" b="1">
                          <a:solidFill>
                            <a:schemeClr val="bg1"/>
                          </a:solidFill>
                        </a:rPr>
                        <a:t>1,189 € – 4,883 €</a:t>
                      </a:r>
                      <a:endParaRPr lang="zh-CN" altLang="en-US" sz="1100">
                        <a:solidFill>
                          <a:schemeClr val="bg1"/>
                        </a:solidFill>
                      </a:endParaRPr>
                    </a:p>
                  </a:txBody>
                  <a:tcPr marL="56092" marR="56092" marT="28046" marB="280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100">
                          <a:solidFill>
                            <a:schemeClr val="bg1"/>
                          </a:solidFill>
                        </a:rPr>
                        <a:t>24 % → 42 %</a:t>
                      </a:r>
                    </a:p>
                  </a:txBody>
                  <a:tcPr marL="56092" marR="56092" marT="28046" marB="280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Smooth increase from 24% up to 42%</a:t>
                      </a:r>
                    </a:p>
                  </a:txBody>
                  <a:tcPr marL="56092" marR="56092" marT="28046" marB="28046" anchor="ctr"/>
                </a:tc>
                <a:extLst>
                  <a:ext uri="{0D108BD9-81ED-4DB2-BD59-A6C34878D82A}">
                    <a16:rowId xmlns:a16="http://schemas.microsoft.com/office/drawing/2014/main" val="2594203131"/>
                  </a:ext>
                </a:extLst>
              </a:tr>
              <a:tr h="560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</a:rPr>
                        <a:t>Top Tax Rate Zone (Proportionalzone, 42%)</a:t>
                      </a:r>
                      <a:endParaRPr lang="en-US" sz="1100">
                        <a:solidFill>
                          <a:schemeClr val="bg1"/>
                        </a:solidFill>
                      </a:endParaRPr>
                    </a:p>
                  </a:txBody>
                  <a:tcPr marL="56092" marR="56092" marT="28046" marB="280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100" b="1">
                          <a:solidFill>
                            <a:schemeClr val="bg1"/>
                          </a:solidFill>
                        </a:rPr>
                        <a:t>4,884 € – 23,152 €</a:t>
                      </a:r>
                      <a:endParaRPr lang="zh-CN" altLang="en-US" sz="1100">
                        <a:solidFill>
                          <a:schemeClr val="bg1"/>
                        </a:solidFill>
                      </a:endParaRPr>
                    </a:p>
                  </a:txBody>
                  <a:tcPr marL="56092" marR="56092" marT="28046" marB="280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Fixed 42 %</a:t>
                      </a:r>
                    </a:p>
                  </a:txBody>
                  <a:tcPr marL="56092" marR="56092" marT="28046" marB="280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Marginal tax rate constant at 42%</a:t>
                      </a:r>
                    </a:p>
                  </a:txBody>
                  <a:tcPr marL="56092" marR="56092" marT="28046" marB="28046" anchor="ctr"/>
                </a:tc>
                <a:extLst>
                  <a:ext uri="{0D108BD9-81ED-4DB2-BD59-A6C34878D82A}">
                    <a16:rowId xmlns:a16="http://schemas.microsoft.com/office/drawing/2014/main" val="132284613"/>
                  </a:ext>
                </a:extLst>
              </a:tr>
              <a:tr h="3926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</a:rPr>
                        <a:t>Surtax Zone (Reichensteuer, 45%)</a:t>
                      </a:r>
                      <a:endParaRPr lang="en-US" sz="1100">
                        <a:solidFill>
                          <a:schemeClr val="bg1"/>
                        </a:solidFill>
                      </a:endParaRPr>
                    </a:p>
                  </a:txBody>
                  <a:tcPr marL="56092" marR="56092" marT="28046" marB="280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bg1"/>
                          </a:solidFill>
                        </a:rPr>
                        <a:t>≥ </a:t>
                      </a:r>
                      <a:r>
                        <a:rPr lang="en-US" altLang="zh-CN" sz="1100" b="1">
                          <a:solidFill>
                            <a:schemeClr val="bg1"/>
                          </a:solidFill>
                        </a:rPr>
                        <a:t>23,153 €</a:t>
                      </a:r>
                      <a:endParaRPr lang="zh-CN" altLang="en-US" sz="1100">
                        <a:solidFill>
                          <a:schemeClr val="bg1"/>
                        </a:solidFill>
                      </a:endParaRPr>
                    </a:p>
                  </a:txBody>
                  <a:tcPr marL="56092" marR="56092" marT="28046" marB="280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Fixed 45 %</a:t>
                      </a:r>
                    </a:p>
                  </a:txBody>
                  <a:tcPr marL="56092" marR="56092" marT="28046" marB="280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Very high incomes taxed at 45% marginal rate</a:t>
                      </a:r>
                    </a:p>
                  </a:txBody>
                  <a:tcPr marL="56092" marR="56092" marT="28046" marB="28046" anchor="ctr"/>
                </a:tc>
                <a:extLst>
                  <a:ext uri="{0D108BD9-81ED-4DB2-BD59-A6C34878D82A}">
                    <a16:rowId xmlns:a16="http://schemas.microsoft.com/office/drawing/2014/main" val="1438006767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3F528652-2E49-0F7C-151C-320DD11B0C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7460" y="1341763"/>
            <a:ext cx="7326095" cy="407005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750D3C4-D680-1868-71AB-785EC4EFFA5A}"/>
              </a:ext>
            </a:extLst>
          </p:cNvPr>
          <p:cNvSpPr/>
          <p:nvPr/>
        </p:nvSpPr>
        <p:spPr>
          <a:xfrm>
            <a:off x="1004075" y="1793377"/>
            <a:ext cx="1534980" cy="43245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61F32"/>
            </a:solidFill>
          </a:ln>
          <a:effectLst/>
        </p:spPr>
        <p:txBody>
          <a:bodyPr lIns="73152" tIns="73152" rIns="73152" bIns="73152" anchor="ctr"/>
          <a:lstStyle/>
          <a:p>
            <a:r>
              <a:rPr lang="de-DE" sz="1000" b="1">
                <a:solidFill>
                  <a:schemeClr val="bg1"/>
                </a:solidFill>
              </a:rPr>
              <a:t>Umemployment Insurance contribution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A2A5BA8-663A-0948-5653-62B8FE1E55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445" y="2294163"/>
            <a:ext cx="3231653" cy="4121808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D5C4555-3899-33BD-913C-5A0053652116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1635252" y="2225830"/>
            <a:ext cx="136313" cy="51754"/>
          </a:xfrm>
          <a:prstGeom prst="line">
            <a:avLst/>
          </a:prstGeom>
          <a:ln w="9525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9B2DE411-9297-77DE-838B-3D131E3AFC03}"/>
              </a:ext>
            </a:extLst>
          </p:cNvPr>
          <p:cNvSpPr/>
          <p:nvPr/>
        </p:nvSpPr>
        <p:spPr>
          <a:xfrm>
            <a:off x="554736" y="1341763"/>
            <a:ext cx="3225362" cy="338899"/>
          </a:xfrm>
          <a:prstGeom prst="rect">
            <a:avLst/>
          </a:prstGeom>
          <a:solidFill>
            <a:srgbClr val="061F32"/>
          </a:solidFill>
          <a:effectLst/>
        </p:spPr>
        <p:txBody>
          <a:bodyPr lIns="73152" tIns="73152" rIns="73152" bIns="73152" anchor="ctr"/>
          <a:lstStyle/>
          <a:p>
            <a:pPr algn="ctr"/>
            <a:r>
              <a:rPr lang="de-DE" sz="1400" b="1"/>
              <a:t>Income Breakdown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D9BD31C-13A8-8E1F-6C2E-4BBBECB64650}"/>
              </a:ext>
            </a:extLst>
          </p:cNvPr>
          <p:cNvSpPr/>
          <p:nvPr/>
        </p:nvSpPr>
        <p:spPr>
          <a:xfrm>
            <a:off x="5965193" y="5516237"/>
            <a:ext cx="4037528" cy="851464"/>
          </a:xfrm>
          <a:prstGeom prst="rect">
            <a:avLst/>
          </a:prstGeom>
          <a:solidFill>
            <a:srgbClr val="061F32"/>
          </a:solidFill>
          <a:ln>
            <a:solidFill>
              <a:srgbClr val="061F32"/>
            </a:solidFill>
          </a:ln>
          <a:effectLst/>
        </p:spPr>
        <p:txBody>
          <a:bodyPr lIns="73152" tIns="73152" rIns="73152" bIns="73152" anchor="ctr"/>
          <a:lstStyle/>
          <a:p>
            <a:r>
              <a:rPr lang="de-DE" altLang="zh-CN" sz="1600" b="1" i="1"/>
              <a:t>In 2047, 67 years old, last working year:</a:t>
            </a:r>
          </a:p>
          <a:p>
            <a:endParaRPr lang="de-DE" altLang="zh-CN" sz="1600" b="1" i="1"/>
          </a:p>
          <a:p>
            <a:r>
              <a:rPr lang="de-DE" altLang="zh-CN" sz="1600" b="1" i="1"/>
              <a:t>Annual Net Income = </a:t>
            </a:r>
            <a:r>
              <a:rPr lang="zh-CN" altLang="en-US" sz="1600" b="1" i="1"/>
              <a:t>€</a:t>
            </a:r>
            <a:r>
              <a:rPr lang="en-US" altLang="zh-CN" sz="1600" b="1" i="1"/>
              <a:t>84509</a:t>
            </a:r>
            <a:endParaRPr lang="de-DE" altLang="zh-CN" sz="1600" b="1" i="1"/>
          </a:p>
        </p:txBody>
      </p:sp>
    </p:spTree>
    <p:extLst>
      <p:ext uri="{BB962C8B-B14F-4D97-AF65-F5344CB8AC3E}">
        <p14:creationId xmlns:p14="http://schemas.microsoft.com/office/powerpoint/2010/main" val="4022434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7FAA1-DF5F-C115-07B0-CCEC59731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CA0D6-41B0-7B9B-D98B-4B414EF96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36" y="355092"/>
            <a:ext cx="11082528" cy="731520"/>
          </a:xfrm>
        </p:spPr>
        <p:txBody>
          <a:bodyPr/>
          <a:lstStyle/>
          <a:p>
            <a:r>
              <a:rPr lang="en-US"/>
              <a:t>From Gross to Net: Statutory Pension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8329741-4488-7A0F-FA11-35C1C4DF05E4}"/>
              </a:ext>
            </a:extLst>
          </p:cNvPr>
          <p:cNvSpPr txBox="1"/>
          <p:nvPr/>
        </p:nvSpPr>
        <p:spPr>
          <a:xfrm>
            <a:off x="390293" y="1170878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33387E-9265-43A4-4EA3-36E3B2D17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3382" y="1409890"/>
            <a:ext cx="2468819" cy="311756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8326D02-EFE0-559B-2ED2-2C19DF0B23AC}"/>
              </a:ext>
            </a:extLst>
          </p:cNvPr>
          <p:cNvSpPr/>
          <p:nvPr/>
        </p:nvSpPr>
        <p:spPr>
          <a:xfrm>
            <a:off x="554736" y="1409890"/>
            <a:ext cx="4332790" cy="323262"/>
          </a:xfrm>
          <a:prstGeom prst="rect">
            <a:avLst/>
          </a:prstGeom>
          <a:solidFill>
            <a:schemeClr val="bg1"/>
          </a:solidFill>
          <a:ln>
            <a:solidFill>
              <a:srgbClr val="061F32"/>
            </a:solidFill>
          </a:ln>
          <a:effectLst/>
        </p:spPr>
        <p:txBody>
          <a:bodyPr lIns="73152" tIns="73152" rIns="73152" bIns="73152" anchor="ctr"/>
          <a:lstStyle/>
          <a:p>
            <a:r>
              <a:rPr lang="de-DE" sz="1600" b="1"/>
              <a:t>S</a:t>
            </a:r>
            <a:r>
              <a:rPr lang="en-US" altLang="zh-CN" sz="1600" b="1" err="1"/>
              <a:t>tep</a:t>
            </a:r>
            <a:r>
              <a:rPr lang="en-US" altLang="zh-CN" sz="1600" b="1"/>
              <a:t> 1: Determine Gross Pension</a:t>
            </a:r>
            <a:endParaRPr lang="en-US" altLang="zh-CN" sz="16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4BA781-94E9-23C9-16FB-9919FFCC4668}"/>
              </a:ext>
            </a:extLst>
          </p:cNvPr>
          <p:cNvSpPr/>
          <p:nvPr/>
        </p:nvSpPr>
        <p:spPr>
          <a:xfrm>
            <a:off x="554736" y="1966324"/>
            <a:ext cx="4332790" cy="323262"/>
          </a:xfrm>
          <a:prstGeom prst="rect">
            <a:avLst/>
          </a:prstGeom>
          <a:solidFill>
            <a:schemeClr val="bg1"/>
          </a:solidFill>
          <a:ln>
            <a:solidFill>
              <a:srgbClr val="061F32"/>
            </a:solidFill>
          </a:ln>
          <a:effectLst/>
        </p:spPr>
        <p:txBody>
          <a:bodyPr lIns="73152" tIns="73152" rIns="73152" bIns="73152" anchor="ctr"/>
          <a:lstStyle/>
          <a:p>
            <a:r>
              <a:rPr lang="de-DE" sz="1600" b="1"/>
              <a:t>S</a:t>
            </a:r>
            <a:r>
              <a:rPr lang="en-US" altLang="zh-CN" sz="1600" b="1" err="1"/>
              <a:t>tep</a:t>
            </a:r>
            <a:r>
              <a:rPr lang="en-US" altLang="zh-CN" sz="1600" b="1"/>
              <a:t> 2: Apply Taxable Portion</a:t>
            </a:r>
            <a:endParaRPr lang="en-US" altLang="zh-CN" sz="16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82BB265-C520-7F4A-DE90-D1BF71391BD0}"/>
              </a:ext>
            </a:extLst>
          </p:cNvPr>
          <p:cNvSpPr/>
          <p:nvPr/>
        </p:nvSpPr>
        <p:spPr>
          <a:xfrm>
            <a:off x="554736" y="3402261"/>
            <a:ext cx="4332790" cy="731520"/>
          </a:xfrm>
          <a:prstGeom prst="rect">
            <a:avLst/>
          </a:prstGeom>
          <a:noFill/>
          <a:ln>
            <a:solidFill>
              <a:schemeClr val="bg1"/>
            </a:solidFill>
            <a:prstDash val="sysDash"/>
          </a:ln>
          <a:effectLst/>
        </p:spPr>
        <p:txBody>
          <a:bodyPr lIns="73152" tIns="73152" rIns="73152" bIns="73152" anchor="ctr"/>
          <a:lstStyle/>
          <a:p>
            <a:r>
              <a:rPr lang="de-DE" sz="1400" b="1">
                <a:solidFill>
                  <a:schemeClr val="bg1"/>
                </a:solidFill>
              </a:rPr>
              <a:t>Taxable Pension Income = Gross Pension × 95.5%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05EE483-63DE-ADB0-5FB9-93111D4B1EF7}"/>
              </a:ext>
            </a:extLst>
          </p:cNvPr>
          <p:cNvSpPr/>
          <p:nvPr/>
        </p:nvSpPr>
        <p:spPr>
          <a:xfrm>
            <a:off x="554736" y="4366953"/>
            <a:ext cx="4332790" cy="323262"/>
          </a:xfrm>
          <a:prstGeom prst="rect">
            <a:avLst/>
          </a:prstGeom>
          <a:solidFill>
            <a:schemeClr val="bg1"/>
          </a:solidFill>
          <a:ln>
            <a:solidFill>
              <a:srgbClr val="061F32"/>
            </a:solidFill>
          </a:ln>
          <a:effectLst/>
        </p:spPr>
        <p:txBody>
          <a:bodyPr lIns="73152" tIns="73152" rIns="73152" bIns="73152" anchor="ctr"/>
          <a:lstStyle/>
          <a:p>
            <a:r>
              <a:rPr lang="de-DE" sz="1600" b="1"/>
              <a:t>S</a:t>
            </a:r>
            <a:r>
              <a:rPr lang="en-US" altLang="zh-CN" sz="1600" b="1" err="1"/>
              <a:t>tep</a:t>
            </a:r>
            <a:r>
              <a:rPr lang="en-US" altLang="zh-CN" sz="1600" b="1"/>
              <a:t> 3: Deduct Allowable Expenses </a:t>
            </a:r>
            <a:endParaRPr lang="en-US" altLang="zh-CN" sz="16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EDE97DC-CCD0-CA9A-7F2F-CCC4AC971496}"/>
              </a:ext>
            </a:extLst>
          </p:cNvPr>
          <p:cNvSpPr/>
          <p:nvPr/>
        </p:nvSpPr>
        <p:spPr>
          <a:xfrm>
            <a:off x="554736" y="5969326"/>
            <a:ext cx="4332790" cy="323262"/>
          </a:xfrm>
          <a:prstGeom prst="rect">
            <a:avLst/>
          </a:prstGeom>
          <a:solidFill>
            <a:schemeClr val="bg1"/>
          </a:solidFill>
          <a:ln>
            <a:solidFill>
              <a:srgbClr val="061F32"/>
            </a:solidFill>
          </a:ln>
          <a:effectLst/>
        </p:spPr>
        <p:txBody>
          <a:bodyPr lIns="73152" tIns="73152" rIns="73152" bIns="73152" anchor="ctr"/>
          <a:lstStyle/>
          <a:p>
            <a:r>
              <a:rPr lang="de-DE" sz="1600" b="1"/>
              <a:t>S</a:t>
            </a:r>
            <a:r>
              <a:rPr lang="en-US" altLang="zh-CN" sz="1600" b="1" err="1"/>
              <a:t>tep</a:t>
            </a:r>
            <a:r>
              <a:rPr lang="en-US" altLang="zh-CN" sz="1600" b="1"/>
              <a:t> 4: Calculate Taxable Income(</a:t>
            </a:r>
            <a:r>
              <a:rPr lang="en-US" altLang="zh-CN" sz="1600" b="1" err="1"/>
              <a:t>zvE</a:t>
            </a:r>
            <a:r>
              <a:rPr lang="en-US" altLang="zh-CN" sz="1600" b="1"/>
              <a:t>) Tax</a:t>
            </a:r>
            <a:endParaRPr lang="en-US" altLang="zh-CN" sz="1600"/>
          </a:p>
        </p:txBody>
      </p:sp>
      <p:sp>
        <p:nvSpPr>
          <p:cNvPr id="25" name="文本框 14">
            <a:extLst>
              <a:ext uri="{FF2B5EF4-FFF2-40B4-BE49-F238E27FC236}">
                <a16:creationId xmlns:a16="http://schemas.microsoft.com/office/drawing/2014/main" id="{D8F3B87B-63B2-75AF-5B17-40337B4E989D}"/>
              </a:ext>
            </a:extLst>
          </p:cNvPr>
          <p:cNvSpPr txBox="1"/>
          <p:nvPr/>
        </p:nvSpPr>
        <p:spPr>
          <a:xfrm>
            <a:off x="554736" y="6406762"/>
            <a:ext cx="7849962" cy="26836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None/>
            </a:pPr>
            <a:r>
              <a:rPr kumimoji="1" lang="de-DE" altLang="zh-CN" sz="1000" b="1">
                <a:solidFill>
                  <a:schemeClr val="bg1"/>
                </a:solidFill>
                <a:highlight>
                  <a:srgbClr val="C0C0C0"/>
                </a:highlight>
              </a:rPr>
              <a:t>Data source: </a:t>
            </a:r>
            <a:r>
              <a:rPr lang="de-DE" altLang="zh-CN" sz="1000">
                <a:highlight>
                  <a:srgbClr val="C0C0C0"/>
                </a:highlight>
                <a:hlinkClick r:id="rId3"/>
              </a:rPr>
              <a:t>Meldungen | Wachstums­chancengesetz: Besteuerungs­anteil der Renten steigt langsamer | Deutsche Rentenversicherung</a:t>
            </a:r>
            <a:endParaRPr kumimoji="1" lang="de-DE" altLang="zh-CN" sz="1000" b="1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0764EBA-816B-F0E9-C5BD-25589F02BF53}"/>
              </a:ext>
            </a:extLst>
          </p:cNvPr>
          <p:cNvSpPr txBox="1"/>
          <p:nvPr/>
        </p:nvSpPr>
        <p:spPr>
          <a:xfrm>
            <a:off x="554736" y="2522758"/>
            <a:ext cx="4332790" cy="64633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de-DE" altLang="zh-CN" sz="1200" i="1">
                <a:solidFill>
                  <a:schemeClr val="bg1"/>
                </a:solidFill>
              </a:rPr>
              <a:t>„Ab 2023 steigt der Besteuerungsanteil nur noch um einen halben Prozentpunkt pro Jahr an. Damit wird die vollständige Besteuerung der Renten (100 %) erst im Jahr 2058 erreicht.“</a:t>
            </a:r>
            <a:endParaRPr lang="zh-CN" altLang="en-US" sz="1200" i="1">
              <a:solidFill>
                <a:schemeClr val="bg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654E5D6-20F9-D123-6422-73018F0008E4}"/>
              </a:ext>
            </a:extLst>
          </p:cNvPr>
          <p:cNvSpPr/>
          <p:nvPr/>
        </p:nvSpPr>
        <p:spPr>
          <a:xfrm>
            <a:off x="554736" y="4923387"/>
            <a:ext cx="4332790" cy="812766"/>
          </a:xfrm>
          <a:prstGeom prst="rect">
            <a:avLst/>
          </a:prstGeom>
          <a:noFill/>
          <a:ln>
            <a:solidFill>
              <a:schemeClr val="bg1"/>
            </a:solidFill>
            <a:prstDash val="sysDash"/>
          </a:ln>
          <a:effectLst/>
        </p:spPr>
        <p:txBody>
          <a:bodyPr lIns="73152" tIns="73152" rIns="73152" bIns="73152" anchor="ctr"/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1400">
                <a:solidFill>
                  <a:schemeClr val="bg1"/>
                </a:solidFill>
              </a:rPr>
              <a:t>Health insurance contributions</a:t>
            </a: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1400">
                <a:solidFill>
                  <a:schemeClr val="bg1"/>
                </a:solidFill>
              </a:rPr>
              <a:t>Long-term care insurance contributions</a:t>
            </a: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1400">
                <a:solidFill>
                  <a:schemeClr val="bg1"/>
                </a:solidFill>
              </a:rPr>
              <a:t>Other deductible provisions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4A1E456F-2907-2D27-A1BF-349883D4F0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2411" y="1409890"/>
            <a:ext cx="3764854" cy="2091585"/>
          </a:xfrm>
          <a:prstGeom prst="rect">
            <a:avLst/>
          </a:prstGeom>
        </p:spPr>
      </p:pic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D1861B6D-67AA-A572-977F-2643FCFC7716}"/>
              </a:ext>
            </a:extLst>
          </p:cNvPr>
          <p:cNvCxnSpPr>
            <a:cxnSpLocks/>
            <a:stCxn id="30" idx="3"/>
            <a:endCxn id="6" idx="2"/>
          </p:cNvCxnSpPr>
          <p:nvPr/>
        </p:nvCxnSpPr>
        <p:spPr>
          <a:xfrm flipV="1">
            <a:off x="4887526" y="4527451"/>
            <a:ext cx="1540266" cy="802319"/>
          </a:xfrm>
          <a:prstGeom prst="bentConnector2">
            <a:avLst/>
          </a:prstGeom>
          <a:ln w="12700" cap="sq">
            <a:solidFill>
              <a:srgbClr val="000000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6738012F-9A75-60FC-25AB-C554BC00B6C0}"/>
              </a:ext>
            </a:extLst>
          </p:cNvPr>
          <p:cNvCxnSpPr>
            <a:cxnSpLocks/>
            <a:stCxn id="22" idx="3"/>
            <a:endCxn id="31" idx="2"/>
          </p:cNvCxnSpPr>
          <p:nvPr/>
        </p:nvCxnSpPr>
        <p:spPr>
          <a:xfrm flipV="1">
            <a:off x="4887526" y="3501475"/>
            <a:ext cx="4867312" cy="2629482"/>
          </a:xfrm>
          <a:prstGeom prst="bentConnector2">
            <a:avLst/>
          </a:prstGeom>
          <a:ln w="12700" cap="sq">
            <a:solidFill>
              <a:srgbClr val="000000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70606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8B104-BE33-40F4-08C5-7EAC2EF95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6668B-B9C4-6920-41FD-D18275853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Gap between Needed Cashflow and Statutory Pension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A0A7993-F748-7E12-0794-500663FC5FC2}"/>
              </a:ext>
            </a:extLst>
          </p:cNvPr>
          <p:cNvSpPr txBox="1"/>
          <p:nvPr/>
        </p:nvSpPr>
        <p:spPr>
          <a:xfrm>
            <a:off x="390293" y="1170878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/>
          </a:p>
        </p:txBody>
      </p:sp>
      <p:sp>
        <p:nvSpPr>
          <p:cNvPr id="8" name="文本框 14">
            <a:extLst>
              <a:ext uri="{FF2B5EF4-FFF2-40B4-BE49-F238E27FC236}">
                <a16:creationId xmlns:a16="http://schemas.microsoft.com/office/drawing/2014/main" id="{FD9D2859-3753-2C28-7372-A3622F225A7F}"/>
              </a:ext>
            </a:extLst>
          </p:cNvPr>
          <p:cNvSpPr txBox="1"/>
          <p:nvPr/>
        </p:nvSpPr>
        <p:spPr>
          <a:xfrm>
            <a:off x="554736" y="6406762"/>
            <a:ext cx="8590798" cy="294747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None/>
            </a:pPr>
            <a:r>
              <a:rPr kumimoji="1" lang="de-DE" altLang="zh-CN" sz="1000" b="1">
                <a:solidFill>
                  <a:schemeClr val="bg1"/>
                </a:solidFill>
                <a:highlight>
                  <a:srgbClr val="C0C0C0"/>
                </a:highlight>
              </a:rPr>
              <a:t>Data source: </a:t>
            </a:r>
            <a:r>
              <a:rPr lang="en-US" altLang="zh-CN" sz="1000" b="1">
                <a:solidFill>
                  <a:schemeClr val="bg1"/>
                </a:solidFill>
                <a:highlight>
                  <a:srgbClr val="C0C0C0"/>
                </a:highlight>
              </a:rPr>
              <a:t>Alternate Measures of Replacement Rates for Social Security Benefits and Retirement Income (SSA Bulletin, Vol. 68, No. 2, 2008)</a:t>
            </a:r>
            <a:endParaRPr kumimoji="1" lang="de-DE" altLang="zh-CN" sz="1000" b="1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A42750-E84F-3378-8234-F0B7AEC7FAFE}"/>
              </a:ext>
            </a:extLst>
          </p:cNvPr>
          <p:cNvSpPr txBox="1"/>
          <p:nvPr/>
        </p:nvSpPr>
        <p:spPr>
          <a:xfrm>
            <a:off x="554736" y="2326451"/>
            <a:ext cx="11082527" cy="738664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1400" i="1">
                <a:solidFill>
                  <a:schemeClr val="bg1"/>
                </a:solidFill>
              </a:rPr>
              <a:t>“</a:t>
            </a:r>
            <a:r>
              <a:rPr lang="en-US" altLang="zh-CN" sz="1400" i="1">
                <a:solidFill>
                  <a:schemeClr val="bg1"/>
                </a:solidFill>
              </a:rPr>
              <a:t>A common rule of thumb is that total retirement income—Social Security plus pensions, asset income, and other sources—should replace about </a:t>
            </a:r>
            <a:r>
              <a:rPr lang="en-US" altLang="zh-CN" sz="1400" b="1" i="1">
                <a:solidFill>
                  <a:schemeClr val="bg1"/>
                </a:solidFill>
              </a:rPr>
              <a:t>70 percent of preretirement earnings.</a:t>
            </a:r>
            <a:r>
              <a:rPr lang="zh-CN" altLang="en-US" sz="1400" i="1">
                <a:solidFill>
                  <a:schemeClr val="bg1"/>
                </a:solidFill>
              </a:rPr>
              <a:t>”</a:t>
            </a:r>
            <a:endParaRPr lang="en-US" altLang="zh-CN" sz="1400" i="1">
              <a:solidFill>
                <a:schemeClr val="bg1"/>
              </a:solidFill>
            </a:endParaRPr>
          </a:p>
          <a:p>
            <a:pPr algn="r"/>
            <a:r>
              <a:rPr lang="en-US" altLang="zh-CN" sz="1400" i="1">
                <a:solidFill>
                  <a:schemeClr val="bg1"/>
                </a:solidFill>
              </a:rPr>
              <a:t>—— </a:t>
            </a:r>
            <a:r>
              <a:rPr lang="en-US" altLang="zh-CN" sz="1400">
                <a:solidFill>
                  <a:schemeClr val="bg1"/>
                </a:solidFill>
              </a:rPr>
              <a:t>SSA – Alternate Measures of Replacement Rates (Policy Paper)</a:t>
            </a:r>
            <a:endParaRPr lang="zh-CN" altLang="en-US" sz="1400" i="1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B41CE5-6E42-61C4-9676-6C8E8E77FE3C}"/>
              </a:ext>
            </a:extLst>
          </p:cNvPr>
          <p:cNvSpPr/>
          <p:nvPr/>
        </p:nvSpPr>
        <p:spPr>
          <a:xfrm>
            <a:off x="554733" y="1308102"/>
            <a:ext cx="11082527" cy="796859"/>
          </a:xfrm>
          <a:prstGeom prst="rect">
            <a:avLst/>
          </a:prstGeom>
          <a:solidFill>
            <a:schemeClr val="bg1"/>
          </a:solidFill>
          <a:effectLst/>
        </p:spPr>
        <p:txBody>
          <a:bodyPr lIns="73152" tIns="73152" rIns="73152" bIns="73152" anchor="ctr"/>
          <a:lstStyle/>
          <a:p>
            <a:r>
              <a:rPr lang="en-US" altLang="zh-CN" sz="1600" b="1"/>
              <a:t>Retirement Income Replacement Rate:</a:t>
            </a:r>
            <a:r>
              <a:rPr lang="zh-CN" altLang="en-US" sz="1600" b="1"/>
              <a:t> </a:t>
            </a:r>
            <a:r>
              <a:rPr lang="en-US" altLang="zh-CN" sz="1600" b="1"/>
              <a:t>the proportion of pre-retirement income that is typically needed in retirement to maintain the same living standard.</a:t>
            </a:r>
            <a:endParaRPr lang="de-DE" sz="1600" b="1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3D23E1-E550-8317-889B-8528B964E8D8}"/>
              </a:ext>
            </a:extLst>
          </p:cNvPr>
          <p:cNvSpPr/>
          <p:nvPr/>
        </p:nvSpPr>
        <p:spPr>
          <a:xfrm>
            <a:off x="554733" y="3149360"/>
            <a:ext cx="3882255" cy="3173156"/>
          </a:xfrm>
          <a:prstGeom prst="rect">
            <a:avLst/>
          </a:prstGeom>
          <a:noFill/>
          <a:ln>
            <a:solidFill>
              <a:schemeClr val="bg1"/>
            </a:solidFill>
            <a:prstDash val="sysDash"/>
          </a:ln>
          <a:effectLst/>
        </p:spPr>
        <p:txBody>
          <a:bodyPr lIns="73152" tIns="73152" rIns="73152" bIns="73152" anchor="ctr"/>
          <a:lstStyle/>
          <a:p>
            <a:pPr algn="ctr"/>
            <a:r>
              <a:rPr lang="en-US" b="1">
                <a:solidFill>
                  <a:schemeClr val="bg1"/>
                </a:solidFill>
              </a:rPr>
              <a:t>Needed Cashflow in 2048 </a:t>
            </a:r>
          </a:p>
          <a:p>
            <a:pPr algn="ctr"/>
            <a:r>
              <a:rPr lang="en-US" b="1">
                <a:solidFill>
                  <a:schemeClr val="bg1"/>
                </a:solidFill>
              </a:rPr>
              <a:t>= </a:t>
            </a:r>
          </a:p>
          <a:p>
            <a:pPr algn="ctr"/>
            <a:r>
              <a:rPr lang="en-US" b="1">
                <a:solidFill>
                  <a:srgbClr val="FF0000"/>
                </a:solidFill>
              </a:rPr>
              <a:t>80% </a:t>
            </a:r>
            <a:r>
              <a:rPr lang="en-US" altLang="zh-CN" b="1">
                <a:solidFill>
                  <a:schemeClr val="bg1"/>
                </a:solidFill>
              </a:rPr>
              <a:t>× Last Net Income </a:t>
            </a:r>
          </a:p>
          <a:p>
            <a:pPr algn="ctr"/>
            <a:r>
              <a:rPr lang="en-US" altLang="zh-CN" b="1">
                <a:solidFill>
                  <a:schemeClr val="bg1"/>
                </a:solidFill>
              </a:rPr>
              <a:t>+ </a:t>
            </a:r>
          </a:p>
          <a:p>
            <a:pPr algn="ctr"/>
            <a:r>
              <a:rPr lang="en-US" altLang="zh-CN" b="1">
                <a:solidFill>
                  <a:schemeClr val="bg1"/>
                </a:solidFill>
              </a:rPr>
              <a:t>Full Private Health Insurance Fee</a:t>
            </a:r>
            <a:endParaRPr lang="de-DE" b="1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36D2C76-8B65-389E-6E99-A90B134CE5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5202" y="3149360"/>
            <a:ext cx="5032058" cy="317315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19E4C09-0747-EEDB-B058-27DF2C777EB3}"/>
              </a:ext>
            </a:extLst>
          </p:cNvPr>
          <p:cNvSpPr/>
          <p:nvPr/>
        </p:nvSpPr>
        <p:spPr>
          <a:xfrm>
            <a:off x="4498796" y="3149360"/>
            <a:ext cx="2044598" cy="3173156"/>
          </a:xfrm>
          <a:prstGeom prst="rect">
            <a:avLst/>
          </a:prstGeom>
          <a:solidFill>
            <a:schemeClr val="tx1"/>
          </a:solidFill>
          <a:ln>
            <a:solidFill>
              <a:srgbClr val="061F32"/>
            </a:solidFill>
          </a:ln>
          <a:effectLst/>
        </p:spPr>
        <p:txBody>
          <a:bodyPr lIns="73152" tIns="73152" rIns="73152" bIns="73152" anchor="ctr"/>
          <a:lstStyle/>
          <a:p>
            <a:r>
              <a:rPr lang="de-DE" sz="1400" b="1">
                <a:solidFill>
                  <a:schemeClr val="bg1"/>
                </a:solidFill>
              </a:rPr>
              <a:t>Assumption</a:t>
            </a:r>
            <a:r>
              <a:rPr lang="en-US" altLang="zh-CN" sz="1400" b="1">
                <a:solidFill>
                  <a:schemeClr val="bg1"/>
                </a:solidFill>
              </a:rPr>
              <a:t>s</a:t>
            </a:r>
            <a:r>
              <a:rPr lang="de-DE" sz="1400" b="1">
                <a:solidFill>
                  <a:schemeClr val="bg1"/>
                </a:solidFill>
              </a:rPr>
              <a:t>:</a:t>
            </a:r>
          </a:p>
          <a:p>
            <a:endParaRPr lang="de-DE" sz="1400" b="1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>
                <a:solidFill>
                  <a:schemeClr val="bg1"/>
                </a:solidFill>
              </a:rPr>
              <a:t>PKV fee increases every </a:t>
            </a:r>
            <a:r>
              <a:rPr lang="de-DE" sz="1400" b="1">
                <a:solidFill>
                  <a:schemeClr val="bg1"/>
                </a:solidFill>
              </a:rPr>
              <a:t>3 years, </a:t>
            </a:r>
            <a:r>
              <a:rPr lang="de-DE" sz="1400">
                <a:solidFill>
                  <a:schemeClr val="bg1"/>
                </a:solidFill>
              </a:rPr>
              <a:t>increase rate </a:t>
            </a:r>
            <a:r>
              <a:rPr lang="de-DE" sz="1400" b="1">
                <a:solidFill>
                  <a:schemeClr val="bg1"/>
                </a:solidFill>
              </a:rPr>
              <a:t>3%</a:t>
            </a:r>
          </a:p>
          <a:p>
            <a:endParaRPr lang="de-DE" sz="1400" b="1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>
                <a:solidFill>
                  <a:schemeClr val="bg1"/>
                </a:solidFill>
              </a:rPr>
              <a:t>Child‘s PKV fee = </a:t>
            </a:r>
            <a:r>
              <a:rPr lang="zh-CN" altLang="en-US" sz="1400" b="1">
                <a:solidFill>
                  <a:schemeClr val="bg1"/>
                </a:solidFill>
              </a:rPr>
              <a:t>€</a:t>
            </a:r>
            <a:r>
              <a:rPr lang="en-US" altLang="zh-CN" sz="1400" b="1">
                <a:solidFill>
                  <a:schemeClr val="bg1"/>
                </a:solidFill>
              </a:rPr>
              <a:t>60/month</a:t>
            </a:r>
            <a:endParaRPr lang="de-DE" sz="1400" b="1">
              <a:solidFill>
                <a:schemeClr val="bg1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3D364D3-8D53-9EE0-5886-A5EA384E91BE}"/>
              </a:ext>
            </a:extLst>
          </p:cNvPr>
          <p:cNvCxnSpPr>
            <a:cxnSpLocks/>
            <a:stCxn id="21" idx="2"/>
          </p:cNvCxnSpPr>
          <p:nvPr/>
        </p:nvCxnSpPr>
        <p:spPr>
          <a:xfrm flipH="1">
            <a:off x="7953439" y="4101016"/>
            <a:ext cx="586065" cy="6059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A19C311-88C0-CCDF-BBF1-F2E6C5724118}"/>
              </a:ext>
            </a:extLst>
          </p:cNvPr>
          <p:cNvCxnSpPr>
            <a:cxnSpLocks/>
            <a:stCxn id="21" idx="2"/>
          </p:cNvCxnSpPr>
          <p:nvPr/>
        </p:nvCxnSpPr>
        <p:spPr>
          <a:xfrm flipH="1">
            <a:off x="8211628" y="4101016"/>
            <a:ext cx="327876" cy="10284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0FA7E2A8-0F55-14A9-2644-CF0846E38854}"/>
              </a:ext>
            </a:extLst>
          </p:cNvPr>
          <p:cNvSpPr/>
          <p:nvPr/>
        </p:nvSpPr>
        <p:spPr>
          <a:xfrm>
            <a:off x="7738626" y="3709700"/>
            <a:ext cx="1601755" cy="391316"/>
          </a:xfrm>
          <a:prstGeom prst="rect">
            <a:avLst/>
          </a:prstGeom>
          <a:solidFill>
            <a:schemeClr val="tx1"/>
          </a:solidFill>
          <a:ln>
            <a:solidFill>
              <a:srgbClr val="061F32"/>
            </a:solidFill>
          </a:ln>
          <a:effectLst/>
        </p:spPr>
        <p:txBody>
          <a:bodyPr lIns="73152" tIns="73152" rIns="73152" bIns="73152" anchor="ctr"/>
          <a:lstStyle/>
          <a:p>
            <a:r>
              <a:rPr lang="en-US" altLang="zh-CN" sz="1200" b="1">
                <a:solidFill>
                  <a:schemeClr val="bg1"/>
                </a:solidFill>
              </a:rPr>
              <a:t>Timepoints children turn to 18</a:t>
            </a:r>
            <a:endParaRPr lang="de-DE" sz="12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53898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3D3A3-FB70-EFA1-22CA-3C126EAD2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BF307-9EBE-A1BD-A638-9BE1E2704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Scenario</a:t>
            </a:r>
            <a:r>
              <a:rPr lang="en-US" altLang="zh-CN"/>
              <a:t> </a:t>
            </a:r>
            <a:r>
              <a:rPr lang="en-US"/>
              <a:t>Insights – What Drives the Pension Gap?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E2A0AFC-94EB-4D5A-D835-C0273AAE8172}"/>
              </a:ext>
            </a:extLst>
          </p:cNvPr>
          <p:cNvSpPr txBox="1"/>
          <p:nvPr/>
        </p:nvSpPr>
        <p:spPr>
          <a:xfrm>
            <a:off x="390293" y="1170878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49D15F-35BA-31A5-F5D3-8D70678453BB}"/>
              </a:ext>
            </a:extLst>
          </p:cNvPr>
          <p:cNvSpPr txBox="1"/>
          <p:nvPr/>
        </p:nvSpPr>
        <p:spPr>
          <a:xfrm>
            <a:off x="774979" y="4042786"/>
            <a:ext cx="10404230" cy="2046714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lang="en-US">
                <a:solidFill>
                  <a:schemeClr val="bg1"/>
                </a:solidFill>
              </a:rPr>
              <a:t>Raising inflation to 3% widens the gap to €32–40k/year (+25–55%).</a:t>
            </a:r>
            <a:endParaRPr lang="en-US">
              <a:solidFill>
                <a:schemeClr val="bg1"/>
              </a:solidFill>
              <a:cs typeface="Arial"/>
            </a:endParaRP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lang="en-US">
                <a:solidFill>
                  <a:schemeClr val="bg1"/>
                </a:solidFill>
              </a:rPr>
              <a:t>Pension sustainability is highly sensitive to price stability.</a:t>
            </a:r>
            <a:endParaRPr lang="en-US">
              <a:solidFill>
                <a:schemeClr val="bg1"/>
              </a:solidFill>
              <a:cs typeface="Arial"/>
            </a:endParaRP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lang="en-US">
                <a:solidFill>
                  <a:schemeClr val="bg1"/>
                </a:solidFill>
              </a:rPr>
              <a:t>Increasing replacement rate from 80% → 90% pushes the gap to ~€34k/year (+34%).</a:t>
            </a:r>
            <a:endParaRPr lang="en-US">
              <a:solidFill>
                <a:schemeClr val="bg1"/>
              </a:solidFill>
              <a:cs typeface="Arial"/>
            </a:endParaRP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lang="en-US">
                <a:solidFill>
                  <a:schemeClr val="bg1"/>
                </a:solidFill>
              </a:rPr>
              <a:t>Higher lifestyle expectations in retirement materially raise the funding need.</a:t>
            </a:r>
            <a:endParaRPr lang="en-US">
              <a:solidFill>
                <a:schemeClr val="bg1"/>
              </a:solidFill>
              <a:cs typeface="Arial"/>
            </a:endParaRP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lang="en-US">
                <a:solidFill>
                  <a:schemeClr val="bg1"/>
                </a:solidFill>
              </a:rPr>
              <a:t>Premium growth of 5% vs 3% adds ~€6k to the gap. </a:t>
            </a:r>
            <a:endParaRPr lang="en-US">
              <a:solidFill>
                <a:schemeClr val="bg1"/>
              </a:solidFill>
              <a:cs typeface="Arial"/>
            </a:endParaRP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lang="en-US">
                <a:solidFill>
                  <a:schemeClr val="bg1"/>
                </a:solidFill>
              </a:rPr>
              <a:t>Medical inflation is a risk to watch, though less dominant than general inflation</a:t>
            </a:r>
            <a:r>
              <a:rPr lang="en-US" sz="1600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en-US">
              <a:solidFill>
                <a:schemeClr val="bg1"/>
              </a:solidFill>
              <a:cs typeface="Arial"/>
            </a:endParaRPr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11D07114-B476-5A0F-CF7A-28877C946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71" y="1426487"/>
            <a:ext cx="10929258" cy="215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934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5DF07-A7D7-5DDF-BF75-AF6074863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202D8-7D05-C426-87C7-81D96EEDA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Scenario</a:t>
            </a:r>
            <a:r>
              <a:rPr lang="en-US" altLang="zh-CN"/>
              <a:t> </a:t>
            </a:r>
            <a:r>
              <a:rPr lang="en-US"/>
              <a:t>Insights – What Drives the Pension Gap?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71B2985-5D51-0615-A957-64D96FC7F289}"/>
              </a:ext>
            </a:extLst>
          </p:cNvPr>
          <p:cNvSpPr txBox="1"/>
          <p:nvPr/>
        </p:nvSpPr>
        <p:spPr>
          <a:xfrm>
            <a:off x="390293" y="1170878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9CD7AD-2026-97AA-F569-4521F60C13A6}"/>
              </a:ext>
            </a:extLst>
          </p:cNvPr>
          <p:cNvSpPr txBox="1"/>
          <p:nvPr/>
        </p:nvSpPr>
        <p:spPr>
          <a:xfrm>
            <a:off x="1359877" y="3891225"/>
            <a:ext cx="9895114" cy="1931298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b="1">
                <a:solidFill>
                  <a:schemeClr val="bg1"/>
                </a:solidFill>
              </a:rPr>
              <a:t>Pension credit indexation matters for downside protection.</a:t>
            </a:r>
            <a:endParaRPr lang="en-US" b="1">
              <a:solidFill>
                <a:schemeClr val="bg1"/>
              </a:solidFill>
              <a:cs typeface="Arial"/>
            </a:endParaRP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lang="en-US">
                <a:solidFill>
                  <a:schemeClr val="bg1"/>
                </a:solidFill>
              </a:rPr>
              <a:t>If pension credits are not increased, the gap remains above €40k.</a:t>
            </a:r>
            <a:endParaRPr lang="en-US">
              <a:solidFill>
                <a:schemeClr val="bg1"/>
              </a:solidFill>
              <a:cs typeface="Arial"/>
            </a:endParaRP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/>
              <a:buChar char="•"/>
            </a:pPr>
            <a:r>
              <a:rPr lang="en-US">
                <a:solidFill>
                  <a:schemeClr val="bg1"/>
                </a:solidFill>
              </a:rPr>
              <a:t>Indexation protects against severe downside.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b="1">
                <a:solidFill>
                  <a:schemeClr val="bg1"/>
                </a:solidFill>
                <a:ea typeface="+mn-lt"/>
                <a:cs typeface="+mn-lt"/>
              </a:rPr>
              <a:t>Worst-case scenario is severe.</a:t>
            </a:r>
            <a:endParaRPr lang="en-US">
              <a:solidFill>
                <a:schemeClr val="bg1"/>
              </a:solidFill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Combining high inflation, high healthcare cost growth, and higher replacement rate pushes the gap to ~€42k — almost 70% higher than the base case (€25k).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99131E-577E-0C2D-324C-882BCDA99318}"/>
              </a:ext>
            </a:extLst>
          </p:cNvPr>
          <p:cNvSpPr txBox="1"/>
          <p:nvPr/>
        </p:nvSpPr>
        <p:spPr>
          <a:xfrm>
            <a:off x="1359877" y="5911780"/>
            <a:ext cx="9483968" cy="553998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>
                <a:solidFill>
                  <a:srgbClr val="061F32"/>
                </a:solidFill>
              </a:rPr>
              <a:t>Required returns rise to 7–8%, which is much harder to achieve sustainably.</a:t>
            </a:r>
            <a:r>
              <a:rPr lang="en-US">
                <a:solidFill>
                  <a:srgbClr val="061F32"/>
                </a:solidFill>
                <a:cs typeface="Arial"/>
              </a:rPr>
              <a:t> Portfolio must be designed to deliver 5–6% nominal CAGR in base case</a:t>
            </a:r>
            <a:r>
              <a:rPr lang="en-US">
                <a:cs typeface="Arial"/>
              </a:rPr>
              <a:t>​    </a:t>
            </a:r>
            <a:endParaRPr lang="en-US"/>
          </a:p>
        </p:txBody>
      </p:sp>
      <p:pic>
        <p:nvPicPr>
          <p:cNvPr id="3" name="Picture 2" descr="A screenshot of a credit increase&#10;&#10;AI-generated content may be incorrect.">
            <a:extLst>
              <a:ext uri="{FF2B5EF4-FFF2-40B4-BE49-F238E27FC236}">
                <a16:creationId xmlns:a16="http://schemas.microsoft.com/office/drawing/2014/main" id="{07877019-9667-554E-5BD6-54745BECB2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323" y="1389250"/>
            <a:ext cx="10961077" cy="223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1199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D84C7-5B62-EB5E-9FEF-DE94E635E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084C9-D6CC-7ABD-6B70-89C8AA38D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i="0" u="none" strike="noStrike">
                <a:solidFill>
                  <a:srgbClr val="000000"/>
                </a:solidFill>
                <a:effectLst/>
              </a:rPr>
              <a:t>Why ETFs </a:t>
            </a:r>
            <a:r>
              <a:rPr lang="en-IN">
                <a:solidFill>
                  <a:srgbClr val="000000"/>
                </a:solidFill>
              </a:rPr>
              <a:t>for</a:t>
            </a:r>
            <a:r>
              <a:rPr lang="en-IN" i="0" u="none" strike="noStrike">
                <a:solidFill>
                  <a:srgbClr val="000000"/>
                </a:solidFill>
                <a:effectLst/>
              </a:rPr>
              <a:t> the Pension Portfolio?</a:t>
            </a:r>
            <a:endParaRPr 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7E371DF-42CE-43F8-B4B4-95BCAD282622}"/>
              </a:ext>
            </a:extLst>
          </p:cNvPr>
          <p:cNvSpPr txBox="1"/>
          <p:nvPr/>
        </p:nvSpPr>
        <p:spPr>
          <a:xfrm>
            <a:off x="390293" y="1170878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EF969A-59FC-2C19-476A-96A96A4D106B}"/>
              </a:ext>
            </a:extLst>
          </p:cNvPr>
          <p:cNvSpPr txBox="1"/>
          <p:nvPr/>
        </p:nvSpPr>
        <p:spPr>
          <a:xfrm>
            <a:off x="554736" y="1405467"/>
            <a:ext cx="10926064" cy="481753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de-DE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609E29-2B7E-8974-5C83-97F911A3A528}"/>
              </a:ext>
            </a:extLst>
          </p:cNvPr>
          <p:cNvSpPr txBox="1"/>
          <p:nvPr/>
        </p:nvSpPr>
        <p:spPr>
          <a:xfrm>
            <a:off x="554736" y="1475475"/>
            <a:ext cx="11082528" cy="3693319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i="0" u="none" strike="noStrike">
                <a:solidFill>
                  <a:srgbClr val="000000"/>
                </a:solidFill>
                <a:effectLst/>
              </a:rPr>
              <a:t>Diversification</a:t>
            </a:r>
            <a:r>
              <a:rPr lang="en-IN" b="0" i="0" u="none" strike="noStrike">
                <a:solidFill>
                  <a:srgbClr val="000000"/>
                </a:solidFill>
                <a:effectLst/>
              </a:rPr>
              <a:t> → one ETF = hundreds/thousands of stocks or bonds. Reduces single-company/issuer risk</a:t>
            </a:r>
          </a:p>
          <a:p>
            <a:pPr algn="just"/>
            <a:endParaRPr lang="en-IN" b="0" i="0" u="none" strike="noStrike">
              <a:solidFill>
                <a:srgbClr val="000000"/>
              </a:solidFill>
              <a:effectLst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i="0" u="none" strike="noStrike">
                <a:solidFill>
                  <a:srgbClr val="000000"/>
                </a:solidFill>
                <a:effectLst/>
              </a:rPr>
              <a:t>Cost Efficiency</a:t>
            </a:r>
            <a:r>
              <a:rPr lang="en-IN" b="0" i="0" u="none" strike="noStrike">
                <a:solidFill>
                  <a:srgbClr val="000000"/>
                </a:solidFill>
                <a:effectLst/>
              </a:rPr>
              <a:t> → very low management fees (TER ~0.1–0.3%) compared to active funds</a:t>
            </a:r>
          </a:p>
          <a:p>
            <a:pPr algn="just"/>
            <a:endParaRPr lang="en-IN" b="0" i="0" u="none" strike="noStrike">
              <a:solidFill>
                <a:srgbClr val="000000"/>
              </a:solidFill>
              <a:effectLst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i="0" u="none" strike="noStrike">
                <a:solidFill>
                  <a:srgbClr val="000000"/>
                </a:solidFill>
                <a:effectLst/>
              </a:rPr>
              <a:t>Transparency</a:t>
            </a:r>
            <a:r>
              <a:rPr lang="en-IN" b="0" i="0" u="none" strike="noStrike">
                <a:solidFill>
                  <a:srgbClr val="000000"/>
                </a:solidFill>
                <a:effectLst/>
              </a:rPr>
              <a:t> → ETFs track clear indices (MSCI World, Euro Gov Bonds, etc.), easy to monitor</a:t>
            </a:r>
          </a:p>
          <a:p>
            <a:pPr algn="just"/>
            <a:endParaRPr lang="en-IN" b="0" i="0" u="none" strike="noStrike">
              <a:solidFill>
                <a:srgbClr val="000000"/>
              </a:solidFill>
              <a:effectLst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i="0" u="none" strike="noStrike">
                <a:solidFill>
                  <a:srgbClr val="000000"/>
                </a:solidFill>
                <a:effectLst/>
              </a:rPr>
              <a:t>Liquidity &amp; Accessibility</a:t>
            </a:r>
            <a:r>
              <a:rPr lang="en-IN" b="0" i="0" u="none" strike="noStrike">
                <a:solidFill>
                  <a:srgbClr val="000000"/>
                </a:solidFill>
                <a:effectLst/>
              </a:rPr>
              <a:t> → traded daily on exchanges like stocks; easy to buy/sell for private investors</a:t>
            </a:r>
          </a:p>
          <a:p>
            <a:pPr algn="just"/>
            <a:endParaRPr lang="en-IN" b="0" i="0" u="none" strike="noStrike">
              <a:solidFill>
                <a:srgbClr val="000000"/>
              </a:solidFill>
              <a:effectLst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i="0" u="none" strike="noStrike">
                <a:solidFill>
                  <a:srgbClr val="000000"/>
                </a:solidFill>
                <a:effectLst/>
              </a:rPr>
              <a:t>Tax Efficiency</a:t>
            </a:r>
            <a:r>
              <a:rPr lang="en-IN" b="0" i="0" u="none" strike="noStrike">
                <a:solidFill>
                  <a:srgbClr val="000000"/>
                </a:solidFill>
                <a:effectLst/>
              </a:rPr>
              <a:t> → equity ETFs enjoy 30% partial exemption (</a:t>
            </a:r>
            <a:r>
              <a:rPr lang="en-IN" b="0" i="0" u="none" strike="noStrike" err="1">
                <a:solidFill>
                  <a:srgbClr val="000000"/>
                </a:solidFill>
                <a:effectLst/>
              </a:rPr>
              <a:t>Teilfreistellung</a:t>
            </a:r>
            <a:r>
              <a:rPr lang="en-IN" b="0" i="0" u="none" strike="noStrike">
                <a:solidFill>
                  <a:srgbClr val="000000"/>
                </a:solidFill>
                <a:effectLst/>
              </a:rPr>
              <a:t>) in Germany</a:t>
            </a:r>
          </a:p>
          <a:p>
            <a:pPr algn="just"/>
            <a:endParaRPr lang="en-IN" b="0" i="0" u="none" strike="noStrike">
              <a:solidFill>
                <a:srgbClr val="000000"/>
              </a:solidFill>
              <a:effectLst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i="0" u="none" strike="noStrike">
                <a:solidFill>
                  <a:srgbClr val="000000"/>
                </a:solidFill>
                <a:effectLst/>
              </a:rPr>
              <a:t>Global Access</a:t>
            </a:r>
            <a:r>
              <a:rPr lang="en-IN" b="0" i="0" u="none" strike="noStrike">
                <a:solidFill>
                  <a:srgbClr val="000000"/>
                </a:solidFill>
                <a:effectLst/>
              </a:rPr>
              <a:t> → exposure to markets (Emerging, US, REITs, gold) otherwise hard for individual investors to replicate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89914E-2909-12DB-1F6C-8351DCD92E65}"/>
              </a:ext>
            </a:extLst>
          </p:cNvPr>
          <p:cNvSpPr txBox="1"/>
          <p:nvPr/>
        </p:nvSpPr>
        <p:spPr>
          <a:xfrm>
            <a:off x="3047134" y="3130034"/>
            <a:ext cx="6094268" cy="369332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de-DE"/>
              <a:t>RITESH</a:t>
            </a:r>
          </a:p>
        </p:txBody>
      </p:sp>
    </p:spTree>
    <p:extLst>
      <p:ext uri="{BB962C8B-B14F-4D97-AF65-F5344CB8AC3E}">
        <p14:creationId xmlns:p14="http://schemas.microsoft.com/office/powerpoint/2010/main" val="381787549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28937-9394-8907-9428-E6601A2D7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C86E7783-E218-D523-765F-2609471F5CE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C86E7783-E218-D523-765F-2609471F5C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CAD29229-AFE5-7330-EBBD-CF5C1D4E3E45}"/>
              </a:ext>
            </a:extLst>
          </p:cNvPr>
          <p:cNvSpPr txBox="1">
            <a:spLocks/>
          </p:cNvSpPr>
          <p:nvPr/>
        </p:nvSpPr>
        <p:spPr>
          <a:xfrm>
            <a:off x="569159" y="1441105"/>
            <a:ext cx="3798625" cy="2797193"/>
          </a:xfrm>
          <a:prstGeom prst="rect">
            <a:avLst/>
          </a:prstGeom>
          <a:ln w="28575">
            <a:solidFill>
              <a:srgbClr val="144A70"/>
            </a:solidFill>
          </a:ln>
        </p:spPr>
        <p:txBody>
          <a:bodyPr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buSzPct val="100000"/>
              <a:buFont typeface="Segoe UI" panose="020B0502040204020203" pitchFamily="34" charset="0"/>
              <a:buNone/>
            </a:pPr>
            <a:r>
              <a:rPr lang="en-US" sz="1800" b="1">
                <a:latin typeface="Georgia" panose="02040502050405020303" pitchFamily="18" charset="0"/>
              </a:rPr>
              <a:t>Security Information</a:t>
            </a:r>
            <a:endParaRPr lang="en-US" sz="1400">
              <a:latin typeface="Georgia" panose="02040502050405020303" pitchFamily="18" charset="0"/>
            </a:endParaRP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ISIN: </a:t>
            </a:r>
            <a:r>
              <a:rPr lang="en-IN" sz="1400">
                <a:latin typeface="Georgia" panose="02040502050405020303" pitchFamily="18" charset="0"/>
                <a:cs typeface="Calibri" panose="020F0502020204030204" pitchFamily="34" charset="0"/>
              </a:rPr>
              <a:t>IE00B4L5Y983</a:t>
            </a:r>
            <a:endParaRPr lang="en-US" sz="1400">
              <a:latin typeface="Georgia" panose="02040502050405020303" pitchFamily="18" charset="0"/>
              <a:cs typeface="Calibri" panose="020F0502020204030204" pitchFamily="34" charset="0"/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Fund Type: ETF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Asset Group: Global Equity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Category Group: Equity Developed World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Geo. Focus: Global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Expense Ratio: 0.20%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Index Weight: Market Cap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Rebalancing Frequency: Quarterly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B1018F7-13CC-08B2-962B-A5BC9A381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313" y="755784"/>
            <a:ext cx="11082528" cy="731520"/>
          </a:xfrm>
        </p:spPr>
        <p:txBody>
          <a:bodyPr/>
          <a:lstStyle/>
          <a:p>
            <a:r>
              <a:rPr lang="de-DE"/>
              <a:t>ISHARES CORE MSCI WORLD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6CE871-9817-7964-B199-64DDA40D5A85}"/>
              </a:ext>
            </a:extLst>
          </p:cNvPr>
          <p:cNvSpPr txBox="1"/>
          <p:nvPr/>
        </p:nvSpPr>
        <p:spPr>
          <a:xfrm>
            <a:off x="3390472" y="4849402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4F5BAC-C096-FA89-44B6-7D916B9A7B83}"/>
              </a:ext>
            </a:extLst>
          </p:cNvPr>
          <p:cNvSpPr txBox="1"/>
          <p:nvPr/>
        </p:nvSpPr>
        <p:spPr>
          <a:xfrm>
            <a:off x="3616503" y="4982966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03A456-4206-3B53-4675-C15F391E765C}"/>
              </a:ext>
            </a:extLst>
          </p:cNvPr>
          <p:cNvSpPr txBox="1"/>
          <p:nvPr/>
        </p:nvSpPr>
        <p:spPr>
          <a:xfrm>
            <a:off x="8661115" y="1613043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80F039B8-68E5-47F8-772A-1640CA157362}"/>
              </a:ext>
            </a:extLst>
          </p:cNvPr>
          <p:cNvSpPr txBox="1">
            <a:spLocks/>
          </p:cNvSpPr>
          <p:nvPr/>
        </p:nvSpPr>
        <p:spPr>
          <a:xfrm>
            <a:off x="4798809" y="1441104"/>
            <a:ext cx="3196503" cy="2797193"/>
          </a:xfrm>
          <a:prstGeom prst="rect">
            <a:avLst/>
          </a:prstGeom>
          <a:ln w="28575">
            <a:solidFill>
              <a:srgbClr val="144A70"/>
            </a:solidFill>
          </a:ln>
        </p:spPr>
        <p:txBody>
          <a:bodyPr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buSzPct val="100000"/>
              <a:buFont typeface="Segoe UI" panose="020B0502040204020203" pitchFamily="34" charset="0"/>
              <a:buNone/>
            </a:pPr>
            <a:r>
              <a:rPr lang="en-US" sz="1800" b="1">
                <a:latin typeface="Georgia" panose="02040502050405020303" pitchFamily="18" charset="0"/>
              </a:rPr>
              <a:t>Top Industry Group</a:t>
            </a:r>
            <a:endParaRPr lang="en-US" sz="1400">
              <a:latin typeface="Georgia" panose="02040502050405020303" pitchFamily="18" charset="0"/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Internet (10.88%)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Semiconductor (10.39%)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Software (8.93%)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Banks (7.89%)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endParaRPr lang="en-US" sz="1400">
              <a:latin typeface="Georgia" panose="02040502050405020303" pitchFamily="18" charset="0"/>
            </a:endParaRP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81736C24-7A30-F8A6-A86E-368453320BC5}"/>
              </a:ext>
            </a:extLst>
          </p:cNvPr>
          <p:cNvSpPr txBox="1">
            <a:spLocks/>
          </p:cNvSpPr>
          <p:nvPr/>
        </p:nvSpPr>
        <p:spPr>
          <a:xfrm>
            <a:off x="8426338" y="1441104"/>
            <a:ext cx="3196503" cy="2797193"/>
          </a:xfrm>
          <a:prstGeom prst="rect">
            <a:avLst/>
          </a:prstGeom>
          <a:ln w="28575">
            <a:solidFill>
              <a:srgbClr val="144A70"/>
            </a:solidFill>
          </a:ln>
        </p:spPr>
        <p:txBody>
          <a:bodyPr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buSzPct val="100000"/>
              <a:buFont typeface="Segoe UI" panose="020B0502040204020203" pitchFamily="34" charset="0"/>
              <a:buNone/>
            </a:pPr>
            <a:r>
              <a:rPr lang="en-US" sz="1800" b="1">
                <a:latin typeface="Georgia" panose="02040502050405020303" pitchFamily="18" charset="0"/>
              </a:rPr>
              <a:t>Top Geographic</a:t>
            </a:r>
            <a:endParaRPr lang="en-US" sz="1400">
              <a:latin typeface="Georgia" panose="02040502050405020303" pitchFamily="18" charset="0"/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U.S. (70.67%)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Japan (5.45%)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U.K. (3.52%)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Canada (3.29%)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France (2.58%)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Switzerland (2.57%)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C387314F-937A-8444-48A3-E1FE0D3D5A54}"/>
              </a:ext>
            </a:extLst>
          </p:cNvPr>
          <p:cNvSpPr txBox="1">
            <a:spLocks/>
          </p:cNvSpPr>
          <p:nvPr/>
        </p:nvSpPr>
        <p:spPr>
          <a:xfrm>
            <a:off x="569159" y="4479203"/>
            <a:ext cx="3196503" cy="1875384"/>
          </a:xfrm>
          <a:prstGeom prst="rect">
            <a:avLst/>
          </a:prstGeom>
          <a:ln w="28575">
            <a:solidFill>
              <a:srgbClr val="144A70"/>
            </a:solidFill>
          </a:ln>
        </p:spPr>
        <p:txBody>
          <a:bodyPr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buSzPct val="100000"/>
              <a:buFont typeface="Segoe UI" panose="020B0502040204020203" pitchFamily="34" charset="0"/>
              <a:buNone/>
            </a:pPr>
            <a:r>
              <a:rPr lang="en-US" sz="1800" b="1">
                <a:latin typeface="Georgia" panose="02040502050405020303" pitchFamily="18" charset="0"/>
              </a:rPr>
              <a:t>Metrics</a:t>
            </a:r>
            <a:endParaRPr lang="en-US" sz="1400">
              <a:latin typeface="Georgia" panose="02040502050405020303" pitchFamily="18" charset="0"/>
            </a:endParaRP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Annual Return: 13.11%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Volatility: 15.7%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Sharpe Ratio: 0.66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E0D2BD-209C-D61B-4C16-67EB910F1516}"/>
              </a:ext>
            </a:extLst>
          </p:cNvPr>
          <p:cNvSpPr txBox="1"/>
          <p:nvPr/>
        </p:nvSpPr>
        <p:spPr>
          <a:xfrm>
            <a:off x="10263883" y="1643865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/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5EE23162-E12F-FA39-072E-E474E5AF31D3}"/>
              </a:ext>
            </a:extLst>
          </p:cNvPr>
          <p:cNvSpPr txBox="1">
            <a:spLocks/>
          </p:cNvSpPr>
          <p:nvPr/>
        </p:nvSpPr>
        <p:spPr>
          <a:xfrm>
            <a:off x="4202131" y="4479204"/>
            <a:ext cx="7420710" cy="1875384"/>
          </a:xfrm>
          <a:prstGeom prst="rect">
            <a:avLst/>
          </a:prstGeom>
          <a:ln w="28575">
            <a:solidFill>
              <a:srgbClr val="144A70"/>
            </a:solidFill>
          </a:ln>
        </p:spPr>
        <p:txBody>
          <a:bodyPr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buSzPct val="100000"/>
              <a:buFont typeface="Segoe UI" panose="020B0502040204020203" pitchFamily="34" charset="0"/>
              <a:buNone/>
            </a:pPr>
            <a:r>
              <a:rPr lang="en-US" sz="1800" b="1">
                <a:latin typeface="Georgia" panose="02040502050405020303" pitchFamily="18" charset="0"/>
              </a:rPr>
              <a:t>Security Description</a:t>
            </a:r>
          </a:p>
          <a:p>
            <a:pPr>
              <a:buSzPct val="100000"/>
              <a:buNone/>
            </a:pPr>
            <a:r>
              <a:rPr lang="en-US" sz="1400">
                <a:latin typeface="Georgia" panose="02040502050405020303" pitchFamily="18" charset="0"/>
              </a:rPr>
              <a:t>iShares Core MSCI World UCITS ETF is an exchange-traded fund incorporated in Ireland. The Fund aims to track the performance of the MSCI World Index.</a:t>
            </a:r>
          </a:p>
        </p:txBody>
      </p:sp>
    </p:spTree>
    <p:extLst>
      <p:ext uri="{BB962C8B-B14F-4D97-AF65-F5344CB8AC3E}">
        <p14:creationId xmlns:p14="http://schemas.microsoft.com/office/powerpoint/2010/main" val="5430591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28937-9394-8907-9428-E6601A2D7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C86E7783-E218-D523-765F-2609471F5CE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C86E7783-E218-D523-765F-2609471F5C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CAD29229-AFE5-7330-EBBD-CF5C1D4E3E45}"/>
              </a:ext>
            </a:extLst>
          </p:cNvPr>
          <p:cNvSpPr txBox="1">
            <a:spLocks/>
          </p:cNvSpPr>
          <p:nvPr/>
        </p:nvSpPr>
        <p:spPr>
          <a:xfrm>
            <a:off x="569159" y="1441105"/>
            <a:ext cx="3798625" cy="2797193"/>
          </a:xfrm>
          <a:prstGeom prst="rect">
            <a:avLst/>
          </a:prstGeom>
          <a:ln w="28575">
            <a:solidFill>
              <a:srgbClr val="144A70"/>
            </a:solidFill>
          </a:ln>
        </p:spPr>
        <p:txBody>
          <a:bodyPr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buSzPct val="100000"/>
              <a:buFont typeface="Segoe UI" panose="020B0502040204020203" pitchFamily="34" charset="0"/>
              <a:buNone/>
            </a:pPr>
            <a:r>
              <a:rPr lang="en-US" sz="1800" b="1">
                <a:latin typeface="Georgia" panose="02040502050405020303" pitchFamily="18" charset="0"/>
              </a:rPr>
              <a:t>Security Information</a:t>
            </a:r>
            <a:endParaRPr lang="en-US" sz="1400">
              <a:latin typeface="Georgia" panose="02040502050405020303" pitchFamily="18" charset="0"/>
            </a:endParaRP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ISIN: </a:t>
            </a:r>
            <a:r>
              <a:rPr lang="en-IN" sz="1400">
                <a:latin typeface="Georgia" panose="02040502050405020303" pitchFamily="18" charset="0"/>
                <a:cs typeface="Calibri" panose="020F0502020204030204" pitchFamily="34" charset="0"/>
              </a:rPr>
              <a:t>IE00BKM4GZ66</a:t>
            </a:r>
            <a:endParaRPr lang="en-US" sz="1400">
              <a:latin typeface="Georgia" panose="02040502050405020303" pitchFamily="18" charset="0"/>
              <a:cs typeface="Calibri" panose="020F0502020204030204" pitchFamily="34" charset="0"/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Fund Type: ETF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Asset Group: Global Equity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Category Group: Equity Emerging Markets Global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Geo. Focus: Emerging Markets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Expense Ratio: 0.180%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Rebalancing Frequency: Quarterly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B1018F7-13CC-08B2-962B-A5BC9A381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313" y="755784"/>
            <a:ext cx="11082528" cy="731520"/>
          </a:xfrm>
        </p:spPr>
        <p:txBody>
          <a:bodyPr/>
          <a:lstStyle/>
          <a:p>
            <a:r>
              <a:rPr lang="pt-BR"/>
              <a:t>ISHARES CORE EM IMI ACC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6CE871-9817-7964-B199-64DDA40D5A85}"/>
              </a:ext>
            </a:extLst>
          </p:cNvPr>
          <p:cNvSpPr txBox="1"/>
          <p:nvPr/>
        </p:nvSpPr>
        <p:spPr>
          <a:xfrm>
            <a:off x="3390472" y="4849402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4F5BAC-C096-FA89-44B6-7D916B9A7B83}"/>
              </a:ext>
            </a:extLst>
          </p:cNvPr>
          <p:cNvSpPr txBox="1"/>
          <p:nvPr/>
        </p:nvSpPr>
        <p:spPr>
          <a:xfrm>
            <a:off x="3616503" y="4982966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03A456-4206-3B53-4675-C15F391E765C}"/>
              </a:ext>
            </a:extLst>
          </p:cNvPr>
          <p:cNvSpPr txBox="1"/>
          <p:nvPr/>
        </p:nvSpPr>
        <p:spPr>
          <a:xfrm>
            <a:off x="8661115" y="1613043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80F039B8-68E5-47F8-772A-1640CA157362}"/>
              </a:ext>
            </a:extLst>
          </p:cNvPr>
          <p:cNvSpPr txBox="1">
            <a:spLocks/>
          </p:cNvSpPr>
          <p:nvPr/>
        </p:nvSpPr>
        <p:spPr>
          <a:xfrm>
            <a:off x="4798809" y="1441104"/>
            <a:ext cx="3196503" cy="2797193"/>
          </a:xfrm>
          <a:prstGeom prst="rect">
            <a:avLst/>
          </a:prstGeom>
          <a:ln w="28575">
            <a:solidFill>
              <a:srgbClr val="144A70"/>
            </a:solidFill>
          </a:ln>
        </p:spPr>
        <p:txBody>
          <a:bodyPr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buSzPct val="100000"/>
              <a:buFont typeface="Segoe UI" panose="020B0502040204020203" pitchFamily="34" charset="0"/>
              <a:buNone/>
            </a:pPr>
            <a:r>
              <a:rPr lang="en-US" sz="1800" b="1">
                <a:latin typeface="Georgia" panose="02040502050405020303" pitchFamily="18" charset="0"/>
              </a:rPr>
              <a:t>Top Industry Group</a:t>
            </a:r>
            <a:endParaRPr lang="en-US" sz="1400">
              <a:latin typeface="Georgia" panose="02040502050405020303" pitchFamily="18" charset="0"/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Semiconductors (16.08%)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Banks (13.41%)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Internet (12.23%)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Diversified </a:t>
            </a:r>
            <a:r>
              <a:rPr lang="en-US" sz="1400" err="1">
                <a:latin typeface="Georgia" panose="02040502050405020303" pitchFamily="18" charset="0"/>
              </a:rPr>
              <a:t>Finan</a:t>
            </a:r>
            <a:r>
              <a:rPr lang="en-US" sz="1400">
                <a:latin typeface="Georgia" panose="02040502050405020303" pitchFamily="18" charset="0"/>
              </a:rPr>
              <a:t> Serv (4.64%)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endParaRPr lang="en-US" sz="1400">
              <a:latin typeface="Georgia" panose="02040502050405020303" pitchFamily="18" charset="0"/>
            </a:endParaRP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81736C24-7A30-F8A6-A86E-368453320BC5}"/>
              </a:ext>
            </a:extLst>
          </p:cNvPr>
          <p:cNvSpPr txBox="1">
            <a:spLocks/>
          </p:cNvSpPr>
          <p:nvPr/>
        </p:nvSpPr>
        <p:spPr>
          <a:xfrm>
            <a:off x="8426338" y="1441104"/>
            <a:ext cx="3196503" cy="2797193"/>
          </a:xfrm>
          <a:prstGeom prst="rect">
            <a:avLst/>
          </a:prstGeom>
          <a:ln w="28575">
            <a:solidFill>
              <a:srgbClr val="144A70"/>
            </a:solidFill>
          </a:ln>
        </p:spPr>
        <p:txBody>
          <a:bodyPr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buSzPct val="100000"/>
              <a:buFont typeface="Segoe UI" panose="020B0502040204020203" pitchFamily="34" charset="0"/>
              <a:buNone/>
            </a:pPr>
            <a:r>
              <a:rPr lang="en-US" sz="1800" b="1">
                <a:latin typeface="Georgia" panose="02040502050405020303" pitchFamily="18" charset="0"/>
              </a:rPr>
              <a:t>Top Geographic</a:t>
            </a:r>
            <a:endParaRPr lang="en-US" sz="1400">
              <a:latin typeface="Georgia" panose="02040502050405020303" pitchFamily="18" charset="0"/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China (21.44%)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Taiwan (19.76%)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India (16.81%)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South Korea (11.46%)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Hong Kong (4.45%)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Brazil (4.25%)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C387314F-937A-8444-48A3-E1FE0D3D5A54}"/>
              </a:ext>
            </a:extLst>
          </p:cNvPr>
          <p:cNvSpPr txBox="1">
            <a:spLocks/>
          </p:cNvSpPr>
          <p:nvPr/>
        </p:nvSpPr>
        <p:spPr>
          <a:xfrm>
            <a:off x="569159" y="4479203"/>
            <a:ext cx="3196503" cy="1875384"/>
          </a:xfrm>
          <a:prstGeom prst="rect">
            <a:avLst/>
          </a:prstGeom>
          <a:ln w="28575">
            <a:solidFill>
              <a:srgbClr val="144A70"/>
            </a:solidFill>
          </a:ln>
        </p:spPr>
        <p:txBody>
          <a:bodyPr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buSzPct val="100000"/>
              <a:buFont typeface="Segoe UI" panose="020B0502040204020203" pitchFamily="34" charset="0"/>
              <a:buNone/>
            </a:pPr>
            <a:r>
              <a:rPr lang="en-US" sz="1800" b="1">
                <a:latin typeface="Georgia" panose="02040502050405020303" pitchFamily="18" charset="0"/>
              </a:rPr>
              <a:t>Metrics</a:t>
            </a:r>
            <a:endParaRPr lang="en-US" sz="1400">
              <a:latin typeface="Georgia" panose="02040502050405020303" pitchFamily="18" charset="0"/>
            </a:endParaRP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Annual Return: 9.68%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Volatility: 18.72%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Sharpe Ratio: 0.37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E0D2BD-209C-D61B-4C16-67EB910F1516}"/>
              </a:ext>
            </a:extLst>
          </p:cNvPr>
          <p:cNvSpPr txBox="1"/>
          <p:nvPr/>
        </p:nvSpPr>
        <p:spPr>
          <a:xfrm>
            <a:off x="10263883" y="1643865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/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5EE23162-E12F-FA39-072E-E474E5AF31D3}"/>
              </a:ext>
            </a:extLst>
          </p:cNvPr>
          <p:cNvSpPr txBox="1">
            <a:spLocks/>
          </p:cNvSpPr>
          <p:nvPr/>
        </p:nvSpPr>
        <p:spPr>
          <a:xfrm>
            <a:off x="4202131" y="4479204"/>
            <a:ext cx="7420710" cy="1875384"/>
          </a:xfrm>
          <a:prstGeom prst="rect">
            <a:avLst/>
          </a:prstGeom>
          <a:ln w="28575">
            <a:solidFill>
              <a:srgbClr val="144A70"/>
            </a:solidFill>
          </a:ln>
        </p:spPr>
        <p:txBody>
          <a:bodyPr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buSzPct val="100000"/>
              <a:buFont typeface="Segoe UI" panose="020B0502040204020203" pitchFamily="34" charset="0"/>
              <a:buNone/>
            </a:pPr>
            <a:r>
              <a:rPr lang="en-US" sz="1800" b="1">
                <a:latin typeface="Georgia" panose="02040502050405020303" pitchFamily="18" charset="0"/>
              </a:rPr>
              <a:t>Security Description</a:t>
            </a:r>
          </a:p>
          <a:p>
            <a:pPr>
              <a:buSzPct val="100000"/>
              <a:buNone/>
            </a:pPr>
            <a:r>
              <a:rPr lang="en-US" sz="1400">
                <a:latin typeface="Georgia" panose="02040502050405020303" pitchFamily="18" charset="0"/>
              </a:rPr>
              <a:t>iShares Core MSCI EM IMI UCITS ETF is an exchange-traded fund incorporated in Ireland. The Fund aims to track the performance of the MSCI Emerging Markets IMI Index.</a:t>
            </a:r>
          </a:p>
        </p:txBody>
      </p:sp>
    </p:spTree>
    <p:extLst>
      <p:ext uri="{BB962C8B-B14F-4D97-AF65-F5344CB8AC3E}">
        <p14:creationId xmlns:p14="http://schemas.microsoft.com/office/powerpoint/2010/main" val="39541787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28937-9394-8907-9428-E6601A2D7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C86E7783-E218-D523-765F-2609471F5CE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C86E7783-E218-D523-765F-2609471F5C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CAD29229-AFE5-7330-EBBD-CF5C1D4E3E45}"/>
              </a:ext>
            </a:extLst>
          </p:cNvPr>
          <p:cNvSpPr txBox="1">
            <a:spLocks/>
          </p:cNvSpPr>
          <p:nvPr/>
        </p:nvSpPr>
        <p:spPr>
          <a:xfrm>
            <a:off x="569159" y="1441105"/>
            <a:ext cx="3798625" cy="2797193"/>
          </a:xfrm>
          <a:prstGeom prst="rect">
            <a:avLst/>
          </a:prstGeom>
          <a:ln w="28575">
            <a:solidFill>
              <a:srgbClr val="144A70"/>
            </a:solidFill>
          </a:ln>
        </p:spPr>
        <p:txBody>
          <a:bodyPr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buSzPct val="100000"/>
              <a:buFont typeface="Segoe UI" panose="020B0502040204020203" pitchFamily="34" charset="0"/>
              <a:buNone/>
            </a:pPr>
            <a:r>
              <a:rPr lang="en-US" sz="1800" b="1">
                <a:latin typeface="Georgia" panose="02040502050405020303" pitchFamily="18" charset="0"/>
              </a:rPr>
              <a:t>Security Information</a:t>
            </a:r>
            <a:endParaRPr lang="en-US" sz="1400">
              <a:latin typeface="Georgia" panose="02040502050405020303" pitchFamily="18" charset="0"/>
            </a:endParaRP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ISIN: </a:t>
            </a:r>
            <a:r>
              <a:rPr lang="en-IN" sz="1400">
                <a:latin typeface="Georgia" panose="02040502050405020303" pitchFamily="18" charset="0"/>
                <a:cs typeface="Calibri" panose="020F0502020204030204" pitchFamily="34" charset="0"/>
              </a:rPr>
              <a:t>IE00B1FZS467</a:t>
            </a:r>
            <a:endParaRPr lang="en-US" sz="1400">
              <a:latin typeface="Georgia" panose="02040502050405020303" pitchFamily="18" charset="0"/>
              <a:cs typeface="Calibri" panose="020F0502020204030204" pitchFamily="34" charset="0"/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Fund Type: ETF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Asset Group: Sector Equity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Category Group: Equity Thematic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Expense Ratio: 0.650%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Index Weight: Market Cap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Rebalancing Frequency: Quarterly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B1018F7-13CC-08B2-962B-A5BC9A381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313" y="755784"/>
            <a:ext cx="11082528" cy="731520"/>
          </a:xfrm>
        </p:spPr>
        <p:txBody>
          <a:bodyPr/>
          <a:lstStyle/>
          <a:p>
            <a:r>
              <a:rPr lang="de-DE"/>
              <a:t>ISHARES GLBL INFRASTRUCTURE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6CE871-9817-7964-B199-64DDA40D5A85}"/>
              </a:ext>
            </a:extLst>
          </p:cNvPr>
          <p:cNvSpPr txBox="1"/>
          <p:nvPr/>
        </p:nvSpPr>
        <p:spPr>
          <a:xfrm>
            <a:off x="3390472" y="4849402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4F5BAC-C096-FA89-44B6-7D916B9A7B83}"/>
              </a:ext>
            </a:extLst>
          </p:cNvPr>
          <p:cNvSpPr txBox="1"/>
          <p:nvPr/>
        </p:nvSpPr>
        <p:spPr>
          <a:xfrm>
            <a:off x="3616503" y="4982966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03A456-4206-3B53-4675-C15F391E765C}"/>
              </a:ext>
            </a:extLst>
          </p:cNvPr>
          <p:cNvSpPr txBox="1"/>
          <p:nvPr/>
        </p:nvSpPr>
        <p:spPr>
          <a:xfrm>
            <a:off x="8661115" y="1613043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80F039B8-68E5-47F8-772A-1640CA157362}"/>
              </a:ext>
            </a:extLst>
          </p:cNvPr>
          <p:cNvSpPr txBox="1">
            <a:spLocks/>
          </p:cNvSpPr>
          <p:nvPr/>
        </p:nvSpPr>
        <p:spPr>
          <a:xfrm>
            <a:off x="4798809" y="1441104"/>
            <a:ext cx="3196503" cy="2797193"/>
          </a:xfrm>
          <a:prstGeom prst="rect">
            <a:avLst/>
          </a:prstGeom>
          <a:ln w="28575">
            <a:solidFill>
              <a:srgbClr val="144A70"/>
            </a:solidFill>
          </a:ln>
        </p:spPr>
        <p:txBody>
          <a:bodyPr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buSzPct val="100000"/>
              <a:buFont typeface="Segoe UI" panose="020B0502040204020203" pitchFamily="34" charset="0"/>
              <a:buNone/>
            </a:pPr>
            <a:r>
              <a:rPr lang="en-US" sz="1800" b="1">
                <a:latin typeface="Georgia" panose="02040502050405020303" pitchFamily="18" charset="0"/>
              </a:rPr>
              <a:t>Top Industry Group</a:t>
            </a:r>
            <a:endParaRPr lang="en-US" sz="1400">
              <a:latin typeface="Georgia" panose="02040502050405020303" pitchFamily="18" charset="0"/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Electric (46.81%)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Transportation (15.95%)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Pipelines (15.73%)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REITS (5.28%)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endParaRPr lang="en-US" sz="1400">
              <a:latin typeface="Georgia" panose="02040502050405020303" pitchFamily="18" charset="0"/>
            </a:endParaRP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81736C24-7A30-F8A6-A86E-368453320BC5}"/>
              </a:ext>
            </a:extLst>
          </p:cNvPr>
          <p:cNvSpPr txBox="1">
            <a:spLocks/>
          </p:cNvSpPr>
          <p:nvPr/>
        </p:nvSpPr>
        <p:spPr>
          <a:xfrm>
            <a:off x="8426338" y="1441104"/>
            <a:ext cx="3196503" cy="2797193"/>
          </a:xfrm>
          <a:prstGeom prst="rect">
            <a:avLst/>
          </a:prstGeom>
          <a:ln w="28575">
            <a:solidFill>
              <a:srgbClr val="144A70"/>
            </a:solidFill>
          </a:ln>
        </p:spPr>
        <p:txBody>
          <a:bodyPr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buSzPct val="100000"/>
              <a:buFont typeface="Segoe UI" panose="020B0502040204020203" pitchFamily="34" charset="0"/>
              <a:buNone/>
            </a:pPr>
            <a:r>
              <a:rPr lang="en-US" sz="1800" b="1">
                <a:latin typeface="Georgia" panose="02040502050405020303" pitchFamily="18" charset="0"/>
              </a:rPr>
              <a:t>Top Geographic</a:t>
            </a:r>
            <a:endParaRPr lang="en-US" sz="1400">
              <a:latin typeface="Georgia" panose="02040502050405020303" pitchFamily="18" charset="0"/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U.S. (63.03%)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Canada (12.60%)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Japan (4.28%)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U.K. (3.69%)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India (2.09%)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Hong Kong (1.92%)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C387314F-937A-8444-48A3-E1FE0D3D5A54}"/>
              </a:ext>
            </a:extLst>
          </p:cNvPr>
          <p:cNvSpPr txBox="1">
            <a:spLocks/>
          </p:cNvSpPr>
          <p:nvPr/>
        </p:nvSpPr>
        <p:spPr>
          <a:xfrm>
            <a:off x="569159" y="4479203"/>
            <a:ext cx="3196503" cy="1875384"/>
          </a:xfrm>
          <a:prstGeom prst="rect">
            <a:avLst/>
          </a:prstGeom>
          <a:ln w="28575">
            <a:solidFill>
              <a:srgbClr val="144A70"/>
            </a:solidFill>
          </a:ln>
        </p:spPr>
        <p:txBody>
          <a:bodyPr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buSzPct val="100000"/>
              <a:buFont typeface="Segoe UI" panose="020B0502040204020203" pitchFamily="34" charset="0"/>
              <a:buNone/>
            </a:pPr>
            <a:r>
              <a:rPr lang="en-US" sz="1800" b="1">
                <a:latin typeface="Georgia" panose="02040502050405020303" pitchFamily="18" charset="0"/>
              </a:rPr>
              <a:t>Metrics</a:t>
            </a:r>
            <a:endParaRPr lang="en-US" sz="1400">
              <a:latin typeface="Georgia" panose="02040502050405020303" pitchFamily="18" charset="0"/>
            </a:endParaRP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Annual Return: 9.13%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Volatility: 14.33%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Sharpe Ratio: 0.44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E0D2BD-209C-D61B-4C16-67EB910F1516}"/>
              </a:ext>
            </a:extLst>
          </p:cNvPr>
          <p:cNvSpPr txBox="1"/>
          <p:nvPr/>
        </p:nvSpPr>
        <p:spPr>
          <a:xfrm>
            <a:off x="10263883" y="1643865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/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5EE23162-E12F-FA39-072E-E474E5AF31D3}"/>
              </a:ext>
            </a:extLst>
          </p:cNvPr>
          <p:cNvSpPr txBox="1">
            <a:spLocks/>
          </p:cNvSpPr>
          <p:nvPr/>
        </p:nvSpPr>
        <p:spPr>
          <a:xfrm>
            <a:off x="4202131" y="4479204"/>
            <a:ext cx="7420710" cy="1875384"/>
          </a:xfrm>
          <a:prstGeom prst="rect">
            <a:avLst/>
          </a:prstGeom>
          <a:ln w="28575">
            <a:solidFill>
              <a:srgbClr val="144A70"/>
            </a:solidFill>
          </a:ln>
        </p:spPr>
        <p:txBody>
          <a:bodyPr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buSzPct val="100000"/>
              <a:buFont typeface="Segoe UI" panose="020B0502040204020203" pitchFamily="34" charset="0"/>
              <a:buNone/>
            </a:pPr>
            <a:r>
              <a:rPr lang="en-US" sz="1800" b="1">
                <a:latin typeface="Georgia" panose="02040502050405020303" pitchFamily="18" charset="0"/>
              </a:rPr>
              <a:t>Security Description</a:t>
            </a:r>
          </a:p>
          <a:p>
            <a:pPr>
              <a:buSzPct val="100000"/>
              <a:buNone/>
            </a:pPr>
            <a:r>
              <a:rPr lang="en-US" sz="1400">
                <a:latin typeface="Georgia" panose="02040502050405020303" pitchFamily="18" charset="0"/>
              </a:rPr>
              <a:t>iShares Global Infrastructure UCITS ETF is an exchange-traded fund incorporated in Ireland. The Fund aims to track the performance of FTSE Global Core Infrastructure Index.</a:t>
            </a:r>
          </a:p>
        </p:txBody>
      </p:sp>
    </p:spTree>
    <p:extLst>
      <p:ext uri="{BB962C8B-B14F-4D97-AF65-F5344CB8AC3E}">
        <p14:creationId xmlns:p14="http://schemas.microsoft.com/office/powerpoint/2010/main" val="13944911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28937-9394-8907-9428-E6601A2D7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C86E7783-E218-D523-765F-2609471F5CE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C86E7783-E218-D523-765F-2609471F5C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CAD29229-AFE5-7330-EBBD-CF5C1D4E3E45}"/>
              </a:ext>
            </a:extLst>
          </p:cNvPr>
          <p:cNvSpPr txBox="1">
            <a:spLocks/>
          </p:cNvSpPr>
          <p:nvPr/>
        </p:nvSpPr>
        <p:spPr>
          <a:xfrm>
            <a:off x="569159" y="1441105"/>
            <a:ext cx="3896309" cy="2797193"/>
          </a:xfrm>
          <a:prstGeom prst="rect">
            <a:avLst/>
          </a:prstGeom>
          <a:ln w="28575">
            <a:solidFill>
              <a:srgbClr val="144A70"/>
            </a:solidFill>
          </a:ln>
        </p:spPr>
        <p:txBody>
          <a:bodyPr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buSzPct val="100000"/>
              <a:buFont typeface="Segoe UI" panose="020B0502040204020203" pitchFamily="34" charset="0"/>
              <a:buNone/>
            </a:pPr>
            <a:r>
              <a:rPr lang="en-US" sz="1800" b="1">
                <a:latin typeface="Georgia" panose="02040502050405020303" pitchFamily="18" charset="0"/>
              </a:rPr>
              <a:t>Security Information</a:t>
            </a:r>
            <a:endParaRPr lang="en-US" sz="1400">
              <a:latin typeface="Georgia" panose="02040502050405020303" pitchFamily="18" charset="0"/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ISIN: </a:t>
            </a:r>
            <a:r>
              <a:rPr lang="en-IN" sz="1400">
                <a:latin typeface="Georgia" panose="02040502050405020303" pitchFamily="18" charset="0"/>
                <a:cs typeface="Calibri" panose="020F0502020204030204" pitchFamily="34" charset="0"/>
              </a:rPr>
              <a:t>IE00B4WXJJ64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Fund Type: ETF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Asset Group: Global Fixed Income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Category Group: Global Government Bond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Geo. Focus: Eurozone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Expense Ratio: 0.07%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Index Weight: Market Cap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Rebalancing Frequency: Quarterly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B1018F7-13CC-08B2-962B-A5BC9A381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313" y="755784"/>
            <a:ext cx="11082528" cy="731520"/>
          </a:xfrm>
        </p:spPr>
        <p:txBody>
          <a:bodyPr/>
          <a:lstStyle/>
          <a:p>
            <a:r>
              <a:rPr lang="en-US"/>
              <a:t>ISHARES CORE EURO GOVT BOND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6CE871-9817-7964-B199-64DDA40D5A85}"/>
              </a:ext>
            </a:extLst>
          </p:cNvPr>
          <p:cNvSpPr txBox="1"/>
          <p:nvPr/>
        </p:nvSpPr>
        <p:spPr>
          <a:xfrm>
            <a:off x="3390472" y="4849402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4F5BAC-C096-FA89-44B6-7D916B9A7B83}"/>
              </a:ext>
            </a:extLst>
          </p:cNvPr>
          <p:cNvSpPr txBox="1"/>
          <p:nvPr/>
        </p:nvSpPr>
        <p:spPr>
          <a:xfrm>
            <a:off x="3616503" y="4982966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03A456-4206-3B53-4675-C15F391E765C}"/>
              </a:ext>
            </a:extLst>
          </p:cNvPr>
          <p:cNvSpPr txBox="1"/>
          <p:nvPr/>
        </p:nvSpPr>
        <p:spPr>
          <a:xfrm>
            <a:off x="8661115" y="1613043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80F039B8-68E5-47F8-772A-1640CA157362}"/>
              </a:ext>
            </a:extLst>
          </p:cNvPr>
          <p:cNvSpPr txBox="1">
            <a:spLocks/>
          </p:cNvSpPr>
          <p:nvPr/>
        </p:nvSpPr>
        <p:spPr>
          <a:xfrm>
            <a:off x="4847651" y="1441104"/>
            <a:ext cx="3196503" cy="2797193"/>
          </a:xfrm>
          <a:prstGeom prst="rect">
            <a:avLst/>
          </a:prstGeom>
          <a:ln w="28575">
            <a:solidFill>
              <a:srgbClr val="144A70"/>
            </a:solidFill>
          </a:ln>
        </p:spPr>
        <p:txBody>
          <a:bodyPr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buSzPct val="100000"/>
              <a:buFont typeface="Segoe UI" panose="020B0502040204020203" pitchFamily="34" charset="0"/>
              <a:buNone/>
            </a:pPr>
            <a:r>
              <a:rPr lang="en-US" sz="1800" b="1">
                <a:latin typeface="Georgia" panose="02040502050405020303" pitchFamily="18" charset="0"/>
              </a:rPr>
              <a:t>Top Industry Group</a:t>
            </a:r>
            <a:endParaRPr lang="en-US" sz="1400">
              <a:latin typeface="Georgia" panose="02040502050405020303" pitchFamily="18" charset="0"/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Sovereign (99.86%)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Banks (0.01%)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81736C24-7A30-F8A6-A86E-368453320BC5}"/>
              </a:ext>
            </a:extLst>
          </p:cNvPr>
          <p:cNvSpPr txBox="1">
            <a:spLocks/>
          </p:cNvSpPr>
          <p:nvPr/>
        </p:nvSpPr>
        <p:spPr>
          <a:xfrm>
            <a:off x="8426338" y="1441104"/>
            <a:ext cx="3196503" cy="2797193"/>
          </a:xfrm>
          <a:prstGeom prst="rect">
            <a:avLst/>
          </a:prstGeom>
          <a:ln w="28575">
            <a:solidFill>
              <a:srgbClr val="144A70"/>
            </a:solidFill>
          </a:ln>
        </p:spPr>
        <p:txBody>
          <a:bodyPr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buSzPct val="100000"/>
              <a:buFont typeface="Segoe UI" panose="020B0502040204020203" pitchFamily="34" charset="0"/>
              <a:buNone/>
            </a:pPr>
            <a:r>
              <a:rPr lang="en-US" sz="1800" b="1">
                <a:latin typeface="Georgia" panose="02040502050405020303" pitchFamily="18" charset="0"/>
              </a:rPr>
              <a:t>Top Geographic</a:t>
            </a:r>
            <a:endParaRPr lang="en-US" sz="1400">
              <a:latin typeface="Georgia" panose="02040502050405020303" pitchFamily="18" charset="0"/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France (23.95%)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Italy (21.91%)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Germany (18.80%)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Spain (14.31%)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Belgium (4.91%)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Netherlands (4.04%)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C387314F-937A-8444-48A3-E1FE0D3D5A54}"/>
              </a:ext>
            </a:extLst>
          </p:cNvPr>
          <p:cNvSpPr txBox="1">
            <a:spLocks/>
          </p:cNvSpPr>
          <p:nvPr/>
        </p:nvSpPr>
        <p:spPr>
          <a:xfrm>
            <a:off x="569159" y="4479203"/>
            <a:ext cx="3196503" cy="1875384"/>
          </a:xfrm>
          <a:prstGeom prst="rect">
            <a:avLst/>
          </a:prstGeom>
          <a:ln w="28575">
            <a:solidFill>
              <a:srgbClr val="144A70"/>
            </a:solidFill>
          </a:ln>
        </p:spPr>
        <p:txBody>
          <a:bodyPr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buSzPct val="100000"/>
              <a:buFont typeface="Segoe UI" panose="020B0502040204020203" pitchFamily="34" charset="0"/>
              <a:buNone/>
            </a:pPr>
            <a:r>
              <a:rPr lang="en-US" sz="1800" b="1">
                <a:latin typeface="Georgia" panose="02040502050405020303" pitchFamily="18" charset="0"/>
              </a:rPr>
              <a:t>Metrics</a:t>
            </a:r>
            <a:endParaRPr lang="en-US" sz="1400">
              <a:latin typeface="Georgia" panose="02040502050405020303" pitchFamily="18" charset="0"/>
            </a:endParaRP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Annual Return: 1.83%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Volatility: 4.93%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Sharpe Ratio: -0.19 (Irrelevant)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E0D2BD-209C-D61B-4C16-67EB910F1516}"/>
              </a:ext>
            </a:extLst>
          </p:cNvPr>
          <p:cNvSpPr txBox="1"/>
          <p:nvPr/>
        </p:nvSpPr>
        <p:spPr>
          <a:xfrm>
            <a:off x="10263883" y="1643865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/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5EE23162-E12F-FA39-072E-E474E5AF31D3}"/>
              </a:ext>
            </a:extLst>
          </p:cNvPr>
          <p:cNvSpPr txBox="1">
            <a:spLocks/>
          </p:cNvSpPr>
          <p:nvPr/>
        </p:nvSpPr>
        <p:spPr>
          <a:xfrm>
            <a:off x="4202131" y="4479204"/>
            <a:ext cx="7420710" cy="1875384"/>
          </a:xfrm>
          <a:prstGeom prst="rect">
            <a:avLst/>
          </a:prstGeom>
          <a:ln w="28575">
            <a:solidFill>
              <a:srgbClr val="144A70"/>
            </a:solidFill>
          </a:ln>
        </p:spPr>
        <p:txBody>
          <a:bodyPr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buSzPct val="100000"/>
              <a:buNone/>
            </a:pPr>
            <a:r>
              <a:rPr lang="en-US" sz="1800" b="1">
                <a:latin typeface="Georgia" panose="02040502050405020303" pitchFamily="18" charset="0"/>
              </a:rPr>
              <a:t>Security Description</a:t>
            </a:r>
          </a:p>
          <a:p>
            <a:pPr>
              <a:buSzPct val="100000"/>
              <a:buNone/>
            </a:pPr>
            <a:r>
              <a:rPr lang="en-US" sz="1400">
                <a:latin typeface="Georgia" panose="02040502050405020303" pitchFamily="18" charset="0"/>
              </a:rPr>
              <a:t>iShares Core EUR Govt Bond UCITS ETF is an exchange-traded fund incorporated in Ireland. The Fund aims to track the performance of the Bloomberg Euro Treasury Bond Index.</a:t>
            </a:r>
          </a:p>
        </p:txBody>
      </p:sp>
    </p:spTree>
    <p:extLst>
      <p:ext uri="{BB962C8B-B14F-4D97-AF65-F5344CB8AC3E}">
        <p14:creationId xmlns:p14="http://schemas.microsoft.com/office/powerpoint/2010/main" val="16618096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28937-9394-8907-9428-E6601A2D7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C86E7783-E218-D523-765F-2609471F5CE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C86E7783-E218-D523-765F-2609471F5C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CAD29229-AFE5-7330-EBBD-CF5C1D4E3E45}"/>
              </a:ext>
            </a:extLst>
          </p:cNvPr>
          <p:cNvSpPr txBox="1">
            <a:spLocks/>
          </p:cNvSpPr>
          <p:nvPr/>
        </p:nvSpPr>
        <p:spPr>
          <a:xfrm>
            <a:off x="569159" y="1441105"/>
            <a:ext cx="3798625" cy="2797193"/>
          </a:xfrm>
          <a:prstGeom prst="rect">
            <a:avLst/>
          </a:prstGeom>
          <a:ln w="28575">
            <a:solidFill>
              <a:srgbClr val="144A70"/>
            </a:solidFill>
          </a:ln>
        </p:spPr>
        <p:txBody>
          <a:bodyPr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buSzPct val="100000"/>
              <a:buFont typeface="Segoe UI" panose="020B0502040204020203" pitchFamily="34" charset="0"/>
              <a:buNone/>
            </a:pPr>
            <a:r>
              <a:rPr lang="en-US" sz="1800" b="1">
                <a:latin typeface="Georgia" panose="02040502050405020303" pitchFamily="18" charset="0"/>
              </a:rPr>
              <a:t>Security Information</a:t>
            </a:r>
            <a:endParaRPr lang="en-US" sz="1400">
              <a:latin typeface="Georgia" panose="02040502050405020303" pitchFamily="18" charset="0"/>
            </a:endParaRP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ISIN: </a:t>
            </a:r>
            <a:r>
              <a:rPr lang="en-IN" sz="1400">
                <a:latin typeface="Georgia" panose="02040502050405020303" pitchFamily="18" charset="0"/>
                <a:cs typeface="Calibri" panose="020F0502020204030204" pitchFamily="34" charset="0"/>
              </a:rPr>
              <a:t>IE00B3F81R35</a:t>
            </a:r>
            <a:endParaRPr lang="en-US" sz="1400">
              <a:latin typeface="Georgia" panose="02040502050405020303" pitchFamily="18" charset="0"/>
              <a:cs typeface="Calibri" panose="020F0502020204030204" pitchFamily="34" charset="0"/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Fund Type: ETF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Asset Group: Global Fixed Income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Category Group: Global Corporate Bond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Rating: Investment Grade BBB or higher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Expense Ratio: 0.09%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Index Weight: Market Cap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Rebalancing Frequency: Monthly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B1018F7-13CC-08B2-962B-A5BC9A381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313" y="755784"/>
            <a:ext cx="11082528" cy="731520"/>
          </a:xfrm>
        </p:spPr>
        <p:txBody>
          <a:bodyPr/>
          <a:lstStyle/>
          <a:p>
            <a:r>
              <a:rPr lang="en-US"/>
              <a:t>ISHARES CORE EURO CORP BOND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6CE871-9817-7964-B199-64DDA40D5A85}"/>
              </a:ext>
            </a:extLst>
          </p:cNvPr>
          <p:cNvSpPr txBox="1"/>
          <p:nvPr/>
        </p:nvSpPr>
        <p:spPr>
          <a:xfrm>
            <a:off x="3390472" y="4849402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4F5BAC-C096-FA89-44B6-7D916B9A7B83}"/>
              </a:ext>
            </a:extLst>
          </p:cNvPr>
          <p:cNvSpPr txBox="1"/>
          <p:nvPr/>
        </p:nvSpPr>
        <p:spPr>
          <a:xfrm>
            <a:off x="3616503" y="4982966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03A456-4206-3B53-4675-C15F391E765C}"/>
              </a:ext>
            </a:extLst>
          </p:cNvPr>
          <p:cNvSpPr txBox="1"/>
          <p:nvPr/>
        </p:nvSpPr>
        <p:spPr>
          <a:xfrm>
            <a:off x="8661115" y="1613043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80F039B8-68E5-47F8-772A-1640CA157362}"/>
              </a:ext>
            </a:extLst>
          </p:cNvPr>
          <p:cNvSpPr txBox="1">
            <a:spLocks/>
          </p:cNvSpPr>
          <p:nvPr/>
        </p:nvSpPr>
        <p:spPr>
          <a:xfrm>
            <a:off x="4798809" y="1441104"/>
            <a:ext cx="3196503" cy="2797193"/>
          </a:xfrm>
          <a:prstGeom prst="rect">
            <a:avLst/>
          </a:prstGeom>
          <a:ln w="28575">
            <a:solidFill>
              <a:srgbClr val="144A70"/>
            </a:solidFill>
          </a:ln>
        </p:spPr>
        <p:txBody>
          <a:bodyPr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buSzPct val="100000"/>
              <a:buFont typeface="Segoe UI" panose="020B0502040204020203" pitchFamily="34" charset="0"/>
              <a:buNone/>
            </a:pPr>
            <a:r>
              <a:rPr lang="en-US" sz="1800" b="1">
                <a:latin typeface="Georgia" panose="02040502050405020303" pitchFamily="18" charset="0"/>
              </a:rPr>
              <a:t>Top Industry Group</a:t>
            </a:r>
            <a:endParaRPr lang="en-US" sz="1400">
              <a:latin typeface="Georgia" panose="02040502050405020303" pitchFamily="18" charset="0"/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Banks (31.51%)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Electric (5.72%)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Telecommunications (4.92%)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Auto Manufacturers (4.82%)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endParaRPr lang="en-US" sz="1400">
              <a:latin typeface="Georgia" panose="02040502050405020303" pitchFamily="18" charset="0"/>
            </a:endParaRP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81736C24-7A30-F8A6-A86E-368453320BC5}"/>
              </a:ext>
            </a:extLst>
          </p:cNvPr>
          <p:cNvSpPr txBox="1">
            <a:spLocks/>
          </p:cNvSpPr>
          <p:nvPr/>
        </p:nvSpPr>
        <p:spPr>
          <a:xfrm>
            <a:off x="8426338" y="1441104"/>
            <a:ext cx="3196503" cy="2797193"/>
          </a:xfrm>
          <a:prstGeom prst="rect">
            <a:avLst/>
          </a:prstGeom>
          <a:ln w="28575">
            <a:solidFill>
              <a:srgbClr val="144A70"/>
            </a:solidFill>
          </a:ln>
        </p:spPr>
        <p:txBody>
          <a:bodyPr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buSzPct val="100000"/>
              <a:buFont typeface="Segoe UI" panose="020B0502040204020203" pitchFamily="34" charset="0"/>
              <a:buNone/>
            </a:pPr>
            <a:r>
              <a:rPr lang="en-US" sz="1800" b="1">
                <a:latin typeface="Georgia" panose="02040502050405020303" pitchFamily="18" charset="0"/>
              </a:rPr>
              <a:t>Top Geographic</a:t>
            </a:r>
            <a:endParaRPr lang="en-US" sz="1400">
              <a:latin typeface="Georgia" panose="02040502050405020303" pitchFamily="18" charset="0"/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France (19.73%)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U.S. (15.76%)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Netherlands (15.40%)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Germany (8.46%)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U.K. (6.96%)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Spain (5.88%)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C387314F-937A-8444-48A3-E1FE0D3D5A54}"/>
              </a:ext>
            </a:extLst>
          </p:cNvPr>
          <p:cNvSpPr txBox="1">
            <a:spLocks/>
          </p:cNvSpPr>
          <p:nvPr/>
        </p:nvSpPr>
        <p:spPr>
          <a:xfrm>
            <a:off x="569159" y="4479203"/>
            <a:ext cx="3196503" cy="1875384"/>
          </a:xfrm>
          <a:prstGeom prst="rect">
            <a:avLst/>
          </a:prstGeom>
          <a:ln w="28575">
            <a:solidFill>
              <a:srgbClr val="144A70"/>
            </a:solidFill>
          </a:ln>
        </p:spPr>
        <p:txBody>
          <a:bodyPr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buSzPct val="100000"/>
              <a:buFont typeface="Segoe UI" panose="020B0502040204020203" pitchFamily="34" charset="0"/>
              <a:buNone/>
            </a:pPr>
            <a:r>
              <a:rPr lang="en-US" sz="1800" b="1">
                <a:latin typeface="Georgia" panose="02040502050405020303" pitchFamily="18" charset="0"/>
              </a:rPr>
              <a:t>Metrics</a:t>
            </a:r>
            <a:endParaRPr lang="en-US" sz="1400">
              <a:latin typeface="Georgia" panose="02040502050405020303" pitchFamily="18" charset="0"/>
            </a:endParaRP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Annual Return: 3.84%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Volatility: 3.97%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Sharpe Ratio: 0.27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E0D2BD-209C-D61B-4C16-67EB910F1516}"/>
              </a:ext>
            </a:extLst>
          </p:cNvPr>
          <p:cNvSpPr txBox="1"/>
          <p:nvPr/>
        </p:nvSpPr>
        <p:spPr>
          <a:xfrm>
            <a:off x="10263883" y="1643865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/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5EE23162-E12F-FA39-072E-E474E5AF31D3}"/>
              </a:ext>
            </a:extLst>
          </p:cNvPr>
          <p:cNvSpPr txBox="1">
            <a:spLocks/>
          </p:cNvSpPr>
          <p:nvPr/>
        </p:nvSpPr>
        <p:spPr>
          <a:xfrm>
            <a:off x="4202131" y="4479204"/>
            <a:ext cx="7420710" cy="1875384"/>
          </a:xfrm>
          <a:prstGeom prst="rect">
            <a:avLst/>
          </a:prstGeom>
          <a:ln w="28575">
            <a:solidFill>
              <a:srgbClr val="144A70"/>
            </a:solidFill>
          </a:ln>
        </p:spPr>
        <p:txBody>
          <a:bodyPr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buSzPct val="100000"/>
              <a:buFont typeface="Segoe UI" panose="020B0502040204020203" pitchFamily="34" charset="0"/>
              <a:buNone/>
            </a:pPr>
            <a:r>
              <a:rPr lang="en-US" sz="1800" b="1">
                <a:latin typeface="Georgia" panose="02040502050405020303" pitchFamily="18" charset="0"/>
              </a:rPr>
              <a:t>Security Description</a:t>
            </a:r>
          </a:p>
          <a:p>
            <a:pPr>
              <a:buSzPct val="100000"/>
              <a:buNone/>
            </a:pPr>
            <a:r>
              <a:rPr lang="en-US" sz="1400">
                <a:latin typeface="Georgia" panose="02040502050405020303" pitchFamily="18" charset="0"/>
              </a:rPr>
              <a:t>iShares Core EUR Corp Bond UCITS ETF is an exchange-traded fund incorporated in Ireland. The Fund aims to track the performance of the Bloomberg Euro Corporate Bond Index.</a:t>
            </a:r>
          </a:p>
        </p:txBody>
      </p:sp>
    </p:spTree>
    <p:extLst>
      <p:ext uri="{BB962C8B-B14F-4D97-AF65-F5344CB8AC3E}">
        <p14:creationId xmlns:p14="http://schemas.microsoft.com/office/powerpoint/2010/main" val="32791200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28937-9394-8907-9428-E6601A2D7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C86E7783-E218-D523-765F-2609471F5CE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C86E7783-E218-D523-765F-2609471F5C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CAD29229-AFE5-7330-EBBD-CF5C1D4E3E45}"/>
              </a:ext>
            </a:extLst>
          </p:cNvPr>
          <p:cNvSpPr txBox="1">
            <a:spLocks/>
          </p:cNvSpPr>
          <p:nvPr/>
        </p:nvSpPr>
        <p:spPr>
          <a:xfrm>
            <a:off x="569159" y="1441105"/>
            <a:ext cx="3798625" cy="2797193"/>
          </a:xfrm>
          <a:prstGeom prst="rect">
            <a:avLst/>
          </a:prstGeom>
          <a:ln w="28575">
            <a:solidFill>
              <a:srgbClr val="144A70"/>
            </a:solidFill>
          </a:ln>
        </p:spPr>
        <p:txBody>
          <a:bodyPr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buSzPct val="100000"/>
              <a:buFont typeface="Segoe UI" panose="020B0502040204020203" pitchFamily="34" charset="0"/>
              <a:buNone/>
            </a:pPr>
            <a:r>
              <a:rPr lang="en-US" sz="1800" b="1">
                <a:latin typeface="Georgia" panose="02040502050405020303" pitchFamily="18" charset="0"/>
              </a:rPr>
              <a:t>Security Information</a:t>
            </a:r>
            <a:endParaRPr lang="en-US" sz="1400">
              <a:latin typeface="Georgia" panose="02040502050405020303" pitchFamily="18" charset="0"/>
            </a:endParaRP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ISIN: </a:t>
            </a:r>
            <a:r>
              <a:rPr lang="en-IN" sz="1400">
                <a:latin typeface="Georgia" panose="02040502050405020303" pitchFamily="18" charset="0"/>
                <a:cs typeface="Calibri" panose="020F0502020204030204" pitchFamily="34" charset="0"/>
              </a:rPr>
              <a:t>DE000A0D8Q31</a:t>
            </a:r>
            <a:endParaRPr lang="en-US" sz="1400">
              <a:latin typeface="Georgia" panose="02040502050405020303" pitchFamily="18" charset="0"/>
              <a:cs typeface="Calibri" panose="020F0502020204030204" pitchFamily="34" charset="0"/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Fund Type: ETF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Asset Group: Global Fixed Income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Category Group: Fixed Income European Region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Rating: Investment Grade BBB or higher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Expense Ratio: 0.160%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Rebalancing Frequency: Monthly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B1018F7-13CC-08B2-962B-A5BC9A381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313" y="755784"/>
            <a:ext cx="11082528" cy="731520"/>
          </a:xfrm>
        </p:spPr>
        <p:txBody>
          <a:bodyPr/>
          <a:lstStyle/>
          <a:p>
            <a:r>
              <a:rPr lang="de-DE"/>
              <a:t>ISH EB.REXX GVTGRMNY10.5 DE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6CE871-9817-7964-B199-64DDA40D5A85}"/>
              </a:ext>
            </a:extLst>
          </p:cNvPr>
          <p:cNvSpPr txBox="1"/>
          <p:nvPr/>
        </p:nvSpPr>
        <p:spPr>
          <a:xfrm>
            <a:off x="3390472" y="4849402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4F5BAC-C096-FA89-44B6-7D916B9A7B83}"/>
              </a:ext>
            </a:extLst>
          </p:cNvPr>
          <p:cNvSpPr txBox="1"/>
          <p:nvPr/>
        </p:nvSpPr>
        <p:spPr>
          <a:xfrm>
            <a:off x="3616503" y="4982966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03A456-4206-3B53-4675-C15F391E765C}"/>
              </a:ext>
            </a:extLst>
          </p:cNvPr>
          <p:cNvSpPr txBox="1"/>
          <p:nvPr/>
        </p:nvSpPr>
        <p:spPr>
          <a:xfrm>
            <a:off x="8661115" y="1613043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80F039B8-68E5-47F8-772A-1640CA157362}"/>
              </a:ext>
            </a:extLst>
          </p:cNvPr>
          <p:cNvSpPr txBox="1">
            <a:spLocks/>
          </p:cNvSpPr>
          <p:nvPr/>
        </p:nvSpPr>
        <p:spPr>
          <a:xfrm>
            <a:off x="4798809" y="1441104"/>
            <a:ext cx="3196503" cy="2797193"/>
          </a:xfrm>
          <a:prstGeom prst="rect">
            <a:avLst/>
          </a:prstGeom>
          <a:ln w="28575">
            <a:solidFill>
              <a:srgbClr val="144A70"/>
            </a:solidFill>
          </a:ln>
        </p:spPr>
        <p:txBody>
          <a:bodyPr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buSzPct val="100000"/>
              <a:buFont typeface="Segoe UI" panose="020B0502040204020203" pitchFamily="34" charset="0"/>
              <a:buNone/>
            </a:pPr>
            <a:r>
              <a:rPr lang="en-US" sz="1800" b="1">
                <a:latin typeface="Georgia" panose="02040502050405020303" pitchFamily="18" charset="0"/>
              </a:rPr>
              <a:t>Top Industry Group</a:t>
            </a:r>
            <a:endParaRPr lang="en-US" sz="1400">
              <a:latin typeface="Georgia" panose="02040502050405020303" pitchFamily="18" charset="0"/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Sovereign (99.96%)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81736C24-7A30-F8A6-A86E-368453320BC5}"/>
              </a:ext>
            </a:extLst>
          </p:cNvPr>
          <p:cNvSpPr txBox="1">
            <a:spLocks/>
          </p:cNvSpPr>
          <p:nvPr/>
        </p:nvSpPr>
        <p:spPr>
          <a:xfrm>
            <a:off x="8426338" y="1441104"/>
            <a:ext cx="3196503" cy="2797193"/>
          </a:xfrm>
          <a:prstGeom prst="rect">
            <a:avLst/>
          </a:prstGeom>
          <a:ln w="28575">
            <a:solidFill>
              <a:srgbClr val="144A70"/>
            </a:solidFill>
          </a:ln>
        </p:spPr>
        <p:txBody>
          <a:bodyPr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buSzPct val="100000"/>
              <a:buFont typeface="Segoe UI" panose="020B0502040204020203" pitchFamily="34" charset="0"/>
              <a:buNone/>
            </a:pPr>
            <a:r>
              <a:rPr lang="en-US" sz="1800" b="1">
                <a:latin typeface="Georgia" panose="02040502050405020303" pitchFamily="18" charset="0"/>
              </a:rPr>
              <a:t>Top Geographic</a:t>
            </a:r>
            <a:endParaRPr lang="en-US" sz="1400">
              <a:latin typeface="Georgia" panose="02040502050405020303" pitchFamily="18" charset="0"/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Germany (99.96%)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C387314F-937A-8444-48A3-E1FE0D3D5A54}"/>
              </a:ext>
            </a:extLst>
          </p:cNvPr>
          <p:cNvSpPr txBox="1">
            <a:spLocks/>
          </p:cNvSpPr>
          <p:nvPr/>
        </p:nvSpPr>
        <p:spPr>
          <a:xfrm>
            <a:off x="569159" y="4479203"/>
            <a:ext cx="3196503" cy="1875384"/>
          </a:xfrm>
          <a:prstGeom prst="rect">
            <a:avLst/>
          </a:prstGeom>
          <a:ln w="28575">
            <a:solidFill>
              <a:srgbClr val="144A70"/>
            </a:solidFill>
          </a:ln>
        </p:spPr>
        <p:txBody>
          <a:bodyPr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buSzPct val="100000"/>
              <a:buFont typeface="Segoe UI" panose="020B0502040204020203" pitchFamily="34" charset="0"/>
              <a:buNone/>
            </a:pPr>
            <a:r>
              <a:rPr lang="en-US" sz="1800" b="1">
                <a:latin typeface="Georgia" panose="02040502050405020303" pitchFamily="18" charset="0"/>
              </a:rPr>
              <a:t>Metrics</a:t>
            </a:r>
            <a:endParaRPr lang="en-US" sz="1400">
              <a:latin typeface="Georgia" panose="02040502050405020303" pitchFamily="18" charset="0"/>
            </a:endParaRP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Annual Return: 2.1%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Volatility: 11.15%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Sharpe Ratio: -0.06 (Irrelevant)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E0D2BD-209C-D61B-4C16-67EB910F1516}"/>
              </a:ext>
            </a:extLst>
          </p:cNvPr>
          <p:cNvSpPr txBox="1"/>
          <p:nvPr/>
        </p:nvSpPr>
        <p:spPr>
          <a:xfrm>
            <a:off x="10263883" y="1643865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/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5EE23162-E12F-FA39-072E-E474E5AF31D3}"/>
              </a:ext>
            </a:extLst>
          </p:cNvPr>
          <p:cNvSpPr txBox="1">
            <a:spLocks/>
          </p:cNvSpPr>
          <p:nvPr/>
        </p:nvSpPr>
        <p:spPr>
          <a:xfrm>
            <a:off x="4202131" y="4479204"/>
            <a:ext cx="7420710" cy="1875384"/>
          </a:xfrm>
          <a:prstGeom prst="rect">
            <a:avLst/>
          </a:prstGeom>
          <a:ln w="28575">
            <a:solidFill>
              <a:srgbClr val="144A70"/>
            </a:solidFill>
          </a:ln>
        </p:spPr>
        <p:txBody>
          <a:bodyPr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buSzPct val="100000"/>
              <a:buFont typeface="Segoe UI" panose="020B0502040204020203" pitchFamily="34" charset="0"/>
              <a:buNone/>
            </a:pPr>
            <a:r>
              <a:rPr lang="en-US" sz="1800" b="1">
                <a:latin typeface="Georgia" panose="02040502050405020303" pitchFamily="18" charset="0"/>
              </a:rPr>
              <a:t>Security Description</a:t>
            </a:r>
          </a:p>
          <a:p>
            <a:pPr>
              <a:buSzPct val="100000"/>
              <a:buNone/>
            </a:pPr>
            <a:r>
              <a:rPr lang="en-US" sz="1400">
                <a:latin typeface="Georgia" panose="02040502050405020303" pitchFamily="18" charset="0"/>
              </a:rPr>
              <a:t>iShares </a:t>
            </a:r>
            <a:r>
              <a:rPr lang="en-US" sz="1400" err="1">
                <a:latin typeface="Georgia" panose="02040502050405020303" pitchFamily="18" charset="0"/>
              </a:rPr>
              <a:t>eb.rexx</a:t>
            </a:r>
            <a:r>
              <a:rPr lang="en-US" sz="1400">
                <a:latin typeface="Georgia" panose="02040502050405020303" pitchFamily="18" charset="0"/>
              </a:rPr>
              <a:t> Government Germany 10.5+yr UCITS ETF (DE) is an open-end, UCITS compliant exchange traded fund incorporated in Germany. The fund aims to track the performance of the </a:t>
            </a:r>
            <a:r>
              <a:rPr lang="en-US" sz="1400" err="1">
                <a:latin typeface="Georgia" panose="02040502050405020303" pitchFamily="18" charset="0"/>
              </a:rPr>
              <a:t>eb.rexx</a:t>
            </a:r>
            <a:r>
              <a:rPr lang="en-US" sz="1400">
                <a:latin typeface="Georgia" panose="02040502050405020303" pitchFamily="18" charset="0"/>
              </a:rPr>
              <a:t> Government Germany 10.5+ index. The fund distributes income received to shareholders.</a:t>
            </a:r>
          </a:p>
        </p:txBody>
      </p:sp>
    </p:spTree>
    <p:extLst>
      <p:ext uri="{BB962C8B-B14F-4D97-AF65-F5344CB8AC3E}">
        <p14:creationId xmlns:p14="http://schemas.microsoft.com/office/powerpoint/2010/main" val="3964454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28937-9394-8907-9428-E6601A2D7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C86E7783-E218-D523-765F-2609471F5CE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C86E7783-E218-D523-765F-2609471F5C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CAD29229-AFE5-7330-EBBD-CF5C1D4E3E45}"/>
              </a:ext>
            </a:extLst>
          </p:cNvPr>
          <p:cNvSpPr txBox="1">
            <a:spLocks/>
          </p:cNvSpPr>
          <p:nvPr/>
        </p:nvSpPr>
        <p:spPr>
          <a:xfrm>
            <a:off x="569159" y="1441105"/>
            <a:ext cx="3798625" cy="2797193"/>
          </a:xfrm>
          <a:prstGeom prst="rect">
            <a:avLst/>
          </a:prstGeom>
          <a:ln w="28575">
            <a:solidFill>
              <a:srgbClr val="144A70"/>
            </a:solidFill>
          </a:ln>
        </p:spPr>
        <p:txBody>
          <a:bodyPr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buSzPct val="100000"/>
              <a:buFont typeface="Segoe UI" panose="020B0502040204020203" pitchFamily="34" charset="0"/>
              <a:buNone/>
            </a:pPr>
            <a:r>
              <a:rPr lang="en-US" sz="1800" b="1">
                <a:latin typeface="Georgia" panose="02040502050405020303" pitchFamily="18" charset="0"/>
              </a:rPr>
              <a:t>Security Information</a:t>
            </a:r>
            <a:endParaRPr lang="en-US" sz="1400">
              <a:latin typeface="Georgia" panose="02040502050405020303" pitchFamily="18" charset="0"/>
            </a:endParaRP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ISIN: </a:t>
            </a:r>
            <a:r>
              <a:rPr lang="en-IN" sz="1400">
                <a:latin typeface="Georgia" panose="02040502050405020303" pitchFamily="18" charset="0"/>
                <a:cs typeface="Calibri" panose="020F0502020204030204" pitchFamily="34" charset="0"/>
              </a:rPr>
              <a:t>IE00B579F325</a:t>
            </a:r>
            <a:endParaRPr lang="en-US" sz="1400">
              <a:latin typeface="Georgia" panose="02040502050405020303" pitchFamily="18" charset="0"/>
              <a:cs typeface="Calibri" panose="020F0502020204030204" pitchFamily="34" charset="0"/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Fund Type: ETC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Asset Group: Commodity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Category Group: Precious Metals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Expense Ratio: 0.120%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Index Weight: Single Asset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B1018F7-13CC-08B2-962B-A5BC9A381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313" y="755784"/>
            <a:ext cx="11082528" cy="731520"/>
          </a:xfrm>
        </p:spPr>
        <p:txBody>
          <a:bodyPr/>
          <a:lstStyle/>
          <a:p>
            <a:r>
              <a:rPr lang="de-DE"/>
              <a:t>INVESCO PHYSICAL GOLD ETC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6CE871-9817-7964-B199-64DDA40D5A85}"/>
              </a:ext>
            </a:extLst>
          </p:cNvPr>
          <p:cNvSpPr txBox="1"/>
          <p:nvPr/>
        </p:nvSpPr>
        <p:spPr>
          <a:xfrm>
            <a:off x="3390472" y="4849402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4F5BAC-C096-FA89-44B6-7D916B9A7B83}"/>
              </a:ext>
            </a:extLst>
          </p:cNvPr>
          <p:cNvSpPr txBox="1"/>
          <p:nvPr/>
        </p:nvSpPr>
        <p:spPr>
          <a:xfrm>
            <a:off x="3616503" y="4982966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03A456-4206-3B53-4675-C15F391E765C}"/>
              </a:ext>
            </a:extLst>
          </p:cNvPr>
          <p:cNvSpPr txBox="1"/>
          <p:nvPr/>
        </p:nvSpPr>
        <p:spPr>
          <a:xfrm>
            <a:off x="8661115" y="1613043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80F039B8-68E5-47F8-772A-1640CA157362}"/>
              </a:ext>
            </a:extLst>
          </p:cNvPr>
          <p:cNvSpPr txBox="1">
            <a:spLocks/>
          </p:cNvSpPr>
          <p:nvPr/>
        </p:nvSpPr>
        <p:spPr>
          <a:xfrm>
            <a:off x="4798809" y="1441104"/>
            <a:ext cx="3196503" cy="2797193"/>
          </a:xfrm>
          <a:prstGeom prst="rect">
            <a:avLst/>
          </a:prstGeom>
          <a:ln w="28575">
            <a:solidFill>
              <a:srgbClr val="144A70"/>
            </a:solidFill>
          </a:ln>
        </p:spPr>
        <p:txBody>
          <a:bodyPr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buSzPct val="100000"/>
              <a:buFont typeface="Segoe UI" panose="020B0502040204020203" pitchFamily="34" charset="0"/>
              <a:buNone/>
            </a:pPr>
            <a:r>
              <a:rPr lang="en-US" sz="1800" b="1">
                <a:latin typeface="Georgia" panose="02040502050405020303" pitchFamily="18" charset="0"/>
              </a:rPr>
              <a:t>Top Industry Group</a:t>
            </a:r>
            <a:endParaRPr lang="en-US" sz="1400">
              <a:latin typeface="Georgia" panose="02040502050405020303" pitchFamily="18" charset="0"/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NA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endParaRPr lang="en-US" sz="1400">
              <a:latin typeface="Georgia" panose="02040502050405020303" pitchFamily="18" charset="0"/>
            </a:endParaRP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81736C24-7A30-F8A6-A86E-368453320BC5}"/>
              </a:ext>
            </a:extLst>
          </p:cNvPr>
          <p:cNvSpPr txBox="1">
            <a:spLocks/>
          </p:cNvSpPr>
          <p:nvPr/>
        </p:nvSpPr>
        <p:spPr>
          <a:xfrm>
            <a:off x="8426338" y="1441104"/>
            <a:ext cx="3196503" cy="2797193"/>
          </a:xfrm>
          <a:prstGeom prst="rect">
            <a:avLst/>
          </a:prstGeom>
          <a:ln w="28575">
            <a:solidFill>
              <a:srgbClr val="144A70"/>
            </a:solidFill>
          </a:ln>
        </p:spPr>
        <p:txBody>
          <a:bodyPr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buSzPct val="100000"/>
              <a:buFont typeface="Segoe UI" panose="020B0502040204020203" pitchFamily="34" charset="0"/>
              <a:buNone/>
            </a:pPr>
            <a:r>
              <a:rPr lang="en-US" sz="1800" b="1">
                <a:latin typeface="Georgia" panose="02040502050405020303" pitchFamily="18" charset="0"/>
              </a:rPr>
              <a:t>Top Geographic</a:t>
            </a:r>
            <a:endParaRPr lang="en-US" sz="1400">
              <a:latin typeface="Georgia" panose="02040502050405020303" pitchFamily="18" charset="0"/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NA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C387314F-937A-8444-48A3-E1FE0D3D5A54}"/>
              </a:ext>
            </a:extLst>
          </p:cNvPr>
          <p:cNvSpPr txBox="1">
            <a:spLocks/>
          </p:cNvSpPr>
          <p:nvPr/>
        </p:nvSpPr>
        <p:spPr>
          <a:xfrm>
            <a:off x="569159" y="4479203"/>
            <a:ext cx="3196503" cy="1875384"/>
          </a:xfrm>
          <a:prstGeom prst="rect">
            <a:avLst/>
          </a:prstGeom>
          <a:ln w="28575">
            <a:solidFill>
              <a:srgbClr val="144A70"/>
            </a:solidFill>
          </a:ln>
        </p:spPr>
        <p:txBody>
          <a:bodyPr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buSzPct val="100000"/>
              <a:buFont typeface="Segoe UI" panose="020B0502040204020203" pitchFamily="34" charset="0"/>
              <a:buNone/>
            </a:pPr>
            <a:r>
              <a:rPr lang="en-US" sz="1800" b="1">
                <a:latin typeface="Georgia" panose="02040502050405020303" pitchFamily="18" charset="0"/>
              </a:rPr>
              <a:t>Metrics</a:t>
            </a:r>
            <a:endParaRPr lang="en-US" sz="1400">
              <a:latin typeface="Georgia" panose="02040502050405020303" pitchFamily="18" charset="0"/>
            </a:endParaRP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Annual Return: 12.80%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Volatility: 14.64%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Sharpe Ratio: 0.69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E0D2BD-209C-D61B-4C16-67EB910F1516}"/>
              </a:ext>
            </a:extLst>
          </p:cNvPr>
          <p:cNvSpPr txBox="1"/>
          <p:nvPr/>
        </p:nvSpPr>
        <p:spPr>
          <a:xfrm>
            <a:off x="10263883" y="1643865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/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5EE23162-E12F-FA39-072E-E474E5AF31D3}"/>
              </a:ext>
            </a:extLst>
          </p:cNvPr>
          <p:cNvSpPr txBox="1">
            <a:spLocks/>
          </p:cNvSpPr>
          <p:nvPr/>
        </p:nvSpPr>
        <p:spPr>
          <a:xfrm>
            <a:off x="4202131" y="4479204"/>
            <a:ext cx="7420710" cy="1875384"/>
          </a:xfrm>
          <a:prstGeom prst="rect">
            <a:avLst/>
          </a:prstGeom>
          <a:ln w="28575">
            <a:solidFill>
              <a:srgbClr val="144A70"/>
            </a:solidFill>
          </a:ln>
        </p:spPr>
        <p:txBody>
          <a:bodyPr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buSzPct val="100000"/>
              <a:buFont typeface="Segoe UI" panose="020B0502040204020203" pitchFamily="34" charset="0"/>
              <a:buNone/>
            </a:pPr>
            <a:r>
              <a:rPr lang="en-US" sz="1800" b="1">
                <a:latin typeface="Georgia" panose="02040502050405020303" pitchFamily="18" charset="0"/>
              </a:rPr>
              <a:t>Security Description</a:t>
            </a:r>
          </a:p>
          <a:p>
            <a:pPr>
              <a:buSzPct val="100000"/>
              <a:buNone/>
            </a:pPr>
            <a:r>
              <a:rPr lang="en-US" sz="1400">
                <a:latin typeface="Georgia" panose="02040502050405020303" pitchFamily="18" charset="0"/>
              </a:rPr>
              <a:t>Invesco Physical Gold ETC is a UCITS eligible Exchange Traded Certificate incorporated in Ireland. It aims to provide the performance of the spot gold price (London PM fixing price). Each Gold ETC is a certificate which is secured by physical gold held in JP Morgan Chase Bank's London vaults. The vast majority of gold is held in allocated gold bars.</a:t>
            </a:r>
          </a:p>
        </p:txBody>
      </p:sp>
    </p:spTree>
    <p:extLst>
      <p:ext uri="{BB962C8B-B14F-4D97-AF65-F5344CB8AC3E}">
        <p14:creationId xmlns:p14="http://schemas.microsoft.com/office/powerpoint/2010/main" val="7498307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28937-9394-8907-9428-E6601A2D7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C86E7783-E218-D523-765F-2609471F5CE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C86E7783-E218-D523-765F-2609471F5C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CAD29229-AFE5-7330-EBBD-CF5C1D4E3E45}"/>
              </a:ext>
            </a:extLst>
          </p:cNvPr>
          <p:cNvSpPr txBox="1">
            <a:spLocks/>
          </p:cNvSpPr>
          <p:nvPr/>
        </p:nvSpPr>
        <p:spPr>
          <a:xfrm>
            <a:off x="569159" y="1441105"/>
            <a:ext cx="3798625" cy="2797193"/>
          </a:xfrm>
          <a:prstGeom prst="rect">
            <a:avLst/>
          </a:prstGeom>
          <a:ln w="28575">
            <a:solidFill>
              <a:srgbClr val="144A70"/>
            </a:solidFill>
          </a:ln>
        </p:spPr>
        <p:txBody>
          <a:bodyPr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buSzPct val="100000"/>
              <a:buFont typeface="Segoe UI" panose="020B0502040204020203" pitchFamily="34" charset="0"/>
              <a:buNone/>
            </a:pPr>
            <a:r>
              <a:rPr lang="en-US" sz="1800" b="1">
                <a:latin typeface="Georgia" panose="02040502050405020303" pitchFamily="18" charset="0"/>
              </a:rPr>
              <a:t>Security Information</a:t>
            </a:r>
            <a:endParaRPr lang="en-US" sz="1400">
              <a:latin typeface="Georgia" panose="02040502050405020303" pitchFamily="18" charset="0"/>
            </a:endParaRP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ISIN: </a:t>
            </a:r>
            <a:r>
              <a:rPr lang="en-IN" sz="1400">
                <a:latin typeface="Georgia" panose="02040502050405020303" pitchFamily="18" charset="0"/>
                <a:cs typeface="Calibri" panose="020F0502020204030204" pitchFamily="34" charset="0"/>
              </a:rPr>
              <a:t>IE00B1FZS350</a:t>
            </a:r>
            <a:endParaRPr lang="en-US" sz="1400">
              <a:latin typeface="Georgia" panose="02040502050405020303" pitchFamily="18" charset="0"/>
              <a:cs typeface="Calibri" panose="020F0502020204030204" pitchFamily="34" charset="0"/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Fund Type: ETF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Asset Group: Real Estate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Category Group: Indirect Real Estate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Expense Ratio: 0.590%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Index Weight: Market Cap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Rebalancing Frequency: Quarterly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B1018F7-13CC-08B2-962B-A5BC9A381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313" y="755784"/>
            <a:ext cx="11082528" cy="731520"/>
          </a:xfrm>
        </p:spPr>
        <p:txBody>
          <a:bodyPr/>
          <a:lstStyle/>
          <a:p>
            <a:r>
              <a:rPr lang="en-US"/>
              <a:t>ISHARES DVL MKT PROPERTY YLD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6CE871-9817-7964-B199-64DDA40D5A85}"/>
              </a:ext>
            </a:extLst>
          </p:cNvPr>
          <p:cNvSpPr txBox="1"/>
          <p:nvPr/>
        </p:nvSpPr>
        <p:spPr>
          <a:xfrm>
            <a:off x="3390472" y="4849402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4F5BAC-C096-FA89-44B6-7D916B9A7B83}"/>
              </a:ext>
            </a:extLst>
          </p:cNvPr>
          <p:cNvSpPr txBox="1"/>
          <p:nvPr/>
        </p:nvSpPr>
        <p:spPr>
          <a:xfrm>
            <a:off x="3616503" y="4982966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03A456-4206-3B53-4675-C15F391E765C}"/>
              </a:ext>
            </a:extLst>
          </p:cNvPr>
          <p:cNvSpPr txBox="1"/>
          <p:nvPr/>
        </p:nvSpPr>
        <p:spPr>
          <a:xfrm>
            <a:off x="8661115" y="1613043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80F039B8-68E5-47F8-772A-1640CA157362}"/>
              </a:ext>
            </a:extLst>
          </p:cNvPr>
          <p:cNvSpPr txBox="1">
            <a:spLocks/>
          </p:cNvSpPr>
          <p:nvPr/>
        </p:nvSpPr>
        <p:spPr>
          <a:xfrm>
            <a:off x="4798809" y="1441104"/>
            <a:ext cx="3196503" cy="2797193"/>
          </a:xfrm>
          <a:prstGeom prst="rect">
            <a:avLst/>
          </a:prstGeom>
          <a:ln w="28575">
            <a:solidFill>
              <a:srgbClr val="144A70"/>
            </a:solidFill>
          </a:ln>
        </p:spPr>
        <p:txBody>
          <a:bodyPr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buSzPct val="100000"/>
              <a:buFont typeface="Segoe UI" panose="020B0502040204020203" pitchFamily="34" charset="0"/>
              <a:buNone/>
            </a:pPr>
            <a:r>
              <a:rPr lang="en-US" sz="1800" b="1">
                <a:latin typeface="Georgia" panose="02040502050405020303" pitchFamily="18" charset="0"/>
              </a:rPr>
              <a:t>Top Industry Group</a:t>
            </a:r>
            <a:endParaRPr lang="en-US" sz="1400">
              <a:latin typeface="Georgia" panose="02040502050405020303" pitchFamily="18" charset="0"/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REITS (87.50%)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Real Estate (11.06%)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81736C24-7A30-F8A6-A86E-368453320BC5}"/>
              </a:ext>
            </a:extLst>
          </p:cNvPr>
          <p:cNvSpPr txBox="1">
            <a:spLocks/>
          </p:cNvSpPr>
          <p:nvPr/>
        </p:nvSpPr>
        <p:spPr>
          <a:xfrm>
            <a:off x="8426338" y="1441104"/>
            <a:ext cx="3196503" cy="2797193"/>
          </a:xfrm>
          <a:prstGeom prst="rect">
            <a:avLst/>
          </a:prstGeom>
          <a:ln w="28575">
            <a:solidFill>
              <a:srgbClr val="144A70"/>
            </a:solidFill>
          </a:ln>
        </p:spPr>
        <p:txBody>
          <a:bodyPr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buSzPct val="100000"/>
              <a:buFont typeface="Segoe UI" panose="020B0502040204020203" pitchFamily="34" charset="0"/>
              <a:buNone/>
            </a:pPr>
            <a:r>
              <a:rPr lang="en-US" sz="1800" b="1">
                <a:latin typeface="Georgia" panose="02040502050405020303" pitchFamily="18" charset="0"/>
              </a:rPr>
              <a:t>Top Geographic</a:t>
            </a:r>
            <a:endParaRPr lang="en-US" sz="1400">
              <a:latin typeface="Georgia" panose="02040502050405020303" pitchFamily="18" charset="0"/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U.S. (63.51%)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Japan (8.33%)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Australia (4.52%)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U.K. (3.70%)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Hong Kong (3.42%)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Singapore (3.37%)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C387314F-937A-8444-48A3-E1FE0D3D5A54}"/>
              </a:ext>
            </a:extLst>
          </p:cNvPr>
          <p:cNvSpPr txBox="1">
            <a:spLocks/>
          </p:cNvSpPr>
          <p:nvPr/>
        </p:nvSpPr>
        <p:spPr>
          <a:xfrm>
            <a:off x="569159" y="4479203"/>
            <a:ext cx="3196503" cy="1875384"/>
          </a:xfrm>
          <a:prstGeom prst="rect">
            <a:avLst/>
          </a:prstGeom>
          <a:ln w="28575">
            <a:solidFill>
              <a:srgbClr val="144A70"/>
            </a:solidFill>
          </a:ln>
        </p:spPr>
        <p:txBody>
          <a:bodyPr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buSzPct val="100000"/>
              <a:buFont typeface="Segoe UI" panose="020B0502040204020203" pitchFamily="34" charset="0"/>
              <a:buNone/>
            </a:pPr>
            <a:r>
              <a:rPr lang="en-US" sz="1800" b="1">
                <a:latin typeface="Georgia" panose="02040502050405020303" pitchFamily="18" charset="0"/>
              </a:rPr>
              <a:t>Metrics</a:t>
            </a:r>
            <a:endParaRPr lang="en-US" sz="1400">
              <a:latin typeface="Georgia" panose="02040502050405020303" pitchFamily="18" charset="0"/>
            </a:endParaRP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Annual Return: 11.94%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Volatility: 17.88%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Sharpe Ratio: 0.51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E0D2BD-209C-D61B-4C16-67EB910F1516}"/>
              </a:ext>
            </a:extLst>
          </p:cNvPr>
          <p:cNvSpPr txBox="1"/>
          <p:nvPr/>
        </p:nvSpPr>
        <p:spPr>
          <a:xfrm>
            <a:off x="10263883" y="1643865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/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5EE23162-E12F-FA39-072E-E474E5AF31D3}"/>
              </a:ext>
            </a:extLst>
          </p:cNvPr>
          <p:cNvSpPr txBox="1">
            <a:spLocks/>
          </p:cNvSpPr>
          <p:nvPr/>
        </p:nvSpPr>
        <p:spPr>
          <a:xfrm>
            <a:off x="4202131" y="4479204"/>
            <a:ext cx="7420710" cy="1875384"/>
          </a:xfrm>
          <a:prstGeom prst="rect">
            <a:avLst/>
          </a:prstGeom>
          <a:ln w="28575">
            <a:solidFill>
              <a:srgbClr val="144A70"/>
            </a:solidFill>
          </a:ln>
        </p:spPr>
        <p:txBody>
          <a:bodyPr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buSzPct val="100000"/>
              <a:buFont typeface="Segoe UI" panose="020B0502040204020203" pitchFamily="34" charset="0"/>
              <a:buNone/>
            </a:pPr>
            <a:r>
              <a:rPr lang="en-US" sz="1800" b="1">
                <a:latin typeface="Georgia" panose="02040502050405020303" pitchFamily="18" charset="0"/>
              </a:rPr>
              <a:t>Security Description</a:t>
            </a:r>
          </a:p>
          <a:p>
            <a:pPr>
              <a:buSzPct val="100000"/>
              <a:buNone/>
            </a:pPr>
            <a:r>
              <a:rPr lang="en-US" sz="1400">
                <a:latin typeface="Georgia" panose="02040502050405020303" pitchFamily="18" charset="0"/>
              </a:rPr>
              <a:t>iShares Developed Markets Property Yield UCITS ETF is an exchange-traded fund incorporated in Ireland. The Fund aims to track the performance the FTSE EPRA/NAREIT Developed Dividend+ Index.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A03970-27EF-C53D-9908-CAA25F511DB6}"/>
              </a:ext>
            </a:extLst>
          </p:cNvPr>
          <p:cNvSpPr txBox="1"/>
          <p:nvPr/>
        </p:nvSpPr>
        <p:spPr>
          <a:xfrm>
            <a:off x="1587062" y="519211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6502723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28937-9394-8907-9428-E6601A2D7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C86E7783-E218-D523-765F-2609471F5CE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C86E7783-E218-D523-765F-2609471F5C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CAD29229-AFE5-7330-EBBD-CF5C1D4E3E45}"/>
              </a:ext>
            </a:extLst>
          </p:cNvPr>
          <p:cNvSpPr txBox="1">
            <a:spLocks/>
          </p:cNvSpPr>
          <p:nvPr/>
        </p:nvSpPr>
        <p:spPr>
          <a:xfrm>
            <a:off x="569159" y="1441105"/>
            <a:ext cx="3798625" cy="2797193"/>
          </a:xfrm>
          <a:prstGeom prst="rect">
            <a:avLst/>
          </a:prstGeom>
          <a:ln w="28575">
            <a:solidFill>
              <a:srgbClr val="144A70"/>
            </a:solidFill>
          </a:ln>
        </p:spPr>
        <p:txBody>
          <a:bodyPr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buSzPct val="100000"/>
              <a:buFont typeface="Segoe UI" panose="020B0502040204020203" pitchFamily="34" charset="0"/>
              <a:buNone/>
            </a:pPr>
            <a:r>
              <a:rPr lang="en-US" sz="1800" b="1">
                <a:latin typeface="Georgia" panose="02040502050405020303" pitchFamily="18" charset="0"/>
              </a:rPr>
              <a:t>Security Information</a:t>
            </a:r>
            <a:endParaRPr lang="en-US" sz="1400">
              <a:latin typeface="Georgia" panose="02040502050405020303" pitchFamily="18" charset="0"/>
            </a:endParaRP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ISIN: </a:t>
            </a:r>
            <a:r>
              <a:rPr lang="en-IN" sz="1400">
                <a:latin typeface="Georgia" panose="02040502050405020303" pitchFamily="18" charset="0"/>
                <a:cs typeface="Calibri" panose="020F0502020204030204" pitchFamily="34" charset="0"/>
              </a:rPr>
              <a:t>IE00B8GF1M35</a:t>
            </a:r>
            <a:endParaRPr lang="en-US" sz="1400">
              <a:latin typeface="Georgia" panose="02040502050405020303" pitchFamily="18" charset="0"/>
              <a:cs typeface="Calibri" panose="020F0502020204030204" pitchFamily="34" charset="0"/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Fund Type: ETF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Asset Group: Real Estate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Category Group: Indirect Real Estate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Expense Ratio: 0.40%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Index Weight: Market Cap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Rebalancing Frequency: Quarterly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B1018F7-13CC-08B2-962B-A5BC9A381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313" y="755784"/>
            <a:ext cx="11082528" cy="731520"/>
          </a:xfrm>
        </p:spPr>
        <p:txBody>
          <a:bodyPr/>
          <a:lstStyle/>
          <a:p>
            <a:r>
              <a:rPr lang="de-DE"/>
              <a:t>SPDR GLOBAL REAL ESTATE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6CE871-9817-7964-B199-64DDA40D5A85}"/>
              </a:ext>
            </a:extLst>
          </p:cNvPr>
          <p:cNvSpPr txBox="1"/>
          <p:nvPr/>
        </p:nvSpPr>
        <p:spPr>
          <a:xfrm>
            <a:off x="3390472" y="4849402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4F5BAC-C096-FA89-44B6-7D916B9A7B83}"/>
              </a:ext>
            </a:extLst>
          </p:cNvPr>
          <p:cNvSpPr txBox="1"/>
          <p:nvPr/>
        </p:nvSpPr>
        <p:spPr>
          <a:xfrm>
            <a:off x="3616503" y="4982966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03A456-4206-3B53-4675-C15F391E765C}"/>
              </a:ext>
            </a:extLst>
          </p:cNvPr>
          <p:cNvSpPr txBox="1"/>
          <p:nvPr/>
        </p:nvSpPr>
        <p:spPr>
          <a:xfrm>
            <a:off x="8661115" y="1613043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80F039B8-68E5-47F8-772A-1640CA157362}"/>
              </a:ext>
            </a:extLst>
          </p:cNvPr>
          <p:cNvSpPr txBox="1">
            <a:spLocks/>
          </p:cNvSpPr>
          <p:nvPr/>
        </p:nvSpPr>
        <p:spPr>
          <a:xfrm>
            <a:off x="4798809" y="1441104"/>
            <a:ext cx="3196503" cy="2797193"/>
          </a:xfrm>
          <a:prstGeom prst="rect">
            <a:avLst/>
          </a:prstGeom>
          <a:ln w="28575">
            <a:solidFill>
              <a:srgbClr val="144A70"/>
            </a:solidFill>
          </a:ln>
        </p:spPr>
        <p:txBody>
          <a:bodyPr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buSzPct val="100000"/>
              <a:buFont typeface="Segoe UI" panose="020B0502040204020203" pitchFamily="34" charset="0"/>
              <a:buNone/>
            </a:pPr>
            <a:r>
              <a:rPr lang="en-US" sz="1800" b="1">
                <a:latin typeface="Georgia" panose="02040502050405020303" pitchFamily="18" charset="0"/>
              </a:rPr>
              <a:t>Top Industry Group</a:t>
            </a:r>
            <a:endParaRPr lang="en-US" sz="1400">
              <a:latin typeface="Georgia" panose="02040502050405020303" pitchFamily="18" charset="0"/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REITS (91.22%)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Real Estate (7.53%)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81736C24-7A30-F8A6-A86E-368453320BC5}"/>
              </a:ext>
            </a:extLst>
          </p:cNvPr>
          <p:cNvSpPr txBox="1">
            <a:spLocks/>
          </p:cNvSpPr>
          <p:nvPr/>
        </p:nvSpPr>
        <p:spPr>
          <a:xfrm>
            <a:off x="8426338" y="1441104"/>
            <a:ext cx="3196503" cy="2797193"/>
          </a:xfrm>
          <a:prstGeom prst="rect">
            <a:avLst/>
          </a:prstGeom>
          <a:ln w="28575">
            <a:solidFill>
              <a:srgbClr val="144A70"/>
            </a:solidFill>
          </a:ln>
        </p:spPr>
        <p:txBody>
          <a:bodyPr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buSzPct val="100000"/>
              <a:buFont typeface="Segoe UI" panose="020B0502040204020203" pitchFamily="34" charset="0"/>
              <a:buNone/>
            </a:pPr>
            <a:r>
              <a:rPr lang="en-US" sz="1800" b="1">
                <a:latin typeface="Georgia" panose="02040502050405020303" pitchFamily="18" charset="0"/>
              </a:rPr>
              <a:t>Top Geographic</a:t>
            </a:r>
            <a:endParaRPr lang="en-US" sz="1400">
              <a:latin typeface="Georgia" panose="02040502050405020303" pitchFamily="18" charset="0"/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U.S. (70.10%)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Japan (8.85%)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U.K. (3.64%)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Singapore (2.77%)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Australia (2.74%)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France (1.96%)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C387314F-937A-8444-48A3-E1FE0D3D5A54}"/>
              </a:ext>
            </a:extLst>
          </p:cNvPr>
          <p:cNvSpPr txBox="1">
            <a:spLocks/>
          </p:cNvSpPr>
          <p:nvPr/>
        </p:nvSpPr>
        <p:spPr>
          <a:xfrm>
            <a:off x="569159" y="4479203"/>
            <a:ext cx="3196503" cy="1875384"/>
          </a:xfrm>
          <a:prstGeom prst="rect">
            <a:avLst/>
          </a:prstGeom>
          <a:ln w="28575">
            <a:solidFill>
              <a:srgbClr val="144A70"/>
            </a:solidFill>
          </a:ln>
        </p:spPr>
        <p:txBody>
          <a:bodyPr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buSzPct val="100000"/>
              <a:buFont typeface="Segoe UI" panose="020B0502040204020203" pitchFamily="34" charset="0"/>
              <a:buNone/>
            </a:pPr>
            <a:r>
              <a:rPr lang="en-US" sz="1800" b="1">
                <a:latin typeface="Georgia" panose="02040502050405020303" pitchFamily="18" charset="0"/>
              </a:rPr>
              <a:t>Metrics</a:t>
            </a:r>
            <a:endParaRPr lang="en-US" sz="1400">
              <a:latin typeface="Georgia" panose="02040502050405020303" pitchFamily="18" charset="0"/>
            </a:endParaRP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Annual Return: 7.46%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Volatility: 16.86%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latin typeface="Georgia" panose="02040502050405020303" pitchFamily="18" charset="0"/>
              </a:rPr>
              <a:t>Sharpe Ratio: 0.28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E0D2BD-209C-D61B-4C16-67EB910F1516}"/>
              </a:ext>
            </a:extLst>
          </p:cNvPr>
          <p:cNvSpPr txBox="1"/>
          <p:nvPr/>
        </p:nvSpPr>
        <p:spPr>
          <a:xfrm>
            <a:off x="10263883" y="1643865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/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5EE23162-E12F-FA39-072E-E474E5AF31D3}"/>
              </a:ext>
            </a:extLst>
          </p:cNvPr>
          <p:cNvSpPr txBox="1">
            <a:spLocks/>
          </p:cNvSpPr>
          <p:nvPr/>
        </p:nvSpPr>
        <p:spPr>
          <a:xfrm>
            <a:off x="4202131" y="4479204"/>
            <a:ext cx="7420710" cy="1875384"/>
          </a:xfrm>
          <a:prstGeom prst="rect">
            <a:avLst/>
          </a:prstGeom>
          <a:ln w="28575">
            <a:solidFill>
              <a:srgbClr val="144A70"/>
            </a:solidFill>
          </a:ln>
        </p:spPr>
        <p:txBody>
          <a:bodyPr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buSzPct val="100000"/>
              <a:buFont typeface="Segoe UI" panose="020B0502040204020203" pitchFamily="34" charset="0"/>
              <a:buNone/>
            </a:pPr>
            <a:r>
              <a:rPr lang="en-US" sz="1800" b="1">
                <a:latin typeface="Georgia" panose="02040502050405020303" pitchFamily="18" charset="0"/>
              </a:rPr>
              <a:t>Security Description</a:t>
            </a:r>
          </a:p>
          <a:p>
            <a:pPr>
              <a:buSzPct val="100000"/>
              <a:buNone/>
            </a:pPr>
            <a:r>
              <a:rPr lang="en-US" sz="1400">
                <a:latin typeface="Georgia" panose="02040502050405020303" pitchFamily="18" charset="0"/>
              </a:rPr>
              <a:t>SPDR Dow Jones Global Real Estate UCITS ETF is an open ended, UCITS compliant, physically-backed exchange traded fund, domiciled in Ireland. The fund's objective is to track the performance of the Global Real Estate Securities Market.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5859FF-39BF-D095-EB15-37814D0CFD79}"/>
              </a:ext>
            </a:extLst>
          </p:cNvPr>
          <p:cNvSpPr txBox="1"/>
          <p:nvPr/>
        </p:nvSpPr>
        <p:spPr>
          <a:xfrm>
            <a:off x="1282262" y="5328745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0DA2C0-3CD9-0C91-CC51-3E33654BB7C1}"/>
              </a:ext>
            </a:extLst>
          </p:cNvPr>
          <p:cNvSpPr txBox="1"/>
          <p:nvPr/>
        </p:nvSpPr>
        <p:spPr>
          <a:xfrm>
            <a:off x="1030014" y="5349766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385628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20BFF-FA22-099F-F618-B1D7D0E3C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54602-0FE4-47FB-F351-D1BB828E8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Efficient</a:t>
            </a:r>
            <a:r>
              <a:rPr lang="de-DE"/>
              <a:t> Portfolio</a:t>
            </a:r>
            <a:endParaRPr 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7104E5E-9DED-053F-8ACF-D40FD7440D44}"/>
              </a:ext>
            </a:extLst>
          </p:cNvPr>
          <p:cNvSpPr txBox="1"/>
          <p:nvPr/>
        </p:nvSpPr>
        <p:spPr>
          <a:xfrm>
            <a:off x="390293" y="1170878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513E6B-9688-6381-1E6D-AC8DADD444AD}"/>
              </a:ext>
            </a:extLst>
          </p:cNvPr>
          <p:cNvSpPr txBox="1"/>
          <p:nvPr/>
        </p:nvSpPr>
        <p:spPr>
          <a:xfrm>
            <a:off x="554736" y="1405467"/>
            <a:ext cx="10926064" cy="481753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de-DE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B3166D-10F7-BE33-49A8-B8AB792466C7}"/>
              </a:ext>
            </a:extLst>
          </p:cNvPr>
          <p:cNvSpPr txBox="1"/>
          <p:nvPr/>
        </p:nvSpPr>
        <p:spPr>
          <a:xfrm>
            <a:off x="482599" y="1475475"/>
            <a:ext cx="11154665" cy="1177245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>
                <a:solidFill>
                  <a:srgbClr val="061F32"/>
                </a:solidFill>
                <a:effectLst/>
              </a:rPr>
              <a:t>Markowitz Theory &amp; Efficient Frontier</a:t>
            </a:r>
          </a:p>
          <a:p>
            <a:pPr>
              <a:lnSpc>
                <a:spcPts val="1425"/>
              </a:lnSpc>
              <a:buNone/>
            </a:pPr>
            <a:endParaRPr lang="en-US" b="0">
              <a:solidFill>
                <a:srgbClr val="061F32"/>
              </a:solidFill>
              <a:effectLst/>
            </a:endParaRPr>
          </a:p>
          <a:p>
            <a:pPr>
              <a:lnSpc>
                <a:spcPts val="1425"/>
              </a:lnSpc>
              <a:buNone/>
            </a:pPr>
            <a:endParaRPr lang="en-US" b="0">
              <a:solidFill>
                <a:srgbClr val="061F32"/>
              </a:solidFill>
              <a:effectLst/>
            </a:endParaRPr>
          </a:p>
          <a:p>
            <a:pPr marL="285750" indent="-285750">
              <a:lnSpc>
                <a:spcPts val="1425"/>
              </a:lnSpc>
              <a:buFont typeface="Wingdings" panose="05000000000000000000" pitchFamily="2" charset="2"/>
              <a:buChar char="Ø"/>
            </a:pPr>
            <a:r>
              <a:rPr lang="en-US" b="0">
                <a:solidFill>
                  <a:srgbClr val="061F32"/>
                </a:solidFill>
                <a:effectLst/>
              </a:rPr>
              <a:t>Efficient Frontier</a:t>
            </a:r>
            <a:r>
              <a:rPr lang="en-US">
                <a:solidFill>
                  <a:srgbClr val="061F32"/>
                </a:solidFill>
              </a:rPr>
              <a:t> is</a:t>
            </a:r>
            <a:r>
              <a:rPr lang="en-US" b="0">
                <a:solidFill>
                  <a:srgbClr val="061F32"/>
                </a:solidFill>
                <a:effectLst/>
              </a:rPr>
              <a:t> Curve showing optimal portfolios with maximum return for each risk level</a:t>
            </a:r>
          </a:p>
          <a:p>
            <a:pPr>
              <a:lnSpc>
                <a:spcPts val="1425"/>
              </a:lnSpc>
              <a:buNone/>
            </a:pPr>
            <a:endParaRPr lang="en-US" b="0">
              <a:solidFill>
                <a:srgbClr val="061F32"/>
              </a:solidFill>
              <a:effectLst/>
            </a:endParaRPr>
          </a:p>
          <a:p>
            <a:pPr marL="285750" indent="-285750">
              <a:lnSpc>
                <a:spcPts val="1425"/>
              </a:lnSpc>
              <a:buFont typeface="Wingdings" panose="05000000000000000000" pitchFamily="2" charset="2"/>
              <a:buChar char="Ø"/>
            </a:pPr>
            <a:r>
              <a:rPr lang="en-US" b="0">
                <a:solidFill>
                  <a:srgbClr val="061F32"/>
                </a:solidFill>
                <a:effectLst/>
              </a:rPr>
              <a:t>Diversification reduces risk without sacrificing return </a:t>
            </a:r>
          </a:p>
        </p:txBody>
      </p:sp>
      <p:pic>
        <p:nvPicPr>
          <p:cNvPr id="12" name="Picture 11" descr="A white graph with blue dots&#10;&#10;AI-generated content may be incorrect.">
            <a:extLst>
              <a:ext uri="{FF2B5EF4-FFF2-40B4-BE49-F238E27FC236}">
                <a16:creationId xmlns:a16="http://schemas.microsoft.com/office/drawing/2014/main" id="{D82DA9BF-5DF5-8C90-2606-E27D7A441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420" y="2971575"/>
            <a:ext cx="4805101" cy="3191256"/>
          </a:xfrm>
          <a:prstGeom prst="rect">
            <a:avLst/>
          </a:prstGeom>
        </p:spPr>
      </p:pic>
      <p:pic>
        <p:nvPicPr>
          <p:cNvPr id="14" name="Picture 13" descr="A white sheet with a dotted line and a red star&#10;&#10;AI-generated content may be incorrect.">
            <a:extLst>
              <a:ext uri="{FF2B5EF4-FFF2-40B4-BE49-F238E27FC236}">
                <a16:creationId xmlns:a16="http://schemas.microsoft.com/office/drawing/2014/main" id="{E4685847-217B-9A05-AEF3-D5C0522B23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4604" y="2971575"/>
            <a:ext cx="4407976" cy="3139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2615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CB5E0-707E-2DE7-B6A7-14D296D30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e chart with numbers and text&#10;&#10;AI-generated content may be incorrect.">
            <a:extLst>
              <a:ext uri="{FF2B5EF4-FFF2-40B4-BE49-F238E27FC236}">
                <a16:creationId xmlns:a16="http://schemas.microsoft.com/office/drawing/2014/main" id="{5131C5BD-1E25-4A6C-DE77-9AD6AD5B8A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0" b="11673"/>
          <a:stretch>
            <a:fillRect/>
          </a:stretch>
        </p:blipFill>
        <p:spPr>
          <a:xfrm>
            <a:off x="794584" y="2805896"/>
            <a:ext cx="4895420" cy="356682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C6F74C-C084-C9AB-B040-E4EB040EE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Efficient</a:t>
            </a:r>
            <a:r>
              <a:rPr lang="de-DE"/>
              <a:t> Portfolio</a:t>
            </a:r>
            <a:endParaRPr 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68A8EDF-371C-70A7-1CF8-17043820D468}"/>
              </a:ext>
            </a:extLst>
          </p:cNvPr>
          <p:cNvSpPr txBox="1"/>
          <p:nvPr/>
        </p:nvSpPr>
        <p:spPr>
          <a:xfrm>
            <a:off x="390293" y="1170878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92C64D-88F3-9713-EAAA-B43A43157BF3}"/>
              </a:ext>
            </a:extLst>
          </p:cNvPr>
          <p:cNvSpPr txBox="1"/>
          <p:nvPr/>
        </p:nvSpPr>
        <p:spPr>
          <a:xfrm>
            <a:off x="554736" y="1405467"/>
            <a:ext cx="10926064" cy="481753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de-DE" sz="16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427D32-A3DE-C6B1-196F-6220211B1FE6}"/>
              </a:ext>
            </a:extLst>
          </p:cNvPr>
          <p:cNvSpPr/>
          <p:nvPr/>
        </p:nvSpPr>
        <p:spPr>
          <a:xfrm>
            <a:off x="695487" y="1301207"/>
            <a:ext cx="5093615" cy="1400429"/>
          </a:xfrm>
          <a:prstGeom prst="rect">
            <a:avLst/>
          </a:prstGeom>
          <a:solidFill>
            <a:schemeClr val="bg1"/>
          </a:solidFill>
          <a:effectLst/>
        </p:spPr>
        <p:txBody>
          <a:bodyPr lIns="73152" tIns="73152" rIns="73152" bIns="73152" anchor="ctr"/>
          <a:lstStyle/>
          <a:p>
            <a:pPr algn="ctr"/>
            <a:r>
              <a:rPr lang="de-DE" b="1"/>
              <a:t>Maximum Sharpe Ratio</a:t>
            </a:r>
          </a:p>
          <a:p>
            <a:pPr algn="ctr"/>
            <a:r>
              <a:rPr lang="de-DE" sz="1600"/>
              <a:t>Best </a:t>
            </a:r>
            <a:r>
              <a:rPr lang="de-DE" sz="1600" err="1"/>
              <a:t>risk-adjusted</a:t>
            </a:r>
            <a:r>
              <a:rPr lang="de-DE" sz="1600"/>
              <a:t> </a:t>
            </a:r>
            <a:r>
              <a:rPr lang="de-DE" sz="1600" err="1"/>
              <a:t>return</a:t>
            </a:r>
            <a:endParaRPr lang="de-DE" sz="1600"/>
          </a:p>
          <a:p>
            <a:pPr algn="ctr"/>
            <a:r>
              <a:rPr lang="de-DE" sz="1600" err="1"/>
              <a:t>Good</a:t>
            </a:r>
            <a:r>
              <a:rPr lang="de-DE" sz="1600"/>
              <a:t> </a:t>
            </a:r>
            <a:r>
              <a:rPr lang="de-DE" sz="1600" err="1"/>
              <a:t>For</a:t>
            </a:r>
            <a:r>
              <a:rPr lang="de-DE" sz="1600"/>
              <a:t> Long-term </a:t>
            </a:r>
            <a:r>
              <a:rPr lang="de-DE" sz="1600" err="1"/>
              <a:t>growth</a:t>
            </a:r>
            <a:br>
              <a:rPr lang="de-DE" sz="1600"/>
            </a:br>
            <a:r>
              <a:rPr lang="de-DE" sz="1600" err="1"/>
              <a:t>For</a:t>
            </a:r>
            <a:r>
              <a:rPr lang="de-DE" sz="1600"/>
              <a:t> </a:t>
            </a:r>
            <a:r>
              <a:rPr lang="de-DE" sz="1600" err="1"/>
              <a:t>us</a:t>
            </a:r>
            <a:r>
              <a:rPr lang="de-DE" sz="1600"/>
              <a:t>, </a:t>
            </a:r>
            <a:r>
              <a:rPr lang="de-DE" sz="1400" err="1"/>
              <a:t>Too</a:t>
            </a:r>
            <a:r>
              <a:rPr lang="de-DE" sz="1400"/>
              <a:t> </a:t>
            </a:r>
            <a:r>
              <a:rPr lang="de-DE" sz="1400" err="1"/>
              <a:t>equity</a:t>
            </a:r>
            <a:r>
              <a:rPr lang="de-DE" sz="1400"/>
              <a:t>-heavy, </a:t>
            </a:r>
            <a:r>
              <a:rPr lang="de-DE" sz="1400" err="1"/>
              <a:t>exceeds</a:t>
            </a:r>
            <a:r>
              <a:rPr lang="de-DE" sz="1400"/>
              <a:t> </a:t>
            </a:r>
            <a:r>
              <a:rPr lang="de-DE" sz="1400" err="1"/>
              <a:t>risk</a:t>
            </a:r>
            <a:r>
              <a:rPr lang="de-DE" sz="1400"/>
              <a:t> </a:t>
            </a:r>
            <a:r>
              <a:rPr lang="de-DE" sz="1400" err="1"/>
              <a:t>tolerance</a:t>
            </a:r>
            <a:endParaRPr lang="de-DE" sz="1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4AEB16-DD00-E2D6-27E9-28539E716048}"/>
              </a:ext>
            </a:extLst>
          </p:cNvPr>
          <p:cNvSpPr/>
          <p:nvPr/>
        </p:nvSpPr>
        <p:spPr>
          <a:xfrm>
            <a:off x="6402896" y="1301204"/>
            <a:ext cx="5093615" cy="1400429"/>
          </a:xfrm>
          <a:prstGeom prst="rect">
            <a:avLst/>
          </a:prstGeom>
          <a:solidFill>
            <a:schemeClr val="bg1"/>
          </a:solidFill>
          <a:effectLst/>
        </p:spPr>
        <p:txBody>
          <a:bodyPr lIns="73152" tIns="73152" rIns="73152" bIns="73152" anchor="ctr"/>
          <a:lstStyle/>
          <a:p>
            <a:pPr algn="ctr" defTabSz="228554">
              <a:spcAft>
                <a:spcPts val="200"/>
              </a:spcAft>
            </a:pPr>
            <a:r>
              <a:rPr lang="en-US" sz="1600" b="1">
                <a:ea typeface="Verdana" panose="020B0604030504040204" pitchFamily="34" charset="0"/>
                <a:cs typeface="Arial" panose="020B0604020202020204" pitchFamily="34" charset="0"/>
                <a:sym typeface="Verdana" panose="020B0604030504040204" pitchFamily="34" charset="0"/>
              </a:rPr>
              <a:t>Minimum Volatility </a:t>
            </a:r>
          </a:p>
          <a:p>
            <a:pPr algn="ctr" defTabSz="228554">
              <a:spcAft>
                <a:spcPts val="200"/>
              </a:spcAft>
            </a:pPr>
            <a:r>
              <a:rPr lang="en-US" sz="1400">
                <a:ea typeface="Verdana" panose="020B0604030504040204" pitchFamily="34" charset="0"/>
                <a:cs typeface="Arial" panose="020B0604020202020204" pitchFamily="34" charset="0"/>
                <a:sym typeface="Verdana" panose="020B0604030504040204" pitchFamily="34" charset="0"/>
              </a:rPr>
              <a:t>Lowest possible risk, </a:t>
            </a:r>
            <a:r>
              <a:rPr lang="en-US" sz="1400" err="1">
                <a:ea typeface="Verdana" panose="020B0604030504040204" pitchFamily="34" charset="0"/>
                <a:cs typeface="Arial" panose="020B0604020202020204" pitchFamily="34" charset="0"/>
                <a:sym typeface="Verdana" panose="020B0604030504040204" pitchFamily="34" charset="0"/>
              </a:rPr>
              <a:t>Minimise</a:t>
            </a:r>
            <a:r>
              <a:rPr lang="en-US" sz="1400">
                <a:ea typeface="Verdana" panose="020B0604030504040204" pitchFamily="34" charset="0"/>
                <a:cs typeface="Arial" panose="020B0604020202020204" pitchFamily="34" charset="0"/>
                <a:sym typeface="Verdana" panose="020B0604030504040204" pitchFamily="34" charset="0"/>
              </a:rPr>
              <a:t> portfolio volatility</a:t>
            </a:r>
          </a:p>
          <a:p>
            <a:pPr algn="ctr" defTabSz="228554">
              <a:spcAft>
                <a:spcPts val="200"/>
              </a:spcAft>
            </a:pPr>
            <a:r>
              <a:rPr lang="en-US" sz="1400">
                <a:ea typeface="Verdana" panose="020B0604030504040204" pitchFamily="34" charset="0"/>
                <a:cs typeface="Arial" panose="020B0604020202020204" pitchFamily="34" charset="0"/>
                <a:sym typeface="Verdana" panose="020B0604030504040204" pitchFamily="34" charset="0"/>
              </a:rPr>
              <a:t>Good for Capital preservation (approaching retirement)</a:t>
            </a:r>
            <a:br>
              <a:rPr lang="en-US" sz="1400">
                <a:ea typeface="Verdana" panose="020B0604030504040204" pitchFamily="34" charset="0"/>
                <a:cs typeface="Arial" panose="020B0604020202020204" pitchFamily="34" charset="0"/>
                <a:sym typeface="Verdana" panose="020B0604030504040204" pitchFamily="34" charset="0"/>
              </a:rPr>
            </a:br>
            <a:r>
              <a:rPr lang="en-US" sz="1400">
                <a:ea typeface="Verdana" panose="020B0604030504040204" pitchFamily="34" charset="0"/>
                <a:cs typeface="Arial" panose="020B0604020202020204" pitchFamily="34" charset="0"/>
                <a:sym typeface="Verdana" panose="020B0604030504040204" pitchFamily="34" charset="0"/>
              </a:rPr>
              <a:t>For us, </a:t>
            </a:r>
            <a:r>
              <a:rPr lang="de-DE" sz="1400"/>
              <a:t>bond-heavy, </a:t>
            </a:r>
            <a:r>
              <a:rPr lang="de-DE" sz="1400" err="1"/>
              <a:t>return</a:t>
            </a:r>
            <a:r>
              <a:rPr lang="de-DE" sz="1400"/>
              <a:t> potential </a:t>
            </a:r>
            <a:r>
              <a:rPr lang="de-DE" sz="1400" err="1"/>
              <a:t>too</a:t>
            </a:r>
            <a:r>
              <a:rPr lang="de-DE" sz="1400"/>
              <a:t> </a:t>
            </a:r>
            <a:r>
              <a:rPr lang="de-DE" sz="1400" err="1"/>
              <a:t>low</a:t>
            </a:r>
            <a:r>
              <a:rPr lang="de-DE" sz="1400"/>
              <a:t>.</a:t>
            </a:r>
          </a:p>
        </p:txBody>
      </p:sp>
      <p:pic>
        <p:nvPicPr>
          <p:cNvPr id="14" name="Picture 13" descr="A pie chart with numbers and a few words&#10;&#10;AI-generated content may be incorrect.">
            <a:extLst>
              <a:ext uri="{FF2B5EF4-FFF2-40B4-BE49-F238E27FC236}">
                <a16:creationId xmlns:a16="http://schemas.microsoft.com/office/drawing/2014/main" id="{554EF810-7AB9-5560-B508-CA16091DEB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05" b="8245"/>
          <a:stretch>
            <a:fillRect/>
          </a:stretch>
        </p:blipFill>
        <p:spPr>
          <a:xfrm>
            <a:off x="7000301" y="2804349"/>
            <a:ext cx="3816743" cy="3570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5000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92D61-E4C1-EB3D-72A1-BB817A39E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B42EC-27FF-775C-8E24-853F470DE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Proposed</a:t>
            </a:r>
            <a:r>
              <a:rPr lang="de-DE"/>
              <a:t> Portfolio </a:t>
            </a:r>
            <a:r>
              <a:rPr lang="de-DE" err="1"/>
              <a:t>Composition</a:t>
            </a:r>
            <a:endParaRPr 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37077AD-2B77-AC34-810C-3EFC14EAC1E6}"/>
              </a:ext>
            </a:extLst>
          </p:cNvPr>
          <p:cNvSpPr txBox="1"/>
          <p:nvPr/>
        </p:nvSpPr>
        <p:spPr>
          <a:xfrm>
            <a:off x="390293" y="1170878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164A72-C5BF-28CC-652B-6DB3C619E34C}"/>
              </a:ext>
            </a:extLst>
          </p:cNvPr>
          <p:cNvSpPr txBox="1"/>
          <p:nvPr/>
        </p:nvSpPr>
        <p:spPr>
          <a:xfrm>
            <a:off x="554736" y="1405467"/>
            <a:ext cx="10926064" cy="481753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de-DE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001580-1EDB-B67A-48FD-94B4504154F6}"/>
              </a:ext>
            </a:extLst>
          </p:cNvPr>
          <p:cNvSpPr txBox="1"/>
          <p:nvPr/>
        </p:nvSpPr>
        <p:spPr>
          <a:xfrm>
            <a:off x="482599" y="1475475"/>
            <a:ext cx="4877571" cy="3970318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1">
                <a:solidFill>
                  <a:schemeClr val="bg1"/>
                </a:solidFill>
              </a:rPr>
              <a:t>Core MSCI World ETF</a:t>
            </a:r>
            <a:r>
              <a:rPr lang="de-DE">
                <a:solidFill>
                  <a:schemeClr val="bg1"/>
                </a:solidFill>
              </a:rPr>
              <a:t> – 40%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1">
                <a:solidFill>
                  <a:schemeClr val="bg1"/>
                </a:solidFill>
              </a:rPr>
              <a:t>Core Euro Government Bond ETF</a:t>
            </a:r>
            <a:r>
              <a:rPr lang="de-DE">
                <a:solidFill>
                  <a:schemeClr val="bg1"/>
                </a:solidFill>
              </a:rPr>
              <a:t> – 20%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1">
                <a:solidFill>
                  <a:schemeClr val="bg1"/>
                </a:solidFill>
              </a:rPr>
              <a:t>Euro Core Corporate Bond ETF</a:t>
            </a:r>
            <a:r>
              <a:rPr lang="de-DE">
                <a:solidFill>
                  <a:schemeClr val="bg1"/>
                </a:solidFill>
              </a:rPr>
              <a:t> – 20%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1">
                <a:solidFill>
                  <a:schemeClr val="bg1"/>
                </a:solidFill>
              </a:rPr>
              <a:t>Global Infrastructure ETF</a:t>
            </a:r>
            <a:r>
              <a:rPr lang="de-DE">
                <a:solidFill>
                  <a:schemeClr val="bg1"/>
                </a:solidFill>
              </a:rPr>
              <a:t> – 10%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1">
                <a:solidFill>
                  <a:schemeClr val="bg1"/>
                </a:solidFill>
              </a:rPr>
              <a:t>Invesco </a:t>
            </a:r>
            <a:r>
              <a:rPr lang="de-DE" b="1" err="1">
                <a:solidFill>
                  <a:schemeClr val="bg1"/>
                </a:solidFill>
              </a:rPr>
              <a:t>Physical</a:t>
            </a:r>
            <a:r>
              <a:rPr lang="de-DE" b="1">
                <a:solidFill>
                  <a:schemeClr val="bg1"/>
                </a:solidFill>
              </a:rPr>
              <a:t> Gold ETF</a:t>
            </a:r>
            <a:r>
              <a:rPr lang="de-DE">
                <a:solidFill>
                  <a:schemeClr val="bg1"/>
                </a:solidFill>
              </a:rPr>
              <a:t> – 10%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>
                <a:solidFill>
                  <a:schemeClr val="bg1"/>
                </a:solidFill>
              </a:rPr>
              <a:t>Other ETFs (EM, Property, Real Estate, German Gov Bonds) – 0%</a:t>
            </a:r>
          </a:p>
          <a:p>
            <a:br>
              <a:rPr lang="de-DE">
                <a:solidFill>
                  <a:schemeClr val="bg1"/>
                </a:solidFill>
              </a:rPr>
            </a:br>
            <a:endParaRPr lang="de-DE">
              <a:solidFill>
                <a:schemeClr val="bg1"/>
              </a:solidFill>
            </a:endParaRPr>
          </a:p>
          <a:p>
            <a:r>
              <a:rPr lang="de-DE" b="1">
                <a:solidFill>
                  <a:schemeClr val="bg1"/>
                </a:solidFill>
              </a:rPr>
              <a:t>Target Outcome</a:t>
            </a:r>
          </a:p>
          <a:p>
            <a:endParaRPr lang="de-DE" b="1">
              <a:solidFill>
                <a:schemeClr val="bg1"/>
              </a:solidFill>
            </a:endParaRPr>
          </a:p>
          <a:p>
            <a:r>
              <a:rPr lang="de-DE" b="1">
                <a:solidFill>
                  <a:schemeClr val="bg1"/>
                </a:solidFill>
              </a:rPr>
              <a:t>Growth</a:t>
            </a:r>
            <a:r>
              <a:rPr lang="de-DE">
                <a:solidFill>
                  <a:schemeClr val="bg1"/>
                </a:solidFill>
              </a:rPr>
              <a:t> via global </a:t>
            </a:r>
            <a:r>
              <a:rPr lang="de-DE" err="1">
                <a:solidFill>
                  <a:schemeClr val="bg1"/>
                </a:solidFill>
              </a:rPr>
              <a:t>equities</a:t>
            </a:r>
            <a:r>
              <a:rPr lang="de-DE">
                <a:solidFill>
                  <a:schemeClr val="bg1"/>
                </a:solidFill>
              </a:rPr>
              <a:t> + </a:t>
            </a:r>
            <a:r>
              <a:rPr lang="de-DE" err="1">
                <a:solidFill>
                  <a:schemeClr val="bg1"/>
                </a:solidFill>
              </a:rPr>
              <a:t>infrastructure</a:t>
            </a:r>
            <a:r>
              <a:rPr lang="de-DE">
                <a:solidFill>
                  <a:schemeClr val="bg1"/>
                </a:solidFill>
              </a:rPr>
              <a:t>.</a:t>
            </a:r>
          </a:p>
          <a:p>
            <a:r>
              <a:rPr lang="de-DE" b="1" err="1">
                <a:solidFill>
                  <a:schemeClr val="bg1"/>
                </a:solidFill>
              </a:rPr>
              <a:t>Stability</a:t>
            </a:r>
            <a:r>
              <a:rPr lang="de-DE">
                <a:solidFill>
                  <a:schemeClr val="bg1"/>
                </a:solidFill>
              </a:rPr>
              <a:t> via </a:t>
            </a:r>
            <a:r>
              <a:rPr lang="de-DE" err="1">
                <a:solidFill>
                  <a:schemeClr val="bg1"/>
                </a:solidFill>
              </a:rPr>
              <a:t>bonds</a:t>
            </a:r>
            <a:r>
              <a:rPr lang="de-DE">
                <a:solidFill>
                  <a:schemeClr val="bg1"/>
                </a:solidFill>
              </a:rPr>
              <a:t>.</a:t>
            </a:r>
          </a:p>
          <a:p>
            <a:r>
              <a:rPr lang="de-DE" b="1" err="1">
                <a:solidFill>
                  <a:schemeClr val="bg1"/>
                </a:solidFill>
              </a:rPr>
              <a:t>Diversification</a:t>
            </a:r>
            <a:r>
              <a:rPr lang="de-DE" b="1">
                <a:solidFill>
                  <a:schemeClr val="bg1"/>
                </a:solidFill>
              </a:rPr>
              <a:t> &amp; </a:t>
            </a:r>
            <a:r>
              <a:rPr lang="de-DE" b="1" err="1">
                <a:solidFill>
                  <a:schemeClr val="bg1"/>
                </a:solidFill>
              </a:rPr>
              <a:t>inflation</a:t>
            </a:r>
            <a:r>
              <a:rPr lang="de-DE" b="1">
                <a:solidFill>
                  <a:schemeClr val="bg1"/>
                </a:solidFill>
              </a:rPr>
              <a:t> </a:t>
            </a:r>
            <a:r>
              <a:rPr lang="de-DE" b="1" err="1">
                <a:solidFill>
                  <a:schemeClr val="bg1"/>
                </a:solidFill>
              </a:rPr>
              <a:t>hedge</a:t>
            </a:r>
            <a:r>
              <a:rPr lang="de-DE">
                <a:solidFill>
                  <a:schemeClr val="bg1"/>
                </a:solidFill>
              </a:rPr>
              <a:t> via </a:t>
            </a:r>
            <a:r>
              <a:rPr lang="de-DE" err="1">
                <a:solidFill>
                  <a:schemeClr val="bg1"/>
                </a:solidFill>
              </a:rPr>
              <a:t>gold</a:t>
            </a:r>
            <a:r>
              <a:rPr lang="de-DE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6" name="Picture 5" descr="A pie chart with different colored circles&#10;&#10;AI-generated content may be incorrect.">
            <a:extLst>
              <a:ext uri="{FF2B5EF4-FFF2-40B4-BE49-F238E27FC236}">
                <a16:creationId xmlns:a16="http://schemas.microsoft.com/office/drawing/2014/main" id="{2E221F3D-B01C-13B2-5F1F-6DC13F9F9B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0170" y="635000"/>
            <a:ext cx="6578092" cy="6578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7759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FCF07-B0E9-704A-E74A-3A20889E7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31C00-E636-AAD3-C084-EC3BB9F6F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solidFill>
                  <a:schemeClr val="bg1"/>
                </a:solidFill>
              </a:rPr>
              <a:t>Portfolio Modelling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C5B73B0-EDE9-6825-0297-EB4D0220B582}"/>
              </a:ext>
            </a:extLst>
          </p:cNvPr>
          <p:cNvSpPr txBox="1"/>
          <p:nvPr/>
        </p:nvSpPr>
        <p:spPr>
          <a:xfrm>
            <a:off x="390293" y="1170878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89EA84-5869-BBA1-BE24-B20933AFB14E}"/>
              </a:ext>
            </a:extLst>
          </p:cNvPr>
          <p:cNvSpPr txBox="1"/>
          <p:nvPr/>
        </p:nvSpPr>
        <p:spPr>
          <a:xfrm>
            <a:off x="554736" y="1405467"/>
            <a:ext cx="10926064" cy="481753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de-DE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E1C7F6-D0B1-AB90-5ACC-820469AD5AE6}"/>
              </a:ext>
            </a:extLst>
          </p:cNvPr>
          <p:cNvSpPr txBox="1"/>
          <p:nvPr/>
        </p:nvSpPr>
        <p:spPr>
          <a:xfrm>
            <a:off x="482599" y="1405467"/>
            <a:ext cx="11154665" cy="1477328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de-DE" b="1" err="1">
                <a:solidFill>
                  <a:schemeClr val="bg1"/>
                </a:solidFill>
              </a:rPr>
              <a:t>Methodology</a:t>
            </a:r>
            <a:endParaRPr lang="de-DE" b="1">
              <a:solidFill>
                <a:schemeClr val="bg1"/>
              </a:solidFill>
            </a:endParaRPr>
          </a:p>
          <a:p>
            <a:endParaRPr lang="de-DE" b="1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err="1">
                <a:solidFill>
                  <a:schemeClr val="bg1"/>
                </a:solidFill>
              </a:rPr>
              <a:t>Simulates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portfolio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evolution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using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b="1" err="1">
                <a:solidFill>
                  <a:schemeClr val="bg1"/>
                </a:solidFill>
              </a:rPr>
              <a:t>daily</a:t>
            </a:r>
            <a:r>
              <a:rPr lang="de-DE" b="1">
                <a:solidFill>
                  <a:schemeClr val="bg1"/>
                </a:solidFill>
              </a:rPr>
              <a:t> </a:t>
            </a:r>
            <a:r>
              <a:rPr lang="de-DE" b="1" err="1">
                <a:solidFill>
                  <a:schemeClr val="bg1"/>
                </a:solidFill>
              </a:rPr>
              <a:t>i.i.d</a:t>
            </a:r>
            <a:r>
              <a:rPr lang="de-DE" b="1">
                <a:solidFill>
                  <a:schemeClr val="bg1"/>
                </a:solidFill>
              </a:rPr>
              <a:t>. normal </a:t>
            </a:r>
            <a:r>
              <a:rPr lang="de-DE" b="1" err="1">
                <a:solidFill>
                  <a:schemeClr val="bg1"/>
                </a:solidFill>
              </a:rPr>
              <a:t>returns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for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each</a:t>
            </a:r>
            <a:r>
              <a:rPr lang="de-DE">
                <a:solidFill>
                  <a:schemeClr val="bg1"/>
                </a:solidFill>
              </a:rPr>
              <a:t> ETF </a:t>
            </a:r>
            <a:r>
              <a:rPr lang="de-DE" err="1">
                <a:solidFill>
                  <a:schemeClr val="bg1"/>
                </a:solidFill>
              </a:rPr>
              <a:t>individually</a:t>
            </a:r>
            <a:r>
              <a:rPr lang="de-DE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>
                <a:solidFill>
                  <a:schemeClr val="bg1"/>
                </a:solidFill>
              </a:rPr>
              <a:t>Historical </a:t>
            </a:r>
            <a:r>
              <a:rPr lang="de-DE" err="1">
                <a:solidFill>
                  <a:schemeClr val="bg1"/>
                </a:solidFill>
              </a:rPr>
              <a:t>data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used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to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estimate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el-GR" b="1">
                <a:solidFill>
                  <a:schemeClr val="bg1"/>
                </a:solidFill>
              </a:rPr>
              <a:t>μ (</a:t>
            </a:r>
            <a:r>
              <a:rPr lang="de-DE" b="1" err="1">
                <a:solidFill>
                  <a:schemeClr val="bg1"/>
                </a:solidFill>
              </a:rPr>
              <a:t>expected</a:t>
            </a:r>
            <a:r>
              <a:rPr lang="de-DE" b="1">
                <a:solidFill>
                  <a:schemeClr val="bg1"/>
                </a:solidFill>
              </a:rPr>
              <a:t> </a:t>
            </a:r>
            <a:r>
              <a:rPr lang="de-DE" b="1" err="1">
                <a:solidFill>
                  <a:schemeClr val="bg1"/>
                </a:solidFill>
              </a:rPr>
              <a:t>return</a:t>
            </a:r>
            <a:r>
              <a:rPr lang="de-DE" b="1">
                <a:solidFill>
                  <a:schemeClr val="bg1"/>
                </a:solidFill>
              </a:rPr>
              <a:t>)</a:t>
            </a:r>
            <a:r>
              <a:rPr lang="de-DE">
                <a:solidFill>
                  <a:schemeClr val="bg1"/>
                </a:solidFill>
              </a:rPr>
              <a:t> and </a:t>
            </a:r>
            <a:r>
              <a:rPr lang="el-GR" b="1">
                <a:solidFill>
                  <a:schemeClr val="bg1"/>
                </a:solidFill>
              </a:rPr>
              <a:t>σ (</a:t>
            </a:r>
            <a:r>
              <a:rPr lang="de-DE" b="1" err="1">
                <a:solidFill>
                  <a:schemeClr val="bg1"/>
                </a:solidFill>
              </a:rPr>
              <a:t>volatility</a:t>
            </a:r>
            <a:r>
              <a:rPr lang="de-DE" b="1">
                <a:solidFill>
                  <a:schemeClr val="bg1"/>
                </a:solidFill>
              </a:rPr>
              <a:t>)</a:t>
            </a:r>
            <a:r>
              <a:rPr lang="de-DE">
                <a:solidFill>
                  <a:schemeClr val="bg1"/>
                </a:solidFill>
              </a:rPr>
              <a:t> per </a:t>
            </a:r>
            <a:r>
              <a:rPr lang="de-DE" err="1">
                <a:solidFill>
                  <a:schemeClr val="bg1"/>
                </a:solidFill>
              </a:rPr>
              <a:t>asset</a:t>
            </a:r>
            <a:r>
              <a:rPr lang="de-DE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1">
                <a:solidFill>
                  <a:schemeClr val="bg1"/>
                </a:solidFill>
              </a:rPr>
              <a:t>100,000 Monte Carlo </a:t>
            </a:r>
            <a:r>
              <a:rPr lang="de-DE" b="1" err="1">
                <a:solidFill>
                  <a:schemeClr val="bg1"/>
                </a:solidFill>
              </a:rPr>
              <a:t>paths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over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the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investment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horizon</a:t>
            </a:r>
            <a:r>
              <a:rPr lang="de-DE">
                <a:solidFill>
                  <a:schemeClr val="bg1"/>
                </a:solidFill>
              </a:rPr>
              <a:t> (</a:t>
            </a:r>
            <a:r>
              <a:rPr lang="de-DE" err="1">
                <a:solidFill>
                  <a:schemeClr val="bg1"/>
                </a:solidFill>
              </a:rPr>
              <a:t>for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simplicity</a:t>
            </a:r>
            <a:r>
              <a:rPr lang="de-DE">
                <a:solidFill>
                  <a:schemeClr val="bg1"/>
                </a:solidFill>
              </a:rPr>
              <a:t>)</a:t>
            </a:r>
          </a:p>
        </p:txBody>
      </p:sp>
      <p:pic>
        <p:nvPicPr>
          <p:cNvPr id="10" name="Picture 9" descr="A screenshot of a graph&#10;&#10;AI-generated content may be incorrect.">
            <a:extLst>
              <a:ext uri="{FF2B5EF4-FFF2-40B4-BE49-F238E27FC236}">
                <a16:creationId xmlns:a16="http://schemas.microsoft.com/office/drawing/2014/main" id="{6C456E77-FB8C-94EA-E55C-70BF7DFC25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33" b="16500"/>
          <a:stretch>
            <a:fillRect/>
          </a:stretch>
        </p:blipFill>
        <p:spPr>
          <a:xfrm>
            <a:off x="365103" y="3179565"/>
            <a:ext cx="4781386" cy="2746663"/>
          </a:xfrm>
          <a:prstGeom prst="rect">
            <a:avLst/>
          </a:prstGeom>
        </p:spPr>
      </p:pic>
      <p:pic>
        <p:nvPicPr>
          <p:cNvPr id="8" name="Picture 7" descr="A graph showing a graph showing a graph showing a graph showing a graph showing a graph showing a graph showing a graph showing a graph showing a graph showing a graph showing a graph showing a graph showing&#10;&#10;AI-generated content may be incorrect.">
            <a:extLst>
              <a:ext uri="{FF2B5EF4-FFF2-40B4-BE49-F238E27FC236}">
                <a16:creationId xmlns:a16="http://schemas.microsoft.com/office/drawing/2014/main" id="{1175D663-24B1-5173-FAAA-A9E4734460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6855" y="2882795"/>
            <a:ext cx="6680409" cy="334020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D1E7E16-17A6-1389-C453-62647AC494D7}"/>
              </a:ext>
            </a:extLst>
          </p:cNvPr>
          <p:cNvSpPr/>
          <p:nvPr/>
        </p:nvSpPr>
        <p:spPr>
          <a:xfrm>
            <a:off x="8512404" y="2892222"/>
            <a:ext cx="1423448" cy="180916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60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58528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B7B94-217F-9F1C-24B8-9F4D418EB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750DF-73F9-5CE2-B52E-3D3C335DA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solidFill>
                  <a:schemeClr val="bg1"/>
                </a:solidFill>
              </a:rPr>
              <a:t>Stress Modelling – Case 1 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BA94431-B200-E386-FDAF-70186EDFCE66}"/>
              </a:ext>
            </a:extLst>
          </p:cNvPr>
          <p:cNvSpPr txBox="1"/>
          <p:nvPr/>
        </p:nvSpPr>
        <p:spPr>
          <a:xfrm>
            <a:off x="390293" y="1170878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32590A-6E34-5EF6-FBED-A7990ED555AB}"/>
              </a:ext>
            </a:extLst>
          </p:cNvPr>
          <p:cNvSpPr txBox="1"/>
          <p:nvPr/>
        </p:nvSpPr>
        <p:spPr>
          <a:xfrm>
            <a:off x="554736" y="1405467"/>
            <a:ext cx="10926064" cy="481753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de-DE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0BAA9D-86F2-14CB-E706-87ECD66FD672}"/>
              </a:ext>
            </a:extLst>
          </p:cNvPr>
          <p:cNvSpPr txBox="1"/>
          <p:nvPr/>
        </p:nvSpPr>
        <p:spPr>
          <a:xfrm>
            <a:off x="482599" y="1405467"/>
            <a:ext cx="11154665" cy="1200329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err="1">
                <a:solidFill>
                  <a:schemeClr val="bg1"/>
                </a:solidFill>
              </a:rPr>
              <a:t>We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need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to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model</a:t>
            </a:r>
            <a:r>
              <a:rPr lang="de-DE">
                <a:solidFill>
                  <a:schemeClr val="bg1"/>
                </a:solidFill>
              </a:rPr>
              <a:t>  </a:t>
            </a:r>
            <a:r>
              <a:rPr lang="de-DE" err="1">
                <a:solidFill>
                  <a:schemeClr val="bg1"/>
                </a:solidFill>
              </a:rPr>
              <a:t>risks</a:t>
            </a:r>
            <a:r>
              <a:rPr lang="de-DE">
                <a:solidFill>
                  <a:schemeClr val="bg1"/>
                </a:solidFill>
              </a:rPr>
              <a:t> due </a:t>
            </a:r>
            <a:r>
              <a:rPr lang="de-DE" err="1">
                <a:solidFill>
                  <a:schemeClr val="bg1"/>
                </a:solidFill>
              </a:rPr>
              <a:t>to</a:t>
            </a:r>
            <a:r>
              <a:rPr lang="de-DE">
                <a:solidFill>
                  <a:schemeClr val="bg1"/>
                </a:solidFill>
              </a:rPr>
              <a:t> external </a:t>
            </a:r>
            <a:r>
              <a:rPr lang="de-DE" err="1">
                <a:solidFill>
                  <a:schemeClr val="bg1"/>
                </a:solidFill>
              </a:rPr>
              <a:t>shocks</a:t>
            </a:r>
            <a:r>
              <a:rPr lang="de-DE">
                <a:solidFill>
                  <a:schemeClr val="bg1"/>
                </a:solidFill>
              </a:rPr>
              <a:t> like trade </a:t>
            </a:r>
            <a:r>
              <a:rPr lang="de-DE" err="1">
                <a:solidFill>
                  <a:schemeClr val="bg1"/>
                </a:solidFill>
              </a:rPr>
              <a:t>frictions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or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equity</a:t>
            </a:r>
            <a:r>
              <a:rPr lang="de-DE">
                <a:solidFill>
                  <a:schemeClr val="bg1"/>
                </a:solidFill>
              </a:rPr>
              <a:t> crash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err="1">
                <a:solidFill>
                  <a:schemeClr val="bg1"/>
                </a:solidFill>
              </a:rPr>
              <a:t>Assumes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that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the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market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is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under</a:t>
            </a:r>
            <a:r>
              <a:rPr lang="de-DE">
                <a:solidFill>
                  <a:schemeClr val="bg1"/>
                </a:solidFill>
              </a:rPr>
              <a:t> stress </a:t>
            </a:r>
            <a:r>
              <a:rPr lang="de-DE" err="1">
                <a:solidFill>
                  <a:schemeClr val="bg1"/>
                </a:solidFill>
              </a:rPr>
              <a:t>by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introducing</a:t>
            </a:r>
            <a:r>
              <a:rPr lang="de-DE">
                <a:solidFill>
                  <a:schemeClr val="bg1"/>
                </a:solidFill>
              </a:rPr>
              <a:t> a stress </a:t>
            </a:r>
            <a:r>
              <a:rPr lang="de-DE" err="1">
                <a:solidFill>
                  <a:schemeClr val="bg1"/>
                </a:solidFill>
              </a:rPr>
              <a:t>factor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that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drags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the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mean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return</a:t>
            </a:r>
            <a:r>
              <a:rPr lang="de-DE">
                <a:solidFill>
                  <a:schemeClr val="bg1"/>
                </a:solidFill>
              </a:rPr>
              <a:t> down.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>
                <a:solidFill>
                  <a:schemeClr val="bg1"/>
                </a:solidFill>
              </a:rPr>
              <a:t>Historical </a:t>
            </a:r>
            <a:r>
              <a:rPr lang="de-DE" err="1">
                <a:solidFill>
                  <a:schemeClr val="bg1"/>
                </a:solidFill>
              </a:rPr>
              <a:t>data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used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to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estimate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el-GR" b="1">
                <a:solidFill>
                  <a:schemeClr val="bg1"/>
                </a:solidFill>
              </a:rPr>
              <a:t>μ (</a:t>
            </a:r>
            <a:r>
              <a:rPr lang="de-DE" b="1" err="1">
                <a:solidFill>
                  <a:schemeClr val="bg1"/>
                </a:solidFill>
              </a:rPr>
              <a:t>expected</a:t>
            </a:r>
            <a:r>
              <a:rPr lang="de-DE" b="1">
                <a:solidFill>
                  <a:schemeClr val="bg1"/>
                </a:solidFill>
              </a:rPr>
              <a:t> </a:t>
            </a:r>
            <a:r>
              <a:rPr lang="de-DE" b="1" err="1">
                <a:solidFill>
                  <a:schemeClr val="bg1"/>
                </a:solidFill>
              </a:rPr>
              <a:t>return</a:t>
            </a:r>
            <a:r>
              <a:rPr lang="de-DE" b="1">
                <a:solidFill>
                  <a:schemeClr val="bg1"/>
                </a:solidFill>
              </a:rPr>
              <a:t>) </a:t>
            </a:r>
            <a:r>
              <a:rPr lang="de-DE" err="1">
                <a:solidFill>
                  <a:schemeClr val="bg1"/>
                </a:solidFill>
              </a:rPr>
              <a:t>is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stressed</a:t>
            </a:r>
            <a:r>
              <a:rPr lang="de-DE">
                <a:solidFill>
                  <a:schemeClr val="bg1"/>
                </a:solidFill>
              </a:rPr>
              <a:t> and </a:t>
            </a:r>
            <a:r>
              <a:rPr lang="de-DE" err="1">
                <a:solidFill>
                  <a:schemeClr val="bg1"/>
                </a:solidFill>
              </a:rPr>
              <a:t>portfolio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is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then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modelled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similar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to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base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case</a:t>
            </a:r>
            <a:r>
              <a:rPr lang="de-DE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9" name="Picture 8" descr="A screenshot of a graph&#10;&#10;AI-generated content may be incorrect.">
            <a:extLst>
              <a:ext uri="{FF2B5EF4-FFF2-40B4-BE49-F238E27FC236}">
                <a16:creationId xmlns:a16="http://schemas.microsoft.com/office/drawing/2014/main" id="{4CD45ED4-F989-348E-4363-547CE02285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465" b="23151"/>
          <a:stretch>
            <a:fillRect/>
          </a:stretch>
        </p:blipFill>
        <p:spPr>
          <a:xfrm>
            <a:off x="227892" y="3095833"/>
            <a:ext cx="4778927" cy="2356700"/>
          </a:xfrm>
          <a:prstGeom prst="rect">
            <a:avLst/>
          </a:prstGeom>
        </p:spPr>
      </p:pic>
      <p:pic>
        <p:nvPicPr>
          <p:cNvPr id="6" name="Picture 5" descr="A graph of a graph showing a red line&#10;&#10;AI-generated content may be incorrect.">
            <a:extLst>
              <a:ext uri="{FF2B5EF4-FFF2-40B4-BE49-F238E27FC236}">
                <a16:creationId xmlns:a16="http://schemas.microsoft.com/office/drawing/2014/main" id="{A1E3E806-6191-6683-2C7F-42E91919FE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6819" y="2646110"/>
            <a:ext cx="6424378" cy="3212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5916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456CF-50DF-717A-D0B9-45A603F1F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E461B-C45B-D2AB-FB8C-BE4E4C04C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solidFill>
                  <a:schemeClr val="bg1"/>
                </a:solidFill>
              </a:rPr>
              <a:t>Stress Modelling – Case 2 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F7E40E6-5156-B5C9-8B9E-73A0A64DBE9D}"/>
              </a:ext>
            </a:extLst>
          </p:cNvPr>
          <p:cNvSpPr txBox="1"/>
          <p:nvPr/>
        </p:nvSpPr>
        <p:spPr>
          <a:xfrm>
            <a:off x="390293" y="1170878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B61DA5-0123-FB6E-27BE-367E63A0DA50}"/>
              </a:ext>
            </a:extLst>
          </p:cNvPr>
          <p:cNvSpPr txBox="1"/>
          <p:nvPr/>
        </p:nvSpPr>
        <p:spPr>
          <a:xfrm>
            <a:off x="554736" y="1405467"/>
            <a:ext cx="10926064" cy="481753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de-DE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D51F4E-B149-34A1-753B-4066E3671C6C}"/>
              </a:ext>
            </a:extLst>
          </p:cNvPr>
          <p:cNvSpPr txBox="1"/>
          <p:nvPr/>
        </p:nvSpPr>
        <p:spPr>
          <a:xfrm>
            <a:off x="482599" y="1405467"/>
            <a:ext cx="11154665" cy="1200329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>
                <a:solidFill>
                  <a:schemeClr val="bg1"/>
                </a:solidFill>
              </a:rPr>
              <a:t>Stagflation </a:t>
            </a:r>
            <a:r>
              <a:rPr lang="de-DE" err="1">
                <a:solidFill>
                  <a:schemeClr val="bg1"/>
                </a:solidFill>
              </a:rPr>
              <a:t>scenario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when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there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is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little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or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no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growth</a:t>
            </a:r>
            <a:r>
              <a:rPr lang="de-DE">
                <a:solidFill>
                  <a:schemeClr val="bg1"/>
                </a:solidFill>
              </a:rPr>
              <a:t> in </a:t>
            </a:r>
            <a:r>
              <a:rPr lang="de-DE" err="1">
                <a:solidFill>
                  <a:schemeClr val="bg1"/>
                </a:solidFill>
              </a:rPr>
              <a:t>economy</a:t>
            </a:r>
            <a:endParaRPr lang="de-DE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err="1">
                <a:solidFill>
                  <a:schemeClr val="bg1"/>
                </a:solidFill>
              </a:rPr>
              <a:t>Assumes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that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the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returns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for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equities</a:t>
            </a:r>
            <a:r>
              <a:rPr lang="de-DE">
                <a:solidFill>
                  <a:schemeClr val="bg1"/>
                </a:solidFill>
              </a:rPr>
              <a:t>, </a:t>
            </a:r>
            <a:r>
              <a:rPr lang="de-DE" err="1">
                <a:solidFill>
                  <a:schemeClr val="bg1"/>
                </a:solidFill>
              </a:rPr>
              <a:t>bonds</a:t>
            </a:r>
            <a:r>
              <a:rPr lang="de-DE">
                <a:solidFill>
                  <a:schemeClr val="bg1"/>
                </a:solidFill>
              </a:rPr>
              <a:t> and </a:t>
            </a:r>
            <a:r>
              <a:rPr lang="de-DE" err="1">
                <a:solidFill>
                  <a:schemeClr val="bg1"/>
                </a:solidFill>
              </a:rPr>
              <a:t>gold</a:t>
            </a:r>
            <a:r>
              <a:rPr lang="de-DE">
                <a:solidFill>
                  <a:schemeClr val="bg1"/>
                </a:solidFill>
              </a:rPr>
              <a:t> all </a:t>
            </a:r>
            <a:r>
              <a:rPr lang="de-DE" err="1">
                <a:solidFill>
                  <a:schemeClr val="bg1"/>
                </a:solidFill>
              </a:rPr>
              <a:t>decrease</a:t>
            </a:r>
            <a:r>
              <a:rPr lang="de-DE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>
                <a:solidFill>
                  <a:schemeClr val="bg1"/>
                </a:solidFill>
              </a:rPr>
              <a:t>Historical </a:t>
            </a:r>
            <a:r>
              <a:rPr lang="de-DE" err="1">
                <a:solidFill>
                  <a:schemeClr val="bg1"/>
                </a:solidFill>
              </a:rPr>
              <a:t>data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used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to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estimate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el-GR" b="1">
                <a:solidFill>
                  <a:schemeClr val="bg1"/>
                </a:solidFill>
              </a:rPr>
              <a:t>σ (</a:t>
            </a:r>
            <a:r>
              <a:rPr lang="de-DE" b="1" err="1">
                <a:solidFill>
                  <a:schemeClr val="bg1"/>
                </a:solidFill>
              </a:rPr>
              <a:t>volatility</a:t>
            </a:r>
            <a:r>
              <a:rPr lang="de-DE" b="1">
                <a:solidFill>
                  <a:schemeClr val="bg1"/>
                </a:solidFill>
              </a:rPr>
              <a:t>)</a:t>
            </a:r>
            <a:r>
              <a:rPr lang="de-DE">
                <a:solidFill>
                  <a:schemeClr val="bg1"/>
                </a:solidFill>
              </a:rPr>
              <a:t> and </a:t>
            </a:r>
            <a:r>
              <a:rPr lang="de-DE" err="1">
                <a:solidFill>
                  <a:schemeClr val="bg1"/>
                </a:solidFill>
              </a:rPr>
              <a:t>portfolio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is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then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modelled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similar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to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base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case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with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reduced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return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assumption</a:t>
            </a:r>
            <a:r>
              <a:rPr lang="de-DE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12" name="Picture 11" descr="A graph showing a graph of a graph&#10;&#10;AI-generated content may be incorrect.">
            <a:extLst>
              <a:ext uri="{FF2B5EF4-FFF2-40B4-BE49-F238E27FC236}">
                <a16:creationId xmlns:a16="http://schemas.microsoft.com/office/drawing/2014/main" id="{5403C87A-AD39-6CAD-3E32-2FCE5A2268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7829" y="2646703"/>
            <a:ext cx="6495108" cy="324755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B80D4E7-F25D-E0B6-A865-E54C5786784B}"/>
              </a:ext>
            </a:extLst>
          </p:cNvPr>
          <p:cNvSpPr/>
          <p:nvPr/>
        </p:nvSpPr>
        <p:spPr>
          <a:xfrm>
            <a:off x="9429897" y="2605796"/>
            <a:ext cx="907636" cy="231006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600" err="1">
              <a:solidFill>
                <a:schemeClr val="bg1"/>
              </a:solidFill>
            </a:endParaRPr>
          </a:p>
        </p:txBody>
      </p:sp>
      <p:pic>
        <p:nvPicPr>
          <p:cNvPr id="15" name="Picture 14" descr="A screenshot of a graph&#10;&#10;AI-generated content may be incorrect.">
            <a:extLst>
              <a:ext uri="{FF2B5EF4-FFF2-40B4-BE49-F238E27FC236}">
                <a16:creationId xmlns:a16="http://schemas.microsoft.com/office/drawing/2014/main" id="{FB1697AD-E3FD-6B95-7FC4-AB70953DDB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375" b="23084"/>
          <a:stretch>
            <a:fillRect/>
          </a:stretch>
        </p:blipFill>
        <p:spPr>
          <a:xfrm>
            <a:off x="674835" y="3154924"/>
            <a:ext cx="4434849" cy="2194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00794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50DD9-0238-6EC4-1801-682D8519E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9C399-B347-B501-7A4A-E4A0F3F1F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>
                <a:solidFill>
                  <a:schemeClr val="bg1"/>
                </a:solidFill>
              </a:rPr>
              <a:t>Rebalancing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en-US">
                <a:solidFill>
                  <a:schemeClr val="bg1"/>
                </a:solidFill>
              </a:rPr>
              <a:t>Modeling Limitations</a:t>
            </a:r>
            <a:endParaRPr lang="de-DE">
              <a:solidFill>
                <a:schemeClr val="bg1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5533BD0-6E0C-6191-5BC5-AA9B434269AE}"/>
              </a:ext>
            </a:extLst>
          </p:cNvPr>
          <p:cNvSpPr txBox="1"/>
          <p:nvPr/>
        </p:nvSpPr>
        <p:spPr>
          <a:xfrm>
            <a:off x="390293" y="1170878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7DF4C0-4398-006F-AF1D-85723D86D4D8}"/>
              </a:ext>
            </a:extLst>
          </p:cNvPr>
          <p:cNvSpPr txBox="1"/>
          <p:nvPr/>
        </p:nvSpPr>
        <p:spPr>
          <a:xfrm>
            <a:off x="554736" y="1405467"/>
            <a:ext cx="10926064" cy="481753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de-DE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1A3022-D19E-99D5-D2FB-4DBBD1F5C487}"/>
              </a:ext>
            </a:extLst>
          </p:cNvPr>
          <p:cNvSpPr txBox="1"/>
          <p:nvPr/>
        </p:nvSpPr>
        <p:spPr>
          <a:xfrm>
            <a:off x="482599" y="1405467"/>
            <a:ext cx="11154665" cy="3970318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Complexity of Assumptions</a:t>
            </a:r>
            <a:endParaRPr lang="en-US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Choice of </a:t>
            </a:r>
            <a:r>
              <a:rPr lang="en-US" b="1">
                <a:solidFill>
                  <a:schemeClr val="bg1"/>
                </a:solidFill>
              </a:rPr>
              <a:t>frequency</a:t>
            </a:r>
            <a:r>
              <a:rPr lang="en-US">
                <a:solidFill>
                  <a:schemeClr val="bg1"/>
                </a:solidFill>
              </a:rPr>
              <a:t> (monthly, quarterly, annually).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bg1"/>
                </a:solidFill>
              </a:rPr>
              <a:t>Transaction costs</a:t>
            </a:r>
            <a:r>
              <a:rPr lang="en-US">
                <a:solidFill>
                  <a:schemeClr val="bg1"/>
                </a:solidFill>
              </a:rPr>
              <a:t> and bid–ask spreads.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bg1"/>
                </a:solidFill>
              </a:rPr>
              <a:t>Tax impacts</a:t>
            </a:r>
            <a:r>
              <a:rPr lang="en-US">
                <a:solidFill>
                  <a:schemeClr val="bg1"/>
                </a:solidFill>
              </a:rPr>
              <a:t> (e.g. realization of gains in Germany).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Strong </a:t>
            </a:r>
            <a:r>
              <a:rPr lang="en-US" b="1">
                <a:solidFill>
                  <a:schemeClr val="bg1"/>
                </a:solidFill>
              </a:rPr>
              <a:t>path dependency</a:t>
            </a:r>
            <a:r>
              <a:rPr lang="en-US">
                <a:solidFill>
                  <a:schemeClr val="bg1"/>
                </a:solidFill>
              </a:rPr>
              <a:t> on market timing.</a:t>
            </a:r>
          </a:p>
          <a:p>
            <a:endParaRPr lang="en-US">
              <a:solidFill>
                <a:schemeClr val="bg1"/>
              </a:solidFill>
            </a:endParaRPr>
          </a:p>
          <a:p>
            <a:r>
              <a:rPr lang="en-US" b="1">
                <a:solidFill>
                  <a:schemeClr val="bg1"/>
                </a:solidFill>
              </a:rPr>
              <a:t>Modeling Limitations</a:t>
            </a:r>
            <a:endParaRPr lang="en-US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Requires simulating </a:t>
            </a:r>
            <a:r>
              <a:rPr lang="en-US" b="1">
                <a:solidFill>
                  <a:schemeClr val="bg1"/>
                </a:solidFill>
              </a:rPr>
              <a:t>dynamic allocation rules</a:t>
            </a:r>
            <a:r>
              <a:rPr lang="en-US">
                <a:solidFill>
                  <a:schemeClr val="bg1"/>
                </a:solidFill>
              </a:rPr>
              <a:t> vs. static weights.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Adds heavy </a:t>
            </a:r>
            <a:r>
              <a:rPr lang="en-US" b="1">
                <a:solidFill>
                  <a:schemeClr val="bg1"/>
                </a:solidFill>
              </a:rPr>
              <a:t>computational complexity</a:t>
            </a:r>
            <a:r>
              <a:rPr lang="en-US">
                <a:solidFill>
                  <a:schemeClr val="bg1"/>
                </a:solidFill>
              </a:rPr>
              <a:t> on top of return projection.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Realistic costs and frictions are </a:t>
            </a:r>
            <a:r>
              <a:rPr lang="en-US" b="1">
                <a:solidFill>
                  <a:schemeClr val="bg1"/>
                </a:solidFill>
              </a:rPr>
              <a:t>hard to calibrate</a:t>
            </a:r>
            <a:r>
              <a:rPr lang="en-US">
                <a:solidFill>
                  <a:schemeClr val="bg1"/>
                </a:solidFill>
              </a:rPr>
              <a:t>.</a:t>
            </a:r>
          </a:p>
          <a:p>
            <a:endParaRPr lang="en-US">
              <a:solidFill>
                <a:schemeClr val="bg1"/>
              </a:solidFill>
            </a:endParaRPr>
          </a:p>
          <a:p>
            <a:r>
              <a:rPr lang="en-US" b="1" err="1">
                <a:solidFill>
                  <a:schemeClr val="bg1"/>
                </a:solidFill>
              </a:rPr>
              <a:t>Theoritical</a:t>
            </a:r>
            <a:r>
              <a:rPr lang="en-US" b="1">
                <a:solidFill>
                  <a:schemeClr val="bg1"/>
                </a:solidFill>
              </a:rPr>
              <a:t> Treatment Instead</a:t>
            </a:r>
            <a:endParaRPr lang="en-US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Rebalancing = essential for </a:t>
            </a:r>
            <a:r>
              <a:rPr lang="en-US" b="1">
                <a:solidFill>
                  <a:schemeClr val="bg1"/>
                </a:solidFill>
              </a:rPr>
              <a:t>risk control</a:t>
            </a:r>
            <a:r>
              <a:rPr lang="en-US">
                <a:solidFill>
                  <a:schemeClr val="bg1"/>
                </a:solidFill>
              </a:rPr>
              <a:t> (maintains target allocation).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Prevents </a:t>
            </a:r>
            <a:r>
              <a:rPr lang="en-US" b="1">
                <a:solidFill>
                  <a:schemeClr val="bg1"/>
                </a:solidFill>
              </a:rPr>
              <a:t>equity drift</a:t>
            </a:r>
            <a:r>
              <a:rPr lang="en-US">
                <a:solidFill>
                  <a:schemeClr val="bg1"/>
                </a:solidFill>
              </a:rPr>
              <a:t> from dominating long-term risk profile.</a:t>
            </a:r>
          </a:p>
        </p:txBody>
      </p:sp>
    </p:spTree>
    <p:extLst>
      <p:ext uri="{BB962C8B-B14F-4D97-AF65-F5344CB8AC3E}">
        <p14:creationId xmlns:p14="http://schemas.microsoft.com/office/powerpoint/2010/main" val="14235795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14AEC-ED3B-CDA6-159A-6B28157CE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E2746-08A9-38C2-FBB7-75520BBB1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Glide Path </a:t>
            </a:r>
            <a:r>
              <a:rPr lang="de-DE" err="1"/>
              <a:t>Allocation</a:t>
            </a:r>
            <a:r>
              <a:rPr lang="de-DE"/>
              <a:t> </a:t>
            </a:r>
            <a:r>
              <a:rPr lang="de-DE" err="1"/>
              <a:t>by</a:t>
            </a:r>
            <a:r>
              <a:rPr lang="de-DE"/>
              <a:t> Asset Class</a:t>
            </a:r>
            <a:endParaRPr 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78DD216-892D-94B3-B2D9-9747563CF669}"/>
              </a:ext>
            </a:extLst>
          </p:cNvPr>
          <p:cNvSpPr txBox="1"/>
          <p:nvPr/>
        </p:nvSpPr>
        <p:spPr>
          <a:xfrm>
            <a:off x="390293" y="1170878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EFA4F8-B4C3-EF2F-BA9B-3C05F9365C43}"/>
              </a:ext>
            </a:extLst>
          </p:cNvPr>
          <p:cNvSpPr txBox="1"/>
          <p:nvPr/>
        </p:nvSpPr>
        <p:spPr>
          <a:xfrm>
            <a:off x="554736" y="1405467"/>
            <a:ext cx="10926064" cy="481753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de-DE" sz="16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598731-F6A9-F1D8-5182-F9D3CA14C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636" y="1509202"/>
            <a:ext cx="9439200" cy="4679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6705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7A40A-48C3-6575-866C-0EAF2DC81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D01D3-6761-2015-E85B-1C39A2703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36" y="355092"/>
            <a:ext cx="11082528" cy="731520"/>
          </a:xfrm>
        </p:spPr>
        <p:txBody>
          <a:bodyPr wrap="square" anchor="b">
            <a:normAutofit/>
          </a:bodyPr>
          <a:lstStyle/>
          <a:p>
            <a:r>
              <a:rPr lang="de-DE"/>
              <a:t>Glide Path </a:t>
            </a:r>
            <a:r>
              <a:rPr lang="de-DE" err="1"/>
              <a:t>Allocation</a:t>
            </a:r>
            <a:r>
              <a:rPr lang="de-DE"/>
              <a:t> </a:t>
            </a:r>
            <a:r>
              <a:rPr lang="de-DE" err="1"/>
              <a:t>by</a:t>
            </a:r>
            <a:r>
              <a:rPr lang="de-DE"/>
              <a:t> </a:t>
            </a:r>
            <a:r>
              <a:rPr lang="de-DE" err="1"/>
              <a:t>Positions</a:t>
            </a:r>
            <a:endParaRPr lang="en-US"/>
          </a:p>
        </p:txBody>
      </p:sp>
      <p:pic>
        <p:nvPicPr>
          <p:cNvPr id="4" name="Picture 3" descr="A graph showing different colored squares&#10;&#10;Description automatically generated">
            <a:extLst>
              <a:ext uri="{FF2B5EF4-FFF2-40B4-BE49-F238E27FC236}">
                <a16:creationId xmlns:a16="http://schemas.microsoft.com/office/drawing/2014/main" id="{8BC29D19-5ACE-E7C7-83D5-83D6314C34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8508" y="1395471"/>
            <a:ext cx="9407034" cy="46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4C239EA4-2FFE-B9F9-800E-2CB508D45CD8}"/>
              </a:ext>
            </a:extLst>
          </p:cNvPr>
          <p:cNvSpPr txBox="1"/>
          <p:nvPr/>
        </p:nvSpPr>
        <p:spPr>
          <a:xfrm>
            <a:off x="390293" y="1170878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15633340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26A8E-15B4-7F2C-6DF0-7578B41C0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D1DC8-DE01-C524-4006-80ADED572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Glide Path </a:t>
            </a:r>
            <a:r>
              <a:rPr lang="de-DE" err="1"/>
              <a:t>Allocation</a:t>
            </a:r>
            <a:r>
              <a:rPr lang="de-DE"/>
              <a:t> </a:t>
            </a:r>
            <a:r>
              <a:rPr lang="de-DE" err="1"/>
              <a:t>by</a:t>
            </a:r>
            <a:r>
              <a:rPr lang="de-DE"/>
              <a:t> Positions</a:t>
            </a:r>
            <a:endParaRPr lang="de-DE" b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32B2B46-5089-5969-2999-952721C5ACFA}"/>
              </a:ext>
            </a:extLst>
          </p:cNvPr>
          <p:cNvSpPr txBox="1"/>
          <p:nvPr/>
        </p:nvSpPr>
        <p:spPr>
          <a:xfrm>
            <a:off x="390293" y="1170878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9AFE8A-658C-8E05-A438-7356480AAEFC}"/>
              </a:ext>
            </a:extLst>
          </p:cNvPr>
          <p:cNvSpPr txBox="1"/>
          <p:nvPr/>
        </p:nvSpPr>
        <p:spPr>
          <a:xfrm>
            <a:off x="554736" y="1405467"/>
            <a:ext cx="10926064" cy="481753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de-DE" sz="1600"/>
          </a:p>
        </p:txBody>
      </p:sp>
      <p:pic>
        <p:nvPicPr>
          <p:cNvPr id="4" name="Picture 3" descr="A graph showing different colored lines&#10;&#10;AI-generated content may be incorrect.">
            <a:extLst>
              <a:ext uri="{FF2B5EF4-FFF2-40B4-BE49-F238E27FC236}">
                <a16:creationId xmlns:a16="http://schemas.microsoft.com/office/drawing/2014/main" id="{7DE83FF3-D96F-1C6E-845D-AF0032FFB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578" y="1404571"/>
            <a:ext cx="9986597" cy="493981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278361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44033-9426-BFAA-9880-BAFF4C9BC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AE53C-00DD-8059-9378-24CC2364B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Impact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Taxes</a:t>
            </a:r>
            <a:r>
              <a:rPr lang="de-DE"/>
              <a:t> on Portfolio Value </a:t>
            </a:r>
            <a:endParaRPr 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64FC4B2-B879-968F-A84B-AF1A070E3B3A}"/>
              </a:ext>
            </a:extLst>
          </p:cNvPr>
          <p:cNvSpPr txBox="1"/>
          <p:nvPr/>
        </p:nvSpPr>
        <p:spPr>
          <a:xfrm>
            <a:off x="390293" y="1170878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E5E5C5-EB17-F33F-F5E2-0C1E6C809FC1}"/>
              </a:ext>
            </a:extLst>
          </p:cNvPr>
          <p:cNvSpPr txBox="1"/>
          <p:nvPr/>
        </p:nvSpPr>
        <p:spPr>
          <a:xfrm>
            <a:off x="554736" y="1405467"/>
            <a:ext cx="10926064" cy="481753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de-DE" sz="16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83D43D-DABB-C344-B98B-6E6D20128E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380" y="1410067"/>
            <a:ext cx="9138872" cy="492882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97366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34B53-F028-33DA-FDC5-B4224BF59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EABF7-B3C9-35A5-93C5-A25B4AEC9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Rebalancing</a:t>
            </a:r>
            <a:r>
              <a:rPr lang="de-DE"/>
              <a:t> </a:t>
            </a:r>
            <a:r>
              <a:rPr lang="de-DE" err="1"/>
              <a:t>with</a:t>
            </a:r>
            <a:r>
              <a:rPr lang="de-DE"/>
              <a:t> Monte Carlo Simulation </a:t>
            </a:r>
            <a:r>
              <a:rPr lang="de-DE" err="1"/>
              <a:t>of</a:t>
            </a:r>
            <a:r>
              <a:rPr lang="de-DE"/>
              <a:t> Portfolio Value</a:t>
            </a:r>
            <a:endParaRPr lang="de-DE" b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AB0F45F-24F0-2BBF-BF4E-FC0E2675858B}"/>
              </a:ext>
            </a:extLst>
          </p:cNvPr>
          <p:cNvSpPr txBox="1"/>
          <p:nvPr/>
        </p:nvSpPr>
        <p:spPr>
          <a:xfrm>
            <a:off x="390293" y="1170878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F99BB6-D370-BB4A-8315-34EF886C7657}"/>
              </a:ext>
            </a:extLst>
          </p:cNvPr>
          <p:cNvSpPr txBox="1"/>
          <p:nvPr/>
        </p:nvSpPr>
        <p:spPr>
          <a:xfrm>
            <a:off x="554736" y="1405467"/>
            <a:ext cx="10926064" cy="481753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de-DE" sz="16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CF9138-ECC9-0CA5-D722-520BCADED2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474" y="1402896"/>
            <a:ext cx="9627054" cy="482509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056512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A3C0B-C095-BE5E-366B-99319F0F1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2BF37-7761-6634-5F5C-BC3DBC3D8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Rebalancing</a:t>
            </a:r>
            <a:r>
              <a:rPr lang="de-DE"/>
              <a:t> </a:t>
            </a:r>
            <a:r>
              <a:rPr lang="de-DE" err="1"/>
              <a:t>with</a:t>
            </a:r>
            <a:r>
              <a:rPr lang="de-DE"/>
              <a:t> Monte Carlo Simulation </a:t>
            </a:r>
            <a:r>
              <a:rPr lang="de-DE" err="1"/>
              <a:t>of</a:t>
            </a:r>
            <a:r>
              <a:rPr lang="de-DE"/>
              <a:t> Portfolio Value</a:t>
            </a:r>
            <a:endParaRPr 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C78D8CB-36E7-BD69-7F67-C38033603B59}"/>
              </a:ext>
            </a:extLst>
          </p:cNvPr>
          <p:cNvSpPr txBox="1"/>
          <p:nvPr/>
        </p:nvSpPr>
        <p:spPr>
          <a:xfrm>
            <a:off x="390293" y="1170878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F0AE34-F6A3-EAED-D5D4-05FAF4851862}"/>
              </a:ext>
            </a:extLst>
          </p:cNvPr>
          <p:cNvSpPr txBox="1"/>
          <p:nvPr/>
        </p:nvSpPr>
        <p:spPr>
          <a:xfrm>
            <a:off x="554736" y="1405467"/>
            <a:ext cx="10926064" cy="481753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de-DE" sz="16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10C209-91DD-BB11-9488-292A75977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445" y="1555296"/>
            <a:ext cx="9431111" cy="467269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781280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C04F6-698D-5973-9CF4-A4D1BBB89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A592E-0F95-C80B-AF78-9ACDAB892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Retirement</a:t>
            </a:r>
            <a:r>
              <a:rPr lang="de-DE"/>
              <a:t> Investment </a:t>
            </a:r>
            <a:r>
              <a:rPr lang="de-DE" err="1"/>
              <a:t>Risks</a:t>
            </a:r>
            <a:endParaRPr 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3F6D94F-61C2-A8F6-213D-4750CB9A9862}"/>
              </a:ext>
            </a:extLst>
          </p:cNvPr>
          <p:cNvSpPr txBox="1"/>
          <p:nvPr/>
        </p:nvSpPr>
        <p:spPr>
          <a:xfrm>
            <a:off x="390293" y="1170878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9DE9CB-B65D-283F-307B-35DA5E3C3548}"/>
              </a:ext>
            </a:extLst>
          </p:cNvPr>
          <p:cNvSpPr txBox="1"/>
          <p:nvPr/>
        </p:nvSpPr>
        <p:spPr>
          <a:xfrm>
            <a:off x="554736" y="1405467"/>
            <a:ext cx="10926064" cy="481753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de-DE" sz="16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9130DA-63D6-8E2C-044E-7AA6358A6728}"/>
              </a:ext>
            </a:extLst>
          </p:cNvPr>
          <p:cNvSpPr txBox="1"/>
          <p:nvPr/>
        </p:nvSpPr>
        <p:spPr>
          <a:xfrm>
            <a:off x="3582543" y="1405467"/>
            <a:ext cx="5026914" cy="369332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“We have a portfolio… but what could derail it?”</a:t>
            </a:r>
            <a:endParaRPr lang="de-DE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3BBE34-0455-FCCF-7939-C6E432BDEB47}"/>
              </a:ext>
            </a:extLst>
          </p:cNvPr>
          <p:cNvSpPr txBox="1"/>
          <p:nvPr/>
        </p:nvSpPr>
        <p:spPr>
          <a:xfrm>
            <a:off x="711200" y="1997839"/>
            <a:ext cx="10926064" cy="4196020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>
                <a:solidFill>
                  <a:schemeClr val="bg2"/>
                </a:solidFill>
              </a:rPr>
              <a:t>Even a well-constructed portfolio faces </a:t>
            </a:r>
            <a:r>
              <a:rPr lang="en-US" b="1">
                <a:solidFill>
                  <a:schemeClr val="bg2"/>
                </a:solidFill>
              </a:rPr>
              <a:t>external risks</a:t>
            </a:r>
            <a:r>
              <a:rPr lang="en-US">
                <a:solidFill>
                  <a:schemeClr val="bg2"/>
                </a:solidFill>
              </a:rPr>
              <a:t> that can threaten retirement security: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bg2"/>
                </a:solidFill>
              </a:rPr>
              <a:t>Longevity Risk</a:t>
            </a:r>
            <a:r>
              <a:rPr lang="en-US">
                <a:solidFill>
                  <a:schemeClr val="bg2"/>
                </a:solidFill>
              </a:rPr>
              <a:t> → living longer than expected, exhausting assets.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bg2"/>
                </a:solidFill>
              </a:rPr>
              <a:t>Inflation Risk</a:t>
            </a:r>
            <a:r>
              <a:rPr lang="en-US">
                <a:solidFill>
                  <a:schemeClr val="bg2"/>
                </a:solidFill>
              </a:rPr>
              <a:t> → erosion of purchasing power over decades due to high inflation.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bg2"/>
                </a:solidFill>
              </a:rPr>
              <a:t>Market Risk</a:t>
            </a:r>
            <a:r>
              <a:rPr lang="en-US">
                <a:solidFill>
                  <a:schemeClr val="bg2"/>
                </a:solidFill>
              </a:rPr>
              <a:t> → Economic downturns near retirement causing permanent losses.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bg2"/>
                </a:solidFill>
              </a:rPr>
              <a:t>Withdrawal Risk</a:t>
            </a:r>
            <a:r>
              <a:rPr lang="en-US">
                <a:solidFill>
                  <a:schemeClr val="bg2"/>
                </a:solidFill>
              </a:rPr>
              <a:t> → unsustainable drawdowns accelerating depletion.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bg2"/>
                </a:solidFill>
              </a:rPr>
              <a:t>Tax and Policy risk</a:t>
            </a:r>
            <a:r>
              <a:rPr lang="en-US">
                <a:solidFill>
                  <a:schemeClr val="bg2"/>
                </a:solidFill>
              </a:rPr>
              <a:t> → Policy changes causing the expected return to drop due to increased costs/taxes.</a:t>
            </a:r>
            <a:endParaRPr lang="en-US" b="1">
              <a:solidFill>
                <a:schemeClr val="bg2"/>
              </a:solidFill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150000"/>
              </a:lnSpc>
            </a:pPr>
            <a:r>
              <a:rPr lang="en-US">
                <a:solidFill>
                  <a:schemeClr val="bg2"/>
                </a:solidFill>
              </a:rPr>
              <a:t>To be well informed and make our portfolio resilient, we must now examine these risks and the strategies we could use to mitigate them.</a:t>
            </a:r>
          </a:p>
        </p:txBody>
      </p:sp>
    </p:spTree>
    <p:extLst>
      <p:ext uri="{BB962C8B-B14F-4D97-AF65-F5344CB8AC3E}">
        <p14:creationId xmlns:p14="http://schemas.microsoft.com/office/powerpoint/2010/main" val="1849962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07D8E-B184-5DB4-6B7D-FA3A4ED4B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FC8A2-2492-10F3-1F37-8E0D092D8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Longevity Risk - Context</a:t>
            </a: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6EEBF843-727A-24FA-F430-E6B7B0DB9A0D}"/>
              </a:ext>
            </a:extLst>
          </p:cNvPr>
          <p:cNvSpPr txBox="1"/>
          <p:nvPr/>
        </p:nvSpPr>
        <p:spPr>
          <a:xfrm>
            <a:off x="395517" y="1547900"/>
            <a:ext cx="114009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</a:rPr>
              <a:t>A longer-than-expected lifespan may significantly strain retirement resources, potentially exhausting the investment portfolio.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B61718F-3865-3E37-B4E9-B797960B65EB}"/>
              </a:ext>
            </a:extLst>
          </p:cNvPr>
          <p:cNvSpPr txBox="1"/>
          <p:nvPr/>
        </p:nvSpPr>
        <p:spPr>
          <a:xfrm>
            <a:off x="390293" y="1170878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/>
          </a:p>
        </p:txBody>
      </p:sp>
      <p:pic>
        <p:nvPicPr>
          <p:cNvPr id="1026" name="Picture 2" descr="Deaths, life expectancy - German Federal Statistical Office">
            <a:extLst>
              <a:ext uri="{FF2B5EF4-FFF2-40B4-BE49-F238E27FC236}">
                <a16:creationId xmlns:a16="http://schemas.microsoft.com/office/drawing/2014/main" id="{7482D4EA-60A2-07D4-EFE5-EE038123F1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1" t="5178" r="2399" b="7805"/>
          <a:stretch/>
        </p:blipFill>
        <p:spPr bwMode="auto">
          <a:xfrm>
            <a:off x="554736" y="2134010"/>
            <a:ext cx="5300423" cy="3660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输出图片">
            <a:extLst>
              <a:ext uri="{FF2B5EF4-FFF2-40B4-BE49-F238E27FC236}">
                <a16:creationId xmlns:a16="http://schemas.microsoft.com/office/drawing/2014/main" id="{E4CCA84B-7F48-6797-AA1B-843E3606F7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6843" y="2347742"/>
            <a:ext cx="5459639" cy="3176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14">
            <a:extLst>
              <a:ext uri="{FF2B5EF4-FFF2-40B4-BE49-F238E27FC236}">
                <a16:creationId xmlns:a16="http://schemas.microsoft.com/office/drawing/2014/main" id="{355E9988-041D-28AC-3B89-855AF7B82966}"/>
              </a:ext>
            </a:extLst>
          </p:cNvPr>
          <p:cNvSpPr txBox="1"/>
          <p:nvPr/>
        </p:nvSpPr>
        <p:spPr>
          <a:xfrm>
            <a:off x="554736" y="6406762"/>
            <a:ext cx="3934137" cy="26836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None/>
            </a:pPr>
            <a:r>
              <a:rPr kumimoji="1" lang="de-DE" altLang="zh-CN" sz="1000" b="1">
                <a:solidFill>
                  <a:schemeClr val="bg1"/>
                </a:solidFill>
                <a:highlight>
                  <a:srgbClr val="C0C0C0"/>
                </a:highlight>
              </a:rPr>
              <a:t>Data source: Statistisches Bundesamt (Destatis)</a:t>
            </a:r>
          </a:p>
        </p:txBody>
      </p:sp>
    </p:spTree>
    <p:extLst>
      <p:ext uri="{BB962C8B-B14F-4D97-AF65-F5344CB8AC3E}">
        <p14:creationId xmlns:p14="http://schemas.microsoft.com/office/powerpoint/2010/main" val="3998269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3AE3B-73DD-8A07-C152-30B90CC73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22B41-9426-FB99-6518-167F32645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Longevity Risk</a:t>
            </a:r>
            <a:r>
              <a:rPr lang="zh-CN" altLang="en-US"/>
              <a:t> </a:t>
            </a:r>
            <a:r>
              <a:rPr lang="en-US" altLang="zh-CN"/>
              <a:t>-</a:t>
            </a:r>
            <a:r>
              <a:rPr lang="zh-CN" altLang="en-US"/>
              <a:t> </a:t>
            </a:r>
            <a:r>
              <a:rPr lang="en-US" altLang="zh-CN"/>
              <a:t>Mitigation</a:t>
            </a:r>
            <a:endParaRPr lang="en-US"/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81282B4A-55FB-E85F-035E-61D851C33876}"/>
              </a:ext>
            </a:extLst>
          </p:cNvPr>
          <p:cNvSpPr txBox="1"/>
          <p:nvPr/>
        </p:nvSpPr>
        <p:spPr>
          <a:xfrm>
            <a:off x="395517" y="1547900"/>
            <a:ext cx="114009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</a:rPr>
              <a:t>Longevity risk can be mitigated through withdrawal strategies</a:t>
            </a:r>
            <a:r>
              <a:rPr lang="zh-CN" altLang="en-US" sz="1600">
                <a:solidFill>
                  <a:schemeClr val="bg1"/>
                </a:solidFill>
              </a:rPr>
              <a:t> </a:t>
            </a:r>
            <a:r>
              <a:rPr lang="en-US" sz="1600">
                <a:solidFill>
                  <a:schemeClr val="bg1"/>
                </a:solidFill>
              </a:rPr>
              <a:t>and maintaining growth potential throughout retirement.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F9E0677-0905-A52E-70F9-3189A877EA38}"/>
              </a:ext>
            </a:extLst>
          </p:cNvPr>
          <p:cNvSpPr txBox="1"/>
          <p:nvPr/>
        </p:nvSpPr>
        <p:spPr>
          <a:xfrm>
            <a:off x="390293" y="1170878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/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C44EB9C1-9F9B-9407-6656-9784B72D926C}"/>
              </a:ext>
            </a:extLst>
          </p:cNvPr>
          <p:cNvGrpSpPr/>
          <p:nvPr/>
        </p:nvGrpSpPr>
        <p:grpSpPr>
          <a:xfrm>
            <a:off x="554736" y="2070405"/>
            <a:ext cx="10696252" cy="741998"/>
            <a:chOff x="554735" y="2225595"/>
            <a:chExt cx="10696252" cy="741998"/>
          </a:xfrm>
        </p:grpSpPr>
        <p:sp>
          <p:nvSpPr>
            <p:cNvPr id="6" name="TextBox 7">
              <a:extLst>
                <a:ext uri="{FF2B5EF4-FFF2-40B4-BE49-F238E27FC236}">
                  <a16:creationId xmlns:a16="http://schemas.microsoft.com/office/drawing/2014/main" id="{22760D9B-DDC7-4D31-62ED-D03AEF1A50CD}"/>
                </a:ext>
              </a:extLst>
            </p:cNvPr>
            <p:cNvSpPr txBox="1"/>
            <p:nvPr/>
          </p:nvSpPr>
          <p:spPr>
            <a:xfrm>
              <a:off x="780144" y="2225595"/>
              <a:ext cx="10470843" cy="741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de-DE" altLang="zh-CN" sz="1500" b="1" err="1">
                  <a:solidFill>
                    <a:schemeClr val="bg1"/>
                  </a:solidFill>
                </a:rPr>
                <a:t>Maintain</a:t>
              </a:r>
              <a:r>
                <a:rPr lang="de-DE" altLang="zh-CN" sz="1500" b="1">
                  <a:solidFill>
                    <a:schemeClr val="bg1"/>
                  </a:solidFill>
                </a:rPr>
                <a:t> </a:t>
              </a:r>
              <a:r>
                <a:rPr lang="de-DE" altLang="zh-CN" sz="1500" b="1" err="1">
                  <a:solidFill>
                    <a:schemeClr val="bg1"/>
                  </a:solidFill>
                </a:rPr>
                <a:t>equity</a:t>
              </a:r>
              <a:r>
                <a:rPr lang="de-DE" altLang="zh-CN" sz="1500" b="1">
                  <a:solidFill>
                    <a:schemeClr val="bg1"/>
                  </a:solidFill>
                </a:rPr>
                <a:t> </a:t>
              </a:r>
              <a:r>
                <a:rPr lang="de-DE" altLang="zh-CN" sz="1500" b="1" err="1">
                  <a:solidFill>
                    <a:schemeClr val="bg1"/>
                  </a:solidFill>
                </a:rPr>
                <a:t>exposure</a:t>
              </a:r>
              <a:r>
                <a:rPr lang="de-DE" altLang="zh-CN" sz="1500" b="1">
                  <a:solidFill>
                    <a:schemeClr val="bg1"/>
                  </a:solidFill>
                </a:rPr>
                <a:t> in </a:t>
              </a:r>
              <a:r>
                <a:rPr lang="de-DE" altLang="zh-CN" sz="1500" b="1" err="1">
                  <a:solidFill>
                    <a:schemeClr val="bg1"/>
                  </a:solidFill>
                </a:rPr>
                <a:t>retirement</a:t>
              </a:r>
              <a:r>
                <a:rPr lang="de-DE" altLang="zh-CN" sz="1500" b="1">
                  <a:solidFill>
                    <a:schemeClr val="bg1"/>
                  </a:solidFill>
                </a:rPr>
                <a:t> (20–30%)</a:t>
              </a:r>
              <a:r>
                <a:rPr lang="zh-CN" altLang="en-US" sz="1500" b="1">
                  <a:solidFill>
                    <a:schemeClr val="bg1"/>
                  </a:solidFill>
                </a:rPr>
                <a:t>：</a:t>
              </a:r>
              <a:r>
                <a:rPr lang="de-DE" altLang="zh-CN" sz="1500" err="1">
                  <a:solidFill>
                    <a:schemeClr val="bg1"/>
                  </a:solidFill>
                </a:rPr>
                <a:t>Continuing</a:t>
              </a:r>
              <a:r>
                <a:rPr lang="de-DE" altLang="zh-CN" sz="1500">
                  <a:solidFill>
                    <a:schemeClr val="bg1"/>
                  </a:solidFill>
                </a:rPr>
                <a:t> </a:t>
              </a:r>
              <a:r>
                <a:rPr lang="de-DE" altLang="zh-CN" sz="1500" err="1">
                  <a:solidFill>
                    <a:schemeClr val="bg1"/>
                  </a:solidFill>
                </a:rPr>
                <a:t>equity</a:t>
              </a:r>
              <a:r>
                <a:rPr lang="de-DE" altLang="zh-CN" sz="1500">
                  <a:solidFill>
                    <a:schemeClr val="bg1"/>
                  </a:solidFill>
                </a:rPr>
                <a:t> </a:t>
              </a:r>
              <a:r>
                <a:rPr lang="de-DE" altLang="zh-CN" sz="1500" err="1">
                  <a:solidFill>
                    <a:schemeClr val="bg1"/>
                  </a:solidFill>
                </a:rPr>
                <a:t>allocation</a:t>
              </a:r>
              <a:r>
                <a:rPr lang="de-DE" altLang="zh-CN" sz="1500">
                  <a:solidFill>
                    <a:schemeClr val="bg1"/>
                  </a:solidFill>
                </a:rPr>
                <a:t> </a:t>
              </a:r>
              <a:r>
                <a:rPr lang="de-DE" altLang="zh-CN" sz="1500" err="1">
                  <a:solidFill>
                    <a:schemeClr val="bg1"/>
                  </a:solidFill>
                </a:rPr>
                <a:t>supports</a:t>
              </a:r>
              <a:r>
                <a:rPr lang="de-DE" altLang="zh-CN" sz="1500">
                  <a:solidFill>
                    <a:schemeClr val="bg1"/>
                  </a:solidFill>
                </a:rPr>
                <a:t> </a:t>
              </a:r>
              <a:r>
                <a:rPr lang="de-DE" altLang="zh-CN" sz="1500" err="1">
                  <a:solidFill>
                    <a:schemeClr val="bg1"/>
                  </a:solidFill>
                </a:rPr>
                <a:t>growth</a:t>
              </a:r>
              <a:r>
                <a:rPr lang="de-DE" altLang="zh-CN" sz="1500">
                  <a:solidFill>
                    <a:schemeClr val="bg1"/>
                  </a:solidFill>
                </a:rPr>
                <a:t> </a:t>
              </a:r>
              <a:r>
                <a:rPr lang="de-DE" altLang="zh-CN" sz="1500" err="1">
                  <a:solidFill>
                    <a:schemeClr val="bg1"/>
                  </a:solidFill>
                </a:rPr>
                <a:t>over</a:t>
              </a:r>
              <a:r>
                <a:rPr lang="de-DE" altLang="zh-CN" sz="1500">
                  <a:solidFill>
                    <a:schemeClr val="bg1"/>
                  </a:solidFill>
                </a:rPr>
                <a:t> </a:t>
              </a:r>
              <a:r>
                <a:rPr lang="de-DE" altLang="zh-CN" sz="1500" err="1">
                  <a:solidFill>
                    <a:schemeClr val="bg1"/>
                  </a:solidFill>
                </a:rPr>
                <a:t>long</a:t>
              </a:r>
              <a:r>
                <a:rPr lang="de-DE" altLang="zh-CN" sz="1500">
                  <a:solidFill>
                    <a:schemeClr val="bg1"/>
                  </a:solidFill>
                </a:rPr>
                <a:t> </a:t>
              </a:r>
              <a:r>
                <a:rPr lang="de-DE" altLang="zh-CN" sz="1500" err="1">
                  <a:solidFill>
                    <a:schemeClr val="bg1"/>
                  </a:solidFill>
                </a:rPr>
                <a:t>horizons</a:t>
              </a:r>
              <a:r>
                <a:rPr lang="de-DE" altLang="zh-CN" sz="1500">
                  <a:solidFill>
                    <a:schemeClr val="bg1"/>
                  </a:solidFill>
                </a:rPr>
                <a:t>, </a:t>
              </a:r>
              <a:r>
                <a:rPr lang="de-DE" altLang="zh-CN" sz="1500" err="1">
                  <a:solidFill>
                    <a:schemeClr val="bg1"/>
                  </a:solidFill>
                </a:rPr>
                <a:t>hedging</a:t>
              </a:r>
              <a:r>
                <a:rPr lang="de-DE" altLang="zh-CN" sz="1500">
                  <a:solidFill>
                    <a:schemeClr val="bg1"/>
                  </a:solidFill>
                </a:rPr>
                <a:t> </a:t>
              </a:r>
              <a:r>
                <a:rPr lang="de-DE" altLang="zh-CN" sz="1500" err="1">
                  <a:solidFill>
                    <a:schemeClr val="bg1"/>
                  </a:solidFill>
                </a:rPr>
                <a:t>against</a:t>
              </a:r>
              <a:r>
                <a:rPr lang="de-DE" altLang="zh-CN" sz="1500">
                  <a:solidFill>
                    <a:schemeClr val="bg1"/>
                  </a:solidFill>
                </a:rPr>
                <a:t> </a:t>
              </a:r>
              <a:r>
                <a:rPr lang="de-DE" altLang="zh-CN" sz="1500" err="1">
                  <a:solidFill>
                    <a:schemeClr val="bg1"/>
                  </a:solidFill>
                </a:rPr>
                <a:t>outliving</a:t>
              </a:r>
              <a:r>
                <a:rPr lang="de-DE" altLang="zh-CN" sz="1500">
                  <a:solidFill>
                    <a:schemeClr val="bg1"/>
                  </a:solidFill>
                </a:rPr>
                <a:t> </a:t>
              </a:r>
              <a:r>
                <a:rPr lang="de-DE" altLang="zh-CN" sz="1500" err="1">
                  <a:solidFill>
                    <a:schemeClr val="bg1"/>
                  </a:solidFill>
                </a:rPr>
                <a:t>assets</a:t>
              </a:r>
              <a:r>
                <a:rPr lang="de-DE" altLang="zh-CN" sz="1500">
                  <a:solidFill>
                    <a:schemeClr val="bg1"/>
                  </a:solidFill>
                </a:rPr>
                <a:t>.</a:t>
              </a:r>
              <a:endParaRPr lang="en-US" sz="1500">
                <a:solidFill>
                  <a:schemeClr val="bg1"/>
                </a:solidFill>
              </a:endParaRPr>
            </a:p>
          </p:txBody>
        </p:sp>
        <p:sp>
          <p:nvSpPr>
            <p:cNvPr id="11" name="Triangle 13">
              <a:extLst>
                <a:ext uri="{FF2B5EF4-FFF2-40B4-BE49-F238E27FC236}">
                  <a16:creationId xmlns:a16="http://schemas.microsoft.com/office/drawing/2014/main" id="{230D2A8D-8356-90AB-57A1-36D99FBED3F7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07576" y="2394902"/>
              <a:ext cx="269094" cy="174775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000">
                <a:solidFill>
                  <a:schemeClr val="bg1"/>
                </a:solidFill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DE5DF5F-4C32-A7A1-D39F-AB7C652D8B80}"/>
              </a:ext>
            </a:extLst>
          </p:cNvPr>
          <p:cNvGrpSpPr/>
          <p:nvPr/>
        </p:nvGrpSpPr>
        <p:grpSpPr>
          <a:xfrm>
            <a:off x="554736" y="2996354"/>
            <a:ext cx="10696252" cy="741998"/>
            <a:chOff x="554735" y="2225595"/>
            <a:chExt cx="10696252" cy="741998"/>
          </a:xfrm>
        </p:grpSpPr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B44AF2DC-682D-820C-D9F0-F14C32BAD54A}"/>
                </a:ext>
              </a:extLst>
            </p:cNvPr>
            <p:cNvSpPr txBox="1"/>
            <p:nvPr/>
          </p:nvSpPr>
          <p:spPr>
            <a:xfrm>
              <a:off x="780144" y="2225595"/>
              <a:ext cx="10470843" cy="741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de-DE" altLang="zh-CN" sz="1500" b="1">
                  <a:solidFill>
                    <a:schemeClr val="bg1"/>
                  </a:solidFill>
                </a:rPr>
                <a:t>Dynamic </a:t>
              </a:r>
              <a:r>
                <a:rPr lang="de-DE" altLang="zh-CN" sz="1500" b="1" err="1">
                  <a:solidFill>
                    <a:schemeClr val="bg1"/>
                  </a:solidFill>
                </a:rPr>
                <a:t>withdrawal</a:t>
              </a:r>
              <a:r>
                <a:rPr lang="de-DE" altLang="zh-CN" sz="1500" b="1">
                  <a:solidFill>
                    <a:schemeClr val="bg1"/>
                  </a:solidFill>
                </a:rPr>
                <a:t> </a:t>
              </a:r>
              <a:r>
                <a:rPr lang="de-DE" altLang="zh-CN" sz="1500" b="1" err="1">
                  <a:solidFill>
                    <a:schemeClr val="bg1"/>
                  </a:solidFill>
                </a:rPr>
                <a:t>rules</a:t>
              </a:r>
              <a:r>
                <a:rPr lang="de-DE" altLang="zh-CN" sz="1500" b="1">
                  <a:solidFill>
                    <a:schemeClr val="bg1"/>
                  </a:solidFill>
                </a:rPr>
                <a:t> (flexible spending)</a:t>
              </a:r>
              <a:r>
                <a:rPr lang="zh-CN" altLang="en-US" sz="1500" b="1">
                  <a:solidFill>
                    <a:schemeClr val="bg1"/>
                  </a:solidFill>
                </a:rPr>
                <a:t>：</a:t>
              </a:r>
              <a:r>
                <a:rPr lang="de-DE" altLang="zh-CN" sz="1500" err="1">
                  <a:solidFill>
                    <a:schemeClr val="bg1"/>
                  </a:solidFill>
                </a:rPr>
                <a:t>Adjust</a:t>
              </a:r>
              <a:r>
                <a:rPr lang="de-DE" altLang="zh-CN" sz="1500">
                  <a:solidFill>
                    <a:schemeClr val="bg1"/>
                  </a:solidFill>
                </a:rPr>
                <a:t> </a:t>
              </a:r>
              <a:r>
                <a:rPr lang="de-DE" altLang="zh-CN" sz="1500" err="1">
                  <a:solidFill>
                    <a:schemeClr val="bg1"/>
                  </a:solidFill>
                </a:rPr>
                <a:t>withdrawals</a:t>
              </a:r>
              <a:r>
                <a:rPr lang="de-DE" altLang="zh-CN" sz="1500">
                  <a:solidFill>
                    <a:schemeClr val="bg1"/>
                  </a:solidFill>
                </a:rPr>
                <a:t> </a:t>
              </a:r>
              <a:r>
                <a:rPr lang="de-DE" altLang="zh-CN" sz="1500" err="1">
                  <a:solidFill>
                    <a:schemeClr val="bg1"/>
                  </a:solidFill>
                </a:rPr>
                <a:t>up</a:t>
              </a:r>
              <a:r>
                <a:rPr lang="de-DE" altLang="zh-CN" sz="1500">
                  <a:solidFill>
                    <a:schemeClr val="bg1"/>
                  </a:solidFill>
                </a:rPr>
                <a:t> </a:t>
              </a:r>
              <a:r>
                <a:rPr lang="de-DE" altLang="zh-CN" sz="1500" err="1">
                  <a:solidFill>
                    <a:schemeClr val="bg1"/>
                  </a:solidFill>
                </a:rPr>
                <a:t>or</a:t>
              </a:r>
              <a:r>
                <a:rPr lang="de-DE" altLang="zh-CN" sz="1500">
                  <a:solidFill>
                    <a:schemeClr val="bg1"/>
                  </a:solidFill>
                </a:rPr>
                <a:t> down </a:t>
              </a:r>
              <a:r>
                <a:rPr lang="de-DE" altLang="zh-CN" sz="1500" err="1">
                  <a:solidFill>
                    <a:schemeClr val="bg1"/>
                  </a:solidFill>
                </a:rPr>
                <a:t>depending</a:t>
              </a:r>
              <a:r>
                <a:rPr lang="de-DE" altLang="zh-CN" sz="1500">
                  <a:solidFill>
                    <a:schemeClr val="bg1"/>
                  </a:solidFill>
                </a:rPr>
                <a:t> on </a:t>
              </a:r>
              <a:r>
                <a:rPr lang="de-DE" altLang="zh-CN" sz="1500" err="1">
                  <a:solidFill>
                    <a:schemeClr val="bg1"/>
                  </a:solidFill>
                </a:rPr>
                <a:t>market</a:t>
              </a:r>
              <a:r>
                <a:rPr lang="de-DE" altLang="zh-CN" sz="1500">
                  <a:solidFill>
                    <a:schemeClr val="bg1"/>
                  </a:solidFill>
                </a:rPr>
                <a:t> </a:t>
              </a:r>
              <a:r>
                <a:rPr lang="de-DE" altLang="zh-CN" sz="1500" err="1">
                  <a:solidFill>
                    <a:schemeClr val="bg1"/>
                  </a:solidFill>
                </a:rPr>
                <a:t>returns</a:t>
              </a:r>
              <a:r>
                <a:rPr lang="de-DE" altLang="zh-CN" sz="1500">
                  <a:solidFill>
                    <a:schemeClr val="bg1"/>
                  </a:solidFill>
                </a:rPr>
                <a:t> </a:t>
              </a:r>
              <a:r>
                <a:rPr lang="de-DE" altLang="zh-CN" sz="1500" err="1">
                  <a:solidFill>
                    <a:schemeClr val="bg1"/>
                  </a:solidFill>
                </a:rPr>
                <a:t>to</a:t>
              </a:r>
              <a:r>
                <a:rPr lang="de-DE" altLang="zh-CN" sz="1500">
                  <a:solidFill>
                    <a:schemeClr val="bg1"/>
                  </a:solidFill>
                </a:rPr>
                <a:t> </a:t>
              </a:r>
              <a:r>
                <a:rPr lang="de-DE" altLang="zh-CN" sz="1500" err="1">
                  <a:solidFill>
                    <a:schemeClr val="bg1"/>
                  </a:solidFill>
                </a:rPr>
                <a:t>avoid</a:t>
              </a:r>
              <a:r>
                <a:rPr lang="de-DE" altLang="zh-CN" sz="1500">
                  <a:solidFill>
                    <a:schemeClr val="bg1"/>
                  </a:solidFill>
                </a:rPr>
                <a:t> </a:t>
              </a:r>
              <a:r>
                <a:rPr lang="de-DE" altLang="zh-CN" sz="1500" err="1">
                  <a:solidFill>
                    <a:schemeClr val="bg1"/>
                  </a:solidFill>
                </a:rPr>
                <a:t>depleting</a:t>
              </a:r>
              <a:r>
                <a:rPr lang="de-DE" altLang="zh-CN" sz="1500">
                  <a:solidFill>
                    <a:schemeClr val="bg1"/>
                  </a:solidFill>
                </a:rPr>
                <a:t> </a:t>
              </a:r>
              <a:r>
                <a:rPr lang="de-DE" altLang="zh-CN" sz="1500" err="1">
                  <a:solidFill>
                    <a:schemeClr val="bg1"/>
                  </a:solidFill>
                </a:rPr>
                <a:t>assets</a:t>
              </a:r>
              <a:r>
                <a:rPr lang="de-DE" altLang="zh-CN" sz="1500">
                  <a:solidFill>
                    <a:schemeClr val="bg1"/>
                  </a:solidFill>
                </a:rPr>
                <a:t>.</a:t>
              </a:r>
              <a:endParaRPr lang="en-US" sz="1500">
                <a:solidFill>
                  <a:schemeClr val="bg1"/>
                </a:solidFill>
              </a:endParaRPr>
            </a:p>
          </p:txBody>
        </p:sp>
        <p:sp>
          <p:nvSpPr>
            <p:cNvPr id="21" name="Triangle 13">
              <a:extLst>
                <a:ext uri="{FF2B5EF4-FFF2-40B4-BE49-F238E27FC236}">
                  <a16:creationId xmlns:a16="http://schemas.microsoft.com/office/drawing/2014/main" id="{F243A13C-CE8B-03F2-15F6-F5ECA2E6E765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07576" y="2394902"/>
              <a:ext cx="269094" cy="174775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000">
                <a:solidFill>
                  <a:schemeClr val="bg1"/>
                </a:solidFill>
              </a:endParaRPr>
            </a:p>
          </p:txBody>
        </p:sp>
      </p:grpSp>
      <p:pic>
        <p:nvPicPr>
          <p:cNvPr id="25" name="图片 24">
            <a:extLst>
              <a:ext uri="{FF2B5EF4-FFF2-40B4-BE49-F238E27FC236}">
                <a16:creationId xmlns:a16="http://schemas.microsoft.com/office/drawing/2014/main" id="{2091546D-7F6B-C952-5DE3-75EC9F9E0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6702" y="3729728"/>
            <a:ext cx="7017727" cy="2506331"/>
          </a:xfrm>
          <a:prstGeom prst="rect">
            <a:avLst/>
          </a:prstGeom>
        </p:spPr>
      </p:pic>
      <p:sp>
        <p:nvSpPr>
          <p:cNvPr id="3" name="文本框 14">
            <a:extLst>
              <a:ext uri="{FF2B5EF4-FFF2-40B4-BE49-F238E27FC236}">
                <a16:creationId xmlns:a16="http://schemas.microsoft.com/office/drawing/2014/main" id="{A627882D-02B4-7E5C-DDF6-18862639CB22}"/>
              </a:ext>
            </a:extLst>
          </p:cNvPr>
          <p:cNvSpPr txBox="1"/>
          <p:nvPr/>
        </p:nvSpPr>
        <p:spPr>
          <a:xfrm>
            <a:off x="554736" y="6406762"/>
            <a:ext cx="7643691" cy="26836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None/>
            </a:pPr>
            <a:r>
              <a:rPr kumimoji="1" lang="de-DE" altLang="zh-CN" sz="1000" b="1">
                <a:solidFill>
                  <a:schemeClr val="bg1"/>
                </a:solidFill>
                <a:highlight>
                  <a:srgbClr val="C0C0C0"/>
                </a:highlight>
              </a:rPr>
              <a:t>Data source: Illustrative </a:t>
            </a:r>
            <a:r>
              <a:rPr kumimoji="1" lang="de-DE" altLang="zh-CN" sz="1000" b="1" err="1">
                <a:solidFill>
                  <a:schemeClr val="bg1"/>
                </a:solidFill>
                <a:highlight>
                  <a:srgbClr val="C0C0C0"/>
                </a:highlight>
              </a:rPr>
              <a:t>simulation</a:t>
            </a:r>
            <a:r>
              <a:rPr kumimoji="1" lang="de-DE" altLang="zh-CN" sz="1000" b="1">
                <a:solidFill>
                  <a:schemeClr val="bg1"/>
                </a:solidFill>
                <a:highlight>
                  <a:srgbClr val="C0C0C0"/>
                </a:highlight>
              </a:rPr>
              <a:t> </a:t>
            </a:r>
            <a:r>
              <a:rPr kumimoji="1" lang="de-DE" altLang="zh-CN" sz="1000" b="1" err="1">
                <a:solidFill>
                  <a:schemeClr val="bg1"/>
                </a:solidFill>
                <a:highlight>
                  <a:srgbClr val="C0C0C0"/>
                </a:highlight>
              </a:rPr>
              <a:t>based</a:t>
            </a:r>
            <a:r>
              <a:rPr kumimoji="1" lang="de-DE" altLang="zh-CN" sz="1000" b="1">
                <a:solidFill>
                  <a:schemeClr val="bg1"/>
                </a:solidFill>
                <a:highlight>
                  <a:srgbClr val="C0C0C0"/>
                </a:highlight>
              </a:rPr>
              <a:t> on </a:t>
            </a:r>
            <a:r>
              <a:rPr kumimoji="1" lang="de-DE" altLang="zh-CN" sz="1000" b="1" err="1">
                <a:solidFill>
                  <a:schemeClr val="bg1"/>
                </a:solidFill>
                <a:highlight>
                  <a:srgbClr val="C0C0C0"/>
                </a:highlight>
              </a:rPr>
              <a:t>withdrawal</a:t>
            </a:r>
            <a:r>
              <a:rPr kumimoji="1" lang="de-DE" altLang="zh-CN" sz="1000" b="1">
                <a:solidFill>
                  <a:schemeClr val="bg1"/>
                </a:solidFill>
                <a:highlight>
                  <a:srgbClr val="C0C0C0"/>
                </a:highlight>
              </a:rPr>
              <a:t> </a:t>
            </a:r>
            <a:r>
              <a:rPr kumimoji="1" lang="de-DE" altLang="zh-CN" sz="1000" b="1" err="1">
                <a:solidFill>
                  <a:schemeClr val="bg1"/>
                </a:solidFill>
                <a:highlight>
                  <a:srgbClr val="C0C0C0"/>
                </a:highlight>
              </a:rPr>
              <a:t>strategy</a:t>
            </a:r>
            <a:r>
              <a:rPr kumimoji="1" lang="de-DE" altLang="zh-CN" sz="1000" b="1">
                <a:solidFill>
                  <a:schemeClr val="bg1"/>
                </a:solidFill>
                <a:highlight>
                  <a:srgbClr val="C0C0C0"/>
                </a:highlight>
              </a:rPr>
              <a:t> </a:t>
            </a:r>
            <a:r>
              <a:rPr kumimoji="1" lang="de-DE" altLang="zh-CN" sz="1000" b="1" err="1">
                <a:solidFill>
                  <a:schemeClr val="bg1"/>
                </a:solidFill>
                <a:highlight>
                  <a:srgbClr val="C0C0C0"/>
                </a:highlight>
              </a:rPr>
              <a:t>research</a:t>
            </a:r>
            <a:r>
              <a:rPr kumimoji="1" lang="de-DE" altLang="zh-CN" sz="1000" b="1">
                <a:solidFill>
                  <a:schemeClr val="bg1"/>
                </a:solidFill>
                <a:highlight>
                  <a:srgbClr val="C0C0C0"/>
                </a:highlight>
              </a:rPr>
              <a:t> (</a:t>
            </a:r>
            <a:r>
              <a:rPr kumimoji="1" lang="de-DE" altLang="zh-CN" sz="1000" b="1" err="1">
                <a:solidFill>
                  <a:schemeClr val="bg1"/>
                </a:solidFill>
                <a:highlight>
                  <a:srgbClr val="C0C0C0"/>
                </a:highlight>
              </a:rPr>
              <a:t>Bengen</a:t>
            </a:r>
            <a:r>
              <a:rPr kumimoji="1" lang="de-DE" altLang="zh-CN" sz="1000" b="1">
                <a:solidFill>
                  <a:schemeClr val="bg1"/>
                </a:solidFill>
                <a:highlight>
                  <a:srgbClr val="C0C0C0"/>
                </a:highlight>
              </a:rPr>
              <a:t>, 1994; </a:t>
            </a:r>
            <a:r>
              <a:rPr kumimoji="1" lang="de-DE" altLang="zh-CN" sz="1000" b="1" err="1">
                <a:solidFill>
                  <a:schemeClr val="bg1"/>
                </a:solidFill>
                <a:highlight>
                  <a:srgbClr val="C0C0C0"/>
                </a:highlight>
              </a:rPr>
              <a:t>Guyton</a:t>
            </a:r>
            <a:r>
              <a:rPr kumimoji="1" lang="de-DE" altLang="zh-CN" sz="1000" b="1">
                <a:solidFill>
                  <a:schemeClr val="bg1"/>
                </a:solidFill>
                <a:highlight>
                  <a:srgbClr val="C0C0C0"/>
                </a:highlight>
              </a:rPr>
              <a:t> &amp; Klinger, 2006; Pfau, 2013)</a:t>
            </a:r>
          </a:p>
        </p:txBody>
      </p:sp>
    </p:spTree>
    <p:extLst>
      <p:ext uri="{BB962C8B-B14F-4D97-AF65-F5344CB8AC3E}">
        <p14:creationId xmlns:p14="http://schemas.microsoft.com/office/powerpoint/2010/main" val="28404611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E3755-36A6-5110-3637-04415B838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48AD1-8E58-39D4-F589-E1FA0AD91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Inflation Risk - Context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D38022C-84A2-95DD-5FAF-50CC2E7CF7C8}"/>
              </a:ext>
            </a:extLst>
          </p:cNvPr>
          <p:cNvSpPr txBox="1"/>
          <p:nvPr/>
        </p:nvSpPr>
        <p:spPr>
          <a:xfrm>
            <a:off x="390293" y="1170878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/>
          </a:p>
        </p:txBody>
      </p:sp>
      <p:pic>
        <p:nvPicPr>
          <p:cNvPr id="21" name="图片 20" descr="图表, 直方图&#10;&#10;描述已自动生成">
            <a:extLst>
              <a:ext uri="{FF2B5EF4-FFF2-40B4-BE49-F238E27FC236}">
                <a16:creationId xmlns:a16="http://schemas.microsoft.com/office/drawing/2014/main" id="{FC880F05-BF38-263B-E65F-D80F4D86B9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4140" y="2077580"/>
            <a:ext cx="5925768" cy="3367840"/>
          </a:xfrm>
          <a:prstGeom prst="rect">
            <a:avLst/>
          </a:prstGeom>
        </p:spPr>
      </p:pic>
      <p:sp>
        <p:nvSpPr>
          <p:cNvPr id="3" name="TextBox 6">
            <a:extLst>
              <a:ext uri="{FF2B5EF4-FFF2-40B4-BE49-F238E27FC236}">
                <a16:creationId xmlns:a16="http://schemas.microsoft.com/office/drawing/2014/main" id="{3AA9D996-A94F-7EEA-BAE9-F121FFA70907}"/>
              </a:ext>
            </a:extLst>
          </p:cNvPr>
          <p:cNvSpPr txBox="1"/>
          <p:nvPr/>
        </p:nvSpPr>
        <p:spPr>
          <a:xfrm>
            <a:off x="395517" y="1412819"/>
            <a:ext cx="115428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</a:rPr>
              <a:t>Inflation erodes the purchasing power of retirement income. Even modest inflation compounds significantly over 20–30 years.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D3B153A7-CE77-2946-BCDF-BED4531EFBCB}"/>
              </a:ext>
            </a:extLst>
          </p:cNvPr>
          <p:cNvGrpSpPr/>
          <p:nvPr/>
        </p:nvGrpSpPr>
        <p:grpSpPr>
          <a:xfrm>
            <a:off x="482949" y="2535924"/>
            <a:ext cx="4925673" cy="395749"/>
            <a:chOff x="482949" y="2535924"/>
            <a:chExt cx="4925673" cy="395749"/>
          </a:xfrm>
        </p:grpSpPr>
        <p:sp>
          <p:nvSpPr>
            <p:cNvPr id="6" name="TextBox 7">
              <a:extLst>
                <a:ext uri="{FF2B5EF4-FFF2-40B4-BE49-F238E27FC236}">
                  <a16:creationId xmlns:a16="http://schemas.microsoft.com/office/drawing/2014/main" id="{E37DA05A-DF18-E1CB-06DC-54015438A781}"/>
                </a:ext>
              </a:extLst>
            </p:cNvPr>
            <p:cNvSpPr txBox="1"/>
            <p:nvPr/>
          </p:nvSpPr>
          <p:spPr>
            <a:xfrm>
              <a:off x="652092" y="2535924"/>
              <a:ext cx="4756530" cy="395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de-DE" altLang="zh-CN" sz="1500" b="1">
                  <a:solidFill>
                    <a:schemeClr val="bg1"/>
                  </a:solidFill>
                </a:rPr>
                <a:t>1990s-2010s: </a:t>
              </a:r>
              <a:r>
                <a:rPr lang="de-DE" altLang="zh-CN" sz="1500" b="1" err="1">
                  <a:solidFill>
                    <a:schemeClr val="bg1"/>
                  </a:solidFill>
                </a:rPr>
                <a:t>low</a:t>
              </a:r>
              <a:r>
                <a:rPr lang="de-DE" altLang="zh-CN" sz="1500" b="1">
                  <a:solidFill>
                    <a:schemeClr val="bg1"/>
                  </a:solidFill>
                </a:rPr>
                <a:t> and </a:t>
              </a:r>
              <a:r>
                <a:rPr lang="de-DE" altLang="zh-CN" sz="1500" b="1" err="1">
                  <a:solidFill>
                    <a:schemeClr val="bg1"/>
                  </a:solidFill>
                </a:rPr>
                <a:t>stable</a:t>
              </a:r>
              <a:r>
                <a:rPr lang="de-DE" altLang="zh-CN" sz="1500" b="1">
                  <a:solidFill>
                    <a:schemeClr val="bg1"/>
                  </a:solidFill>
                </a:rPr>
                <a:t> </a:t>
              </a:r>
              <a:r>
                <a:rPr lang="de-DE" altLang="zh-CN" sz="1500" b="1" err="1">
                  <a:solidFill>
                    <a:schemeClr val="bg1"/>
                  </a:solidFill>
                </a:rPr>
                <a:t>inflation</a:t>
              </a:r>
              <a:r>
                <a:rPr lang="de-DE" altLang="zh-CN" sz="1500" b="1">
                  <a:solidFill>
                    <a:schemeClr val="bg1"/>
                  </a:solidFill>
                </a:rPr>
                <a:t> (1- 2%)</a:t>
              </a:r>
              <a:endParaRPr lang="en-US" sz="1500">
                <a:solidFill>
                  <a:schemeClr val="bg1"/>
                </a:solidFill>
              </a:endParaRPr>
            </a:p>
          </p:txBody>
        </p:sp>
        <p:sp>
          <p:nvSpPr>
            <p:cNvPr id="13" name="Triangle 13">
              <a:extLst>
                <a:ext uri="{FF2B5EF4-FFF2-40B4-BE49-F238E27FC236}">
                  <a16:creationId xmlns:a16="http://schemas.microsoft.com/office/drawing/2014/main" id="{F7C612AD-3590-E4F4-85F8-68DAA1E9429F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435790" y="2647590"/>
              <a:ext cx="269094" cy="174775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000">
                <a:solidFill>
                  <a:schemeClr val="bg1"/>
                </a:solidFill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0FDEA362-F847-7181-2C14-664A466912DA}"/>
              </a:ext>
            </a:extLst>
          </p:cNvPr>
          <p:cNvGrpSpPr/>
          <p:nvPr/>
        </p:nvGrpSpPr>
        <p:grpSpPr>
          <a:xfrm>
            <a:off x="482948" y="3596434"/>
            <a:ext cx="4925674" cy="1088247"/>
            <a:chOff x="482948" y="3596434"/>
            <a:chExt cx="4925674" cy="1088247"/>
          </a:xfrm>
        </p:grpSpPr>
        <p:sp>
          <p:nvSpPr>
            <p:cNvPr id="9" name="TextBox 7">
              <a:extLst>
                <a:ext uri="{FF2B5EF4-FFF2-40B4-BE49-F238E27FC236}">
                  <a16:creationId xmlns:a16="http://schemas.microsoft.com/office/drawing/2014/main" id="{3D4FD144-1FBD-DED0-B9B8-D4BAE6B539CA}"/>
                </a:ext>
              </a:extLst>
            </p:cNvPr>
            <p:cNvSpPr txBox="1"/>
            <p:nvPr/>
          </p:nvSpPr>
          <p:spPr>
            <a:xfrm>
              <a:off x="652092" y="3596434"/>
              <a:ext cx="4756530" cy="10882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de-DE" altLang="zh-CN" sz="1500" b="1">
                  <a:solidFill>
                    <a:schemeClr val="bg1"/>
                  </a:solidFill>
                </a:rPr>
                <a:t>Inflation rate</a:t>
              </a:r>
              <a:r>
                <a:rPr lang="zh-CN" altLang="en-US" sz="1500" b="1">
                  <a:solidFill>
                    <a:schemeClr val="bg1"/>
                  </a:solidFill>
                </a:rPr>
                <a:t> </a:t>
              </a:r>
              <a:r>
                <a:rPr lang="de-DE" altLang="zh-CN" sz="1500" b="1" err="1">
                  <a:solidFill>
                    <a:schemeClr val="bg1"/>
                  </a:solidFill>
                </a:rPr>
                <a:t>spiked</a:t>
              </a:r>
              <a:r>
                <a:rPr lang="de-DE" altLang="zh-CN" sz="1500" b="1">
                  <a:solidFill>
                    <a:schemeClr val="bg1"/>
                  </a:solidFill>
                </a:rPr>
                <a:t> </a:t>
              </a:r>
              <a:r>
                <a:rPr lang="de-DE" altLang="zh-CN" sz="1500" b="1" err="1">
                  <a:solidFill>
                    <a:schemeClr val="bg1"/>
                  </a:solidFill>
                </a:rPr>
                <a:t>to</a:t>
              </a:r>
              <a:r>
                <a:rPr lang="de-DE" altLang="zh-CN" sz="1500" b="1">
                  <a:solidFill>
                    <a:schemeClr val="bg1"/>
                  </a:solidFill>
                </a:rPr>
                <a:t> </a:t>
              </a:r>
              <a:r>
                <a:rPr lang="en-US" altLang="zh-CN" sz="1500" b="1">
                  <a:solidFill>
                    <a:schemeClr val="bg1"/>
                  </a:solidFill>
                </a:rPr>
                <a:t>8</a:t>
              </a:r>
              <a:r>
                <a:rPr lang="de-DE" altLang="zh-CN" sz="1500" b="1">
                  <a:solidFill>
                    <a:schemeClr val="bg1"/>
                  </a:solidFill>
                </a:rPr>
                <a:t>% due </a:t>
              </a:r>
              <a:r>
                <a:rPr lang="de-DE" altLang="zh-CN" sz="1500" b="1" err="1">
                  <a:solidFill>
                    <a:schemeClr val="bg1"/>
                  </a:solidFill>
                </a:rPr>
                <a:t>to</a:t>
              </a:r>
              <a:r>
                <a:rPr lang="de-DE" altLang="zh-CN" sz="1500" b="1">
                  <a:solidFill>
                    <a:schemeClr val="bg1"/>
                  </a:solidFill>
                </a:rPr>
                <a:t> </a:t>
              </a:r>
              <a:r>
                <a:rPr lang="de-DE" altLang="zh-CN" sz="1500" b="1" err="1">
                  <a:solidFill>
                    <a:schemeClr val="bg1"/>
                  </a:solidFill>
                </a:rPr>
                <a:t>the</a:t>
              </a:r>
              <a:r>
                <a:rPr lang="de-DE" altLang="zh-CN" sz="1500" b="1">
                  <a:solidFill>
                    <a:schemeClr val="bg1"/>
                  </a:solidFill>
                </a:rPr>
                <a:t> </a:t>
              </a:r>
              <a:r>
                <a:rPr lang="de-DE" altLang="zh-CN" sz="1500" b="1" err="1">
                  <a:solidFill>
                    <a:schemeClr val="bg1"/>
                  </a:solidFill>
                </a:rPr>
                <a:t>energy</a:t>
              </a:r>
              <a:r>
                <a:rPr lang="de-DE" altLang="zh-CN" sz="1500" b="1">
                  <a:solidFill>
                    <a:schemeClr val="bg1"/>
                  </a:solidFill>
                </a:rPr>
                <a:t> </a:t>
              </a:r>
              <a:r>
                <a:rPr lang="de-DE" altLang="zh-CN" sz="1500" b="1" err="1">
                  <a:solidFill>
                    <a:schemeClr val="bg1"/>
                  </a:solidFill>
                </a:rPr>
                <a:t>crisis</a:t>
              </a:r>
              <a:r>
                <a:rPr lang="de-DE" altLang="zh-CN" sz="1500" b="1">
                  <a:solidFill>
                    <a:schemeClr val="bg1"/>
                  </a:solidFill>
                </a:rPr>
                <a:t> and </a:t>
              </a:r>
              <a:r>
                <a:rPr lang="de-DE" altLang="zh-CN" sz="1500" b="1" err="1">
                  <a:solidFill>
                    <a:schemeClr val="bg1"/>
                  </a:solidFill>
                </a:rPr>
                <a:t>supply</a:t>
              </a:r>
              <a:r>
                <a:rPr lang="de-DE" altLang="zh-CN" sz="1500" b="1">
                  <a:solidFill>
                    <a:schemeClr val="bg1"/>
                  </a:solidFill>
                </a:rPr>
                <a:t> </a:t>
              </a:r>
              <a:r>
                <a:rPr lang="de-DE" altLang="zh-CN" sz="1500" b="1" err="1">
                  <a:solidFill>
                    <a:schemeClr val="bg1"/>
                  </a:solidFill>
                </a:rPr>
                <a:t>chain</a:t>
              </a:r>
              <a:r>
                <a:rPr lang="de-DE" altLang="zh-CN" sz="1500" b="1">
                  <a:solidFill>
                    <a:schemeClr val="bg1"/>
                  </a:solidFill>
                </a:rPr>
                <a:t> </a:t>
              </a:r>
              <a:r>
                <a:rPr lang="de-DE" altLang="zh-CN" sz="1500" b="1" err="1">
                  <a:solidFill>
                    <a:schemeClr val="bg1"/>
                  </a:solidFill>
                </a:rPr>
                <a:t>shocks</a:t>
              </a:r>
              <a:r>
                <a:rPr lang="zh-CN" altLang="en-US" sz="1500" b="1">
                  <a:solidFill>
                    <a:schemeClr val="bg1"/>
                  </a:solidFill>
                </a:rPr>
                <a:t>：</a:t>
              </a:r>
              <a:r>
                <a:rPr lang="de-DE" altLang="zh-CN" sz="1500" err="1">
                  <a:solidFill>
                    <a:schemeClr val="bg1"/>
                  </a:solidFill>
                </a:rPr>
                <a:t>Retirees</a:t>
              </a:r>
              <a:r>
                <a:rPr lang="de-DE" altLang="zh-CN" sz="1500">
                  <a:solidFill>
                    <a:schemeClr val="bg1"/>
                  </a:solidFill>
                </a:rPr>
                <a:t> </a:t>
              </a:r>
              <a:r>
                <a:rPr lang="de-DE" altLang="zh-CN" sz="1500" err="1">
                  <a:solidFill>
                    <a:schemeClr val="bg1"/>
                  </a:solidFill>
                </a:rPr>
                <a:t>cannot</a:t>
              </a:r>
              <a:r>
                <a:rPr lang="de-DE" altLang="zh-CN" sz="1500">
                  <a:solidFill>
                    <a:schemeClr val="bg1"/>
                  </a:solidFill>
                </a:rPr>
                <a:t> </a:t>
              </a:r>
              <a:r>
                <a:rPr lang="de-DE" altLang="zh-CN" sz="1500" err="1">
                  <a:solidFill>
                    <a:schemeClr val="bg1"/>
                  </a:solidFill>
                </a:rPr>
                <a:t>rely</a:t>
              </a:r>
              <a:r>
                <a:rPr lang="de-DE" altLang="zh-CN" sz="1500">
                  <a:solidFill>
                    <a:schemeClr val="bg1"/>
                  </a:solidFill>
                </a:rPr>
                <a:t> on “</a:t>
              </a:r>
              <a:r>
                <a:rPr lang="de-DE" altLang="zh-CN" sz="1500" err="1">
                  <a:solidFill>
                    <a:schemeClr val="bg1"/>
                  </a:solidFill>
                </a:rPr>
                <a:t>low</a:t>
              </a:r>
              <a:r>
                <a:rPr lang="de-DE" altLang="zh-CN" sz="1500">
                  <a:solidFill>
                    <a:schemeClr val="bg1"/>
                  </a:solidFill>
                </a:rPr>
                <a:t> </a:t>
              </a:r>
              <a:r>
                <a:rPr lang="de-DE" altLang="zh-CN" sz="1500" err="1">
                  <a:solidFill>
                    <a:schemeClr val="bg1"/>
                  </a:solidFill>
                </a:rPr>
                <a:t>inflation</a:t>
              </a:r>
              <a:r>
                <a:rPr lang="de-DE" altLang="zh-CN" sz="1500">
                  <a:solidFill>
                    <a:schemeClr val="bg1"/>
                  </a:solidFill>
                </a:rPr>
                <a:t>” </a:t>
              </a:r>
              <a:r>
                <a:rPr lang="de-DE" altLang="zh-CN" sz="1500" err="1">
                  <a:solidFill>
                    <a:schemeClr val="bg1"/>
                  </a:solidFill>
                </a:rPr>
                <a:t>assumptions</a:t>
              </a:r>
              <a:r>
                <a:rPr lang="de-DE" altLang="zh-CN" sz="1500">
                  <a:solidFill>
                    <a:schemeClr val="bg1"/>
                  </a:solidFill>
                </a:rPr>
                <a:t>.</a:t>
              </a:r>
              <a:endParaRPr lang="en-US" sz="1500">
                <a:solidFill>
                  <a:schemeClr val="bg1"/>
                </a:solidFill>
              </a:endParaRPr>
            </a:p>
          </p:txBody>
        </p:sp>
        <p:sp>
          <p:nvSpPr>
            <p:cNvPr id="15" name="Triangle 13">
              <a:extLst>
                <a:ext uri="{FF2B5EF4-FFF2-40B4-BE49-F238E27FC236}">
                  <a16:creationId xmlns:a16="http://schemas.microsoft.com/office/drawing/2014/main" id="{B4AA44DE-0300-2A94-BDD4-BA14EE90CB5C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435789" y="3763384"/>
              <a:ext cx="269094" cy="174775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000">
                <a:solidFill>
                  <a:schemeClr val="bg1"/>
                </a:solidFill>
              </a:endParaRPr>
            </a:p>
          </p:txBody>
        </p:sp>
      </p:grpSp>
      <p:sp>
        <p:nvSpPr>
          <p:cNvPr id="5" name="文本框 14">
            <a:extLst>
              <a:ext uri="{FF2B5EF4-FFF2-40B4-BE49-F238E27FC236}">
                <a16:creationId xmlns:a16="http://schemas.microsoft.com/office/drawing/2014/main" id="{5BE834BB-9F4C-8864-0050-055476F17D5F}"/>
              </a:ext>
            </a:extLst>
          </p:cNvPr>
          <p:cNvSpPr txBox="1"/>
          <p:nvPr/>
        </p:nvSpPr>
        <p:spPr>
          <a:xfrm>
            <a:off x="554736" y="6406762"/>
            <a:ext cx="3934137" cy="26836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None/>
            </a:pPr>
            <a:r>
              <a:rPr kumimoji="1" lang="de-DE" altLang="zh-CN" sz="1000" b="1">
                <a:solidFill>
                  <a:schemeClr val="bg1"/>
                </a:solidFill>
                <a:highlight>
                  <a:srgbClr val="C0C0C0"/>
                </a:highlight>
              </a:rPr>
              <a:t>Data source: </a:t>
            </a:r>
            <a:r>
              <a:rPr kumimoji="1" lang="de-DE" altLang="zh-CN" sz="1000" b="1" err="1">
                <a:solidFill>
                  <a:schemeClr val="bg1"/>
                </a:solidFill>
                <a:highlight>
                  <a:srgbClr val="C0C0C0"/>
                </a:highlight>
              </a:rPr>
              <a:t>RateInflation.com</a:t>
            </a:r>
            <a:endParaRPr kumimoji="1" lang="de-DE" altLang="zh-CN" sz="1000" b="1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6866319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DFCFB-E899-9F79-874B-ED1B6D31C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23CA3-1553-5D7B-970E-35927AB2F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Inflation Risk - Mitigation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057C018-1C36-789E-0A30-F7BA14BC84C1}"/>
              </a:ext>
            </a:extLst>
          </p:cNvPr>
          <p:cNvSpPr txBox="1"/>
          <p:nvPr/>
        </p:nvSpPr>
        <p:spPr>
          <a:xfrm>
            <a:off x="390293" y="1170878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/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F133D61C-CB22-8D6B-BA2C-0F628E153B49}"/>
              </a:ext>
            </a:extLst>
          </p:cNvPr>
          <p:cNvSpPr txBox="1"/>
          <p:nvPr/>
        </p:nvSpPr>
        <p:spPr>
          <a:xfrm>
            <a:off x="395517" y="1389623"/>
            <a:ext cx="114009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</a:rPr>
              <a:t>To protect retirement income from inflation, portfolios must include strategies that preserve real purchasing power across different economic environments.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1CACB126-D868-F18B-3CDD-2542342C0D77}"/>
              </a:ext>
            </a:extLst>
          </p:cNvPr>
          <p:cNvGrpSpPr/>
          <p:nvPr/>
        </p:nvGrpSpPr>
        <p:grpSpPr>
          <a:xfrm>
            <a:off x="554736" y="2070405"/>
            <a:ext cx="10696252" cy="741998"/>
            <a:chOff x="554735" y="2225595"/>
            <a:chExt cx="10696252" cy="741998"/>
          </a:xfrm>
        </p:grpSpPr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672062F2-D67C-8F19-ADC3-7FBBE23FC498}"/>
                </a:ext>
              </a:extLst>
            </p:cNvPr>
            <p:cNvSpPr txBox="1"/>
            <p:nvPr/>
          </p:nvSpPr>
          <p:spPr>
            <a:xfrm>
              <a:off x="780144" y="2225595"/>
              <a:ext cx="10470843" cy="741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de-DE" altLang="zh-CN" sz="1500" b="1">
                  <a:solidFill>
                    <a:schemeClr val="bg1"/>
                  </a:solidFill>
                </a:rPr>
                <a:t>Inflation-</a:t>
              </a:r>
              <a:r>
                <a:rPr lang="de-DE" altLang="zh-CN" sz="1500" b="1" err="1">
                  <a:solidFill>
                    <a:schemeClr val="bg1"/>
                  </a:solidFill>
                </a:rPr>
                <a:t>Linked</a:t>
              </a:r>
              <a:r>
                <a:rPr lang="de-DE" altLang="zh-CN" sz="1500" b="1">
                  <a:solidFill>
                    <a:schemeClr val="bg1"/>
                  </a:solidFill>
                </a:rPr>
                <a:t> Bonds (ILBs/TIPS)</a:t>
              </a:r>
              <a:r>
                <a:rPr lang="zh-CN" altLang="en-US" sz="1500" b="1">
                  <a:solidFill>
                    <a:schemeClr val="bg1"/>
                  </a:solidFill>
                </a:rPr>
                <a:t>：</a:t>
              </a:r>
              <a:r>
                <a:rPr lang="de-DE" altLang="zh-CN" sz="1500">
                  <a:solidFill>
                    <a:schemeClr val="bg1"/>
                  </a:solidFill>
                </a:rPr>
                <a:t>Euro ILBs </a:t>
              </a:r>
              <a:r>
                <a:rPr lang="de-DE" altLang="zh-CN" sz="1500" err="1">
                  <a:solidFill>
                    <a:schemeClr val="bg1"/>
                  </a:solidFill>
                </a:rPr>
                <a:t>provide</a:t>
              </a:r>
              <a:r>
                <a:rPr lang="de-DE" altLang="zh-CN" sz="1500">
                  <a:solidFill>
                    <a:schemeClr val="bg1"/>
                  </a:solidFill>
                </a:rPr>
                <a:t> </a:t>
              </a:r>
              <a:r>
                <a:rPr lang="de-DE" altLang="zh-CN" sz="1500" err="1">
                  <a:solidFill>
                    <a:schemeClr val="bg1"/>
                  </a:solidFill>
                </a:rPr>
                <a:t>principal</a:t>
              </a:r>
              <a:r>
                <a:rPr lang="de-DE" altLang="zh-CN" sz="1500">
                  <a:solidFill>
                    <a:schemeClr val="bg1"/>
                  </a:solidFill>
                </a:rPr>
                <a:t> and </a:t>
              </a:r>
              <a:r>
                <a:rPr lang="de-DE" altLang="zh-CN" sz="1500" err="1">
                  <a:solidFill>
                    <a:schemeClr val="bg1"/>
                  </a:solidFill>
                </a:rPr>
                <a:t>coupon</a:t>
              </a:r>
              <a:r>
                <a:rPr lang="de-DE" altLang="zh-CN" sz="1500">
                  <a:solidFill>
                    <a:schemeClr val="bg1"/>
                  </a:solidFill>
                </a:rPr>
                <a:t> </a:t>
              </a:r>
              <a:r>
                <a:rPr lang="de-DE" altLang="zh-CN" sz="1500" err="1">
                  <a:solidFill>
                    <a:schemeClr val="bg1"/>
                  </a:solidFill>
                </a:rPr>
                <a:t>indexed</a:t>
              </a:r>
              <a:r>
                <a:rPr lang="de-DE" altLang="zh-CN" sz="1500">
                  <a:solidFill>
                    <a:schemeClr val="bg1"/>
                  </a:solidFill>
                </a:rPr>
                <a:t> </a:t>
              </a:r>
              <a:r>
                <a:rPr lang="de-DE" altLang="zh-CN" sz="1500" err="1">
                  <a:solidFill>
                    <a:schemeClr val="bg1"/>
                  </a:solidFill>
                </a:rPr>
                <a:t>to</a:t>
              </a:r>
              <a:r>
                <a:rPr lang="de-DE" altLang="zh-CN" sz="1500">
                  <a:solidFill>
                    <a:schemeClr val="bg1"/>
                  </a:solidFill>
                </a:rPr>
                <a:t> </a:t>
              </a:r>
              <a:r>
                <a:rPr lang="de-DE" altLang="zh-CN" sz="1500" err="1">
                  <a:solidFill>
                    <a:schemeClr val="bg1"/>
                  </a:solidFill>
                </a:rPr>
                <a:t>inflation</a:t>
              </a:r>
              <a:r>
                <a:rPr lang="de-DE" altLang="zh-CN" sz="1500">
                  <a:solidFill>
                    <a:schemeClr val="bg1"/>
                  </a:solidFill>
                </a:rPr>
                <a:t> → </a:t>
              </a:r>
              <a:r>
                <a:rPr lang="de-DE" altLang="zh-CN" sz="1500" err="1">
                  <a:solidFill>
                    <a:schemeClr val="bg1"/>
                  </a:solidFill>
                </a:rPr>
                <a:t>stable</a:t>
              </a:r>
              <a:r>
                <a:rPr lang="de-DE" altLang="zh-CN" sz="1500">
                  <a:solidFill>
                    <a:schemeClr val="bg1"/>
                  </a:solidFill>
                </a:rPr>
                <a:t> real </a:t>
              </a:r>
              <a:r>
                <a:rPr lang="de-DE" altLang="zh-CN" sz="1500" err="1">
                  <a:solidFill>
                    <a:schemeClr val="bg1"/>
                  </a:solidFill>
                </a:rPr>
                <a:t>income</a:t>
              </a:r>
              <a:r>
                <a:rPr lang="de-DE" altLang="zh-CN" sz="1500">
                  <a:solidFill>
                    <a:schemeClr val="bg1"/>
                  </a:solidFill>
                </a:rPr>
                <a:t> stream.</a:t>
              </a:r>
              <a:endParaRPr lang="en-US" sz="1500">
                <a:solidFill>
                  <a:schemeClr val="bg1"/>
                </a:solidFill>
              </a:endParaRPr>
            </a:p>
          </p:txBody>
        </p:sp>
        <p:sp>
          <p:nvSpPr>
            <p:cNvPr id="8" name="Triangle 13">
              <a:extLst>
                <a:ext uri="{FF2B5EF4-FFF2-40B4-BE49-F238E27FC236}">
                  <a16:creationId xmlns:a16="http://schemas.microsoft.com/office/drawing/2014/main" id="{C2FADF7A-1668-4E6F-559F-1365D75CD2D3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07576" y="2394902"/>
              <a:ext cx="269094" cy="174775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000">
                <a:solidFill>
                  <a:schemeClr val="bg1"/>
                </a:solidFill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A352235C-54EE-09FA-5633-8FB670102E1F}"/>
              </a:ext>
            </a:extLst>
          </p:cNvPr>
          <p:cNvGrpSpPr/>
          <p:nvPr/>
        </p:nvGrpSpPr>
        <p:grpSpPr>
          <a:xfrm>
            <a:off x="554736" y="2908410"/>
            <a:ext cx="10696252" cy="397416"/>
            <a:chOff x="554735" y="2225595"/>
            <a:chExt cx="10696252" cy="397416"/>
          </a:xfrm>
        </p:grpSpPr>
        <p:sp>
          <p:nvSpPr>
            <p:cNvPr id="10" name="TextBox 7">
              <a:extLst>
                <a:ext uri="{FF2B5EF4-FFF2-40B4-BE49-F238E27FC236}">
                  <a16:creationId xmlns:a16="http://schemas.microsoft.com/office/drawing/2014/main" id="{B61FEECB-D5C8-4100-ACD8-BFF3CD927AC4}"/>
                </a:ext>
              </a:extLst>
            </p:cNvPr>
            <p:cNvSpPr txBox="1"/>
            <p:nvPr/>
          </p:nvSpPr>
          <p:spPr>
            <a:xfrm>
              <a:off x="780144" y="2225595"/>
              <a:ext cx="10470843" cy="397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de-DE" altLang="zh-CN" sz="1500" b="1">
                  <a:solidFill>
                    <a:schemeClr val="bg1"/>
                  </a:solidFill>
                </a:rPr>
                <a:t>Real Estate / REITs</a:t>
              </a:r>
              <a:r>
                <a:rPr lang="zh-CN" altLang="en-US" sz="1500" b="1">
                  <a:solidFill>
                    <a:schemeClr val="bg1"/>
                  </a:solidFill>
                </a:rPr>
                <a:t>：</a:t>
              </a:r>
              <a:r>
                <a:rPr lang="de-DE" altLang="zh-CN" sz="1500">
                  <a:solidFill>
                    <a:schemeClr val="bg1"/>
                  </a:solidFill>
                </a:rPr>
                <a:t>Property </a:t>
              </a:r>
              <a:r>
                <a:rPr lang="de-DE" altLang="zh-CN" sz="1500" err="1">
                  <a:solidFill>
                    <a:schemeClr val="bg1"/>
                  </a:solidFill>
                </a:rPr>
                <a:t>values</a:t>
              </a:r>
              <a:r>
                <a:rPr lang="de-DE" altLang="zh-CN" sz="1500">
                  <a:solidFill>
                    <a:schemeClr val="bg1"/>
                  </a:solidFill>
                </a:rPr>
                <a:t> and </a:t>
              </a:r>
              <a:r>
                <a:rPr lang="de-DE" altLang="zh-CN" sz="1500" err="1">
                  <a:solidFill>
                    <a:schemeClr val="bg1"/>
                  </a:solidFill>
                </a:rPr>
                <a:t>rents</a:t>
              </a:r>
              <a:r>
                <a:rPr lang="de-DE" altLang="zh-CN" sz="1500">
                  <a:solidFill>
                    <a:schemeClr val="bg1"/>
                  </a:solidFill>
                </a:rPr>
                <a:t> </a:t>
              </a:r>
              <a:r>
                <a:rPr lang="de-DE" altLang="zh-CN" sz="1500" err="1">
                  <a:solidFill>
                    <a:schemeClr val="bg1"/>
                  </a:solidFill>
                </a:rPr>
                <a:t>tend</a:t>
              </a:r>
              <a:r>
                <a:rPr lang="de-DE" altLang="zh-CN" sz="1500">
                  <a:solidFill>
                    <a:schemeClr val="bg1"/>
                  </a:solidFill>
                </a:rPr>
                <a:t> </a:t>
              </a:r>
              <a:r>
                <a:rPr lang="de-DE" altLang="zh-CN" sz="1500" err="1">
                  <a:solidFill>
                    <a:schemeClr val="bg1"/>
                  </a:solidFill>
                </a:rPr>
                <a:t>to</a:t>
              </a:r>
              <a:r>
                <a:rPr lang="de-DE" altLang="zh-CN" sz="1500">
                  <a:solidFill>
                    <a:schemeClr val="bg1"/>
                  </a:solidFill>
                </a:rPr>
                <a:t> </a:t>
              </a:r>
              <a:r>
                <a:rPr lang="de-DE" altLang="zh-CN" sz="1500" err="1">
                  <a:solidFill>
                    <a:schemeClr val="bg1"/>
                  </a:solidFill>
                </a:rPr>
                <a:t>rise</a:t>
              </a:r>
              <a:r>
                <a:rPr lang="de-DE" altLang="zh-CN" sz="1500">
                  <a:solidFill>
                    <a:schemeClr val="bg1"/>
                  </a:solidFill>
                </a:rPr>
                <a:t> </a:t>
              </a:r>
              <a:r>
                <a:rPr lang="de-DE" altLang="zh-CN" sz="1500" err="1">
                  <a:solidFill>
                    <a:schemeClr val="bg1"/>
                  </a:solidFill>
                </a:rPr>
                <a:t>with</a:t>
              </a:r>
              <a:r>
                <a:rPr lang="de-DE" altLang="zh-CN" sz="1500">
                  <a:solidFill>
                    <a:schemeClr val="bg1"/>
                  </a:solidFill>
                </a:rPr>
                <a:t> </a:t>
              </a:r>
              <a:r>
                <a:rPr lang="de-DE" altLang="zh-CN" sz="1500" err="1">
                  <a:solidFill>
                    <a:schemeClr val="bg1"/>
                  </a:solidFill>
                </a:rPr>
                <a:t>inflation</a:t>
              </a:r>
              <a:r>
                <a:rPr lang="de-DE" altLang="zh-CN" sz="1500">
                  <a:solidFill>
                    <a:schemeClr val="bg1"/>
                  </a:solidFill>
                </a:rPr>
                <a:t>, </a:t>
              </a:r>
              <a:r>
                <a:rPr lang="de-DE" altLang="zh-CN" sz="1500" err="1">
                  <a:solidFill>
                    <a:schemeClr val="bg1"/>
                  </a:solidFill>
                </a:rPr>
                <a:t>providing</a:t>
              </a:r>
              <a:r>
                <a:rPr lang="de-DE" altLang="zh-CN" sz="1500">
                  <a:solidFill>
                    <a:schemeClr val="bg1"/>
                  </a:solidFill>
                </a:rPr>
                <a:t> a partial </a:t>
              </a:r>
              <a:r>
                <a:rPr lang="de-DE" altLang="zh-CN" sz="1500" err="1">
                  <a:solidFill>
                    <a:schemeClr val="bg1"/>
                  </a:solidFill>
                </a:rPr>
                <a:t>hedge</a:t>
              </a:r>
              <a:r>
                <a:rPr lang="de-DE" altLang="zh-CN" sz="1500">
                  <a:solidFill>
                    <a:schemeClr val="bg1"/>
                  </a:solidFill>
                </a:rPr>
                <a:t>.</a:t>
              </a:r>
              <a:endParaRPr lang="en-US" sz="1500">
                <a:solidFill>
                  <a:schemeClr val="bg1"/>
                </a:solidFill>
              </a:endParaRPr>
            </a:p>
          </p:txBody>
        </p:sp>
        <p:sp>
          <p:nvSpPr>
            <p:cNvPr id="11" name="Triangle 13">
              <a:extLst>
                <a:ext uri="{FF2B5EF4-FFF2-40B4-BE49-F238E27FC236}">
                  <a16:creationId xmlns:a16="http://schemas.microsoft.com/office/drawing/2014/main" id="{56EB46B6-AD04-091E-0B45-22679F1A256F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07576" y="2394902"/>
              <a:ext cx="269094" cy="174775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000">
                <a:solidFill>
                  <a:schemeClr val="bg1"/>
                </a:solidFill>
              </a:endParaRPr>
            </a:p>
          </p:txBody>
        </p:sp>
      </p:grpSp>
      <p:pic>
        <p:nvPicPr>
          <p:cNvPr id="11266" name="Picture 2" descr="输出图片">
            <a:extLst>
              <a:ext uri="{FF2B5EF4-FFF2-40B4-BE49-F238E27FC236}">
                <a16:creationId xmlns:a16="http://schemas.microsoft.com/office/drawing/2014/main" id="{D2CC8AAF-D5A8-AE98-FBB6-4BB9EF743F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4923" y="3552175"/>
            <a:ext cx="4332875" cy="2591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输出图片">
            <a:extLst>
              <a:ext uri="{FF2B5EF4-FFF2-40B4-BE49-F238E27FC236}">
                <a16:creationId xmlns:a16="http://schemas.microsoft.com/office/drawing/2014/main" id="{18988EBD-2679-7013-25A6-807C108312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963" y="3552175"/>
            <a:ext cx="4332875" cy="2591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14">
            <a:extLst>
              <a:ext uri="{FF2B5EF4-FFF2-40B4-BE49-F238E27FC236}">
                <a16:creationId xmlns:a16="http://schemas.microsoft.com/office/drawing/2014/main" id="{A501B764-85F0-686B-5855-69CDBA87B6B8}"/>
              </a:ext>
            </a:extLst>
          </p:cNvPr>
          <p:cNvSpPr txBox="1"/>
          <p:nvPr/>
        </p:nvSpPr>
        <p:spPr>
          <a:xfrm>
            <a:off x="554736" y="6406762"/>
            <a:ext cx="3934137" cy="26836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None/>
            </a:pPr>
            <a:r>
              <a:rPr kumimoji="1" lang="de-DE" altLang="zh-CN" sz="1000" b="1">
                <a:solidFill>
                  <a:schemeClr val="bg1"/>
                </a:solidFill>
                <a:highlight>
                  <a:srgbClr val="C0C0C0"/>
                </a:highlight>
              </a:rPr>
              <a:t>Data source: </a:t>
            </a:r>
            <a:r>
              <a:rPr kumimoji="1" lang="de-DE" altLang="zh-CN" sz="1000" b="1" err="1">
                <a:solidFill>
                  <a:schemeClr val="bg1"/>
                </a:solidFill>
                <a:highlight>
                  <a:srgbClr val="C0C0C0"/>
                </a:highlight>
              </a:rPr>
              <a:t>RateInflation.com</a:t>
            </a:r>
            <a:r>
              <a:rPr kumimoji="1" lang="en-US" altLang="zh-CN" sz="1000" b="1">
                <a:solidFill>
                  <a:schemeClr val="bg1"/>
                </a:solidFill>
                <a:highlight>
                  <a:srgbClr val="C0C0C0"/>
                </a:highlight>
              </a:rPr>
              <a:t> &amp; FRED</a:t>
            </a:r>
            <a:endParaRPr kumimoji="1" lang="de-DE" altLang="zh-CN" sz="1000" b="1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305261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9687F-34BA-D85D-7855-8A39CB1BB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D6B22-1B33-BD3A-FD80-31D93C988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Market Risk</a:t>
            </a:r>
            <a:r>
              <a:rPr lang="zh-CN" altLang="en-US"/>
              <a:t> </a:t>
            </a:r>
            <a:r>
              <a:rPr lang="en-US" altLang="zh-CN"/>
              <a:t>–</a:t>
            </a:r>
            <a:r>
              <a:rPr lang="zh-CN" altLang="en-US"/>
              <a:t> </a:t>
            </a:r>
            <a:r>
              <a:rPr lang="en-US" altLang="zh-CN"/>
              <a:t>Context</a:t>
            </a:r>
            <a:r>
              <a:rPr lang="zh-CN" altLang="en-US"/>
              <a:t> </a:t>
            </a:r>
            <a:r>
              <a:rPr lang="en-US" altLang="zh-CN"/>
              <a:t>&amp;</a:t>
            </a:r>
            <a:r>
              <a:rPr lang="zh-CN" altLang="en-US"/>
              <a:t> </a:t>
            </a:r>
            <a:r>
              <a:rPr lang="en-US" altLang="zh-CN"/>
              <a:t>Mitigation</a:t>
            </a:r>
            <a:endParaRPr 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251C1BE-B541-5057-43FC-6EA952A3B02D}"/>
              </a:ext>
            </a:extLst>
          </p:cNvPr>
          <p:cNvSpPr txBox="1"/>
          <p:nvPr/>
        </p:nvSpPr>
        <p:spPr>
          <a:xfrm>
            <a:off x="390293" y="1170878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/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94229FC3-BCE2-CA39-F4A3-453C9341D7EE}"/>
              </a:ext>
            </a:extLst>
          </p:cNvPr>
          <p:cNvSpPr txBox="1"/>
          <p:nvPr/>
        </p:nvSpPr>
        <p:spPr>
          <a:xfrm>
            <a:off x="395517" y="1412819"/>
            <a:ext cx="114009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</a:rPr>
              <a:t>If such a crash occurs close to retirement age, the portfolio may not recover, leading to a permanent shortfall.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0268132D-C43D-C949-B94D-B96C0C205F69}"/>
              </a:ext>
            </a:extLst>
          </p:cNvPr>
          <p:cNvGrpSpPr/>
          <p:nvPr/>
        </p:nvGrpSpPr>
        <p:grpSpPr>
          <a:xfrm>
            <a:off x="554736" y="2018450"/>
            <a:ext cx="10916828" cy="741998"/>
            <a:chOff x="554735" y="2225595"/>
            <a:chExt cx="10916828" cy="741998"/>
          </a:xfrm>
        </p:grpSpPr>
        <p:sp>
          <p:nvSpPr>
            <p:cNvPr id="18" name="TextBox 7">
              <a:extLst>
                <a:ext uri="{FF2B5EF4-FFF2-40B4-BE49-F238E27FC236}">
                  <a16:creationId xmlns:a16="http://schemas.microsoft.com/office/drawing/2014/main" id="{095906D4-3015-3ACF-3552-91E46E9A5593}"/>
                </a:ext>
              </a:extLst>
            </p:cNvPr>
            <p:cNvSpPr txBox="1"/>
            <p:nvPr/>
          </p:nvSpPr>
          <p:spPr>
            <a:xfrm>
              <a:off x="780144" y="2225595"/>
              <a:ext cx="10691419" cy="741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de-DE" altLang="zh-CN" sz="1500" b="1" err="1">
                  <a:solidFill>
                    <a:schemeClr val="bg1"/>
                  </a:solidFill>
                </a:rPr>
                <a:t>Example</a:t>
              </a:r>
              <a:r>
                <a:rPr lang="zh-CN" altLang="en-US" sz="1500" b="1">
                  <a:solidFill>
                    <a:schemeClr val="bg1"/>
                  </a:solidFill>
                </a:rPr>
                <a:t>：</a:t>
              </a:r>
              <a:r>
                <a:rPr lang="de-DE" altLang="zh-CN" sz="1500">
                  <a:solidFill>
                    <a:schemeClr val="bg1"/>
                  </a:solidFill>
                </a:rPr>
                <a:t>In 2008, global </a:t>
              </a:r>
              <a:r>
                <a:rPr lang="de-DE" altLang="zh-CN" sz="1500" err="1">
                  <a:solidFill>
                    <a:schemeClr val="bg1"/>
                  </a:solidFill>
                </a:rPr>
                <a:t>equities</a:t>
              </a:r>
              <a:r>
                <a:rPr lang="de-DE" altLang="zh-CN" sz="1500">
                  <a:solidFill>
                    <a:schemeClr val="bg1"/>
                  </a:solidFill>
                </a:rPr>
                <a:t> </a:t>
              </a:r>
              <a:r>
                <a:rPr lang="de-DE" altLang="zh-CN" sz="1500" err="1">
                  <a:solidFill>
                    <a:schemeClr val="bg1"/>
                  </a:solidFill>
                </a:rPr>
                <a:t>fell</a:t>
              </a:r>
              <a:r>
                <a:rPr lang="de-DE" altLang="zh-CN" sz="1500">
                  <a:solidFill>
                    <a:schemeClr val="bg1"/>
                  </a:solidFill>
                </a:rPr>
                <a:t> </a:t>
              </a:r>
              <a:r>
                <a:rPr lang="de-DE" altLang="zh-CN" sz="1500" err="1">
                  <a:solidFill>
                    <a:schemeClr val="bg1"/>
                  </a:solidFill>
                </a:rPr>
                <a:t>around</a:t>
              </a:r>
              <a:r>
                <a:rPr lang="de-DE" altLang="zh-CN" sz="1500">
                  <a:solidFill>
                    <a:schemeClr val="bg1"/>
                  </a:solidFill>
                </a:rPr>
                <a:t> 40%, so a </a:t>
              </a:r>
              <a:r>
                <a:rPr lang="de-DE" altLang="zh-CN" sz="1500" err="1">
                  <a:solidFill>
                    <a:schemeClr val="bg1"/>
                  </a:solidFill>
                </a:rPr>
                <a:t>investor</a:t>
              </a:r>
              <a:r>
                <a:rPr lang="de-DE" altLang="zh-CN" sz="1500">
                  <a:solidFill>
                    <a:schemeClr val="bg1"/>
                  </a:solidFill>
                </a:rPr>
                <a:t> </a:t>
              </a:r>
              <a:r>
                <a:rPr lang="de-DE" altLang="zh-CN" sz="1500" err="1">
                  <a:solidFill>
                    <a:schemeClr val="bg1"/>
                  </a:solidFill>
                </a:rPr>
                <a:t>with</a:t>
              </a:r>
              <a:r>
                <a:rPr lang="de-DE" altLang="zh-CN" sz="1500">
                  <a:solidFill>
                    <a:schemeClr val="bg1"/>
                  </a:solidFill>
                </a:rPr>
                <a:t> a 60/40 </a:t>
              </a:r>
              <a:r>
                <a:rPr lang="de-DE" altLang="zh-CN" sz="1500" err="1">
                  <a:solidFill>
                    <a:schemeClr val="bg1"/>
                  </a:solidFill>
                </a:rPr>
                <a:t>portfolio</a:t>
              </a:r>
              <a:r>
                <a:rPr lang="de-DE" altLang="zh-CN" sz="1500">
                  <a:solidFill>
                    <a:schemeClr val="bg1"/>
                  </a:solidFill>
                </a:rPr>
                <a:t> </a:t>
              </a:r>
              <a:r>
                <a:rPr lang="de-DE" altLang="zh-CN" sz="1500" err="1">
                  <a:solidFill>
                    <a:schemeClr val="bg1"/>
                  </a:solidFill>
                </a:rPr>
                <a:t>could</a:t>
              </a:r>
              <a:r>
                <a:rPr lang="de-DE" altLang="zh-CN" sz="1500">
                  <a:solidFill>
                    <a:schemeClr val="bg1"/>
                  </a:solidFill>
                </a:rPr>
                <a:t> </a:t>
              </a:r>
              <a:r>
                <a:rPr lang="de-DE" altLang="zh-CN" sz="1500" err="1">
                  <a:solidFill>
                    <a:schemeClr val="bg1"/>
                  </a:solidFill>
                </a:rPr>
                <a:t>have</a:t>
              </a:r>
              <a:r>
                <a:rPr lang="de-DE" altLang="zh-CN" sz="1500">
                  <a:solidFill>
                    <a:schemeClr val="bg1"/>
                  </a:solidFill>
                </a:rPr>
                <a:t> lost </a:t>
              </a:r>
              <a:r>
                <a:rPr lang="de-DE" altLang="zh-CN" sz="1500" err="1">
                  <a:solidFill>
                    <a:schemeClr val="bg1"/>
                  </a:solidFill>
                </a:rPr>
                <a:t>about</a:t>
              </a:r>
              <a:r>
                <a:rPr lang="de-DE" altLang="zh-CN" sz="1500">
                  <a:solidFill>
                    <a:schemeClr val="bg1"/>
                  </a:solidFill>
                </a:rPr>
                <a:t> a </a:t>
              </a:r>
              <a:r>
                <a:rPr lang="de-DE" altLang="zh-CN" sz="1500" err="1">
                  <a:solidFill>
                    <a:schemeClr val="bg1"/>
                  </a:solidFill>
                </a:rPr>
                <a:t>quarter</a:t>
              </a:r>
              <a:r>
                <a:rPr lang="de-DE" altLang="zh-CN" sz="1500">
                  <a:solidFill>
                    <a:schemeClr val="bg1"/>
                  </a:solidFill>
                </a:rPr>
                <a:t> </a:t>
              </a:r>
              <a:r>
                <a:rPr lang="de-DE" altLang="zh-CN" sz="1500" err="1">
                  <a:solidFill>
                    <a:schemeClr val="bg1"/>
                  </a:solidFill>
                </a:rPr>
                <a:t>of</a:t>
              </a:r>
              <a:r>
                <a:rPr lang="de-DE" altLang="zh-CN" sz="1500">
                  <a:solidFill>
                    <a:schemeClr val="bg1"/>
                  </a:solidFill>
                </a:rPr>
                <a:t> the </a:t>
              </a:r>
              <a:r>
                <a:rPr lang="de-DE" altLang="zh-CN" sz="1500" err="1">
                  <a:solidFill>
                    <a:schemeClr val="bg1"/>
                  </a:solidFill>
                </a:rPr>
                <a:t>wealth</a:t>
              </a:r>
              <a:r>
                <a:rPr lang="de-DE" altLang="zh-CN" sz="1500">
                  <a:solidFill>
                    <a:schemeClr val="bg1"/>
                  </a:solidFill>
                </a:rPr>
                <a:t> in just </a:t>
              </a:r>
              <a:r>
                <a:rPr lang="de-DE" altLang="zh-CN" sz="1500" err="1">
                  <a:solidFill>
                    <a:schemeClr val="bg1"/>
                  </a:solidFill>
                </a:rPr>
                <a:t>one</a:t>
              </a:r>
              <a:r>
                <a:rPr lang="de-DE" altLang="zh-CN" sz="1500">
                  <a:solidFill>
                    <a:schemeClr val="bg1"/>
                  </a:solidFill>
                </a:rPr>
                <a:t> </a:t>
              </a:r>
              <a:r>
                <a:rPr lang="de-DE" altLang="zh-CN" sz="1500" err="1">
                  <a:solidFill>
                    <a:schemeClr val="bg1"/>
                  </a:solidFill>
                </a:rPr>
                <a:t>year</a:t>
              </a:r>
              <a:r>
                <a:rPr lang="de-DE" altLang="zh-CN" sz="1500">
                  <a:solidFill>
                    <a:schemeClr val="bg1"/>
                  </a:solidFill>
                </a:rPr>
                <a:t>.</a:t>
              </a:r>
              <a:endParaRPr lang="en-US" sz="1500">
                <a:solidFill>
                  <a:schemeClr val="bg1"/>
                </a:solidFill>
              </a:endParaRPr>
            </a:p>
          </p:txBody>
        </p:sp>
        <p:sp>
          <p:nvSpPr>
            <p:cNvPr id="19" name="Triangle 13">
              <a:extLst>
                <a:ext uri="{FF2B5EF4-FFF2-40B4-BE49-F238E27FC236}">
                  <a16:creationId xmlns:a16="http://schemas.microsoft.com/office/drawing/2014/main" id="{D9B4338D-E379-3D09-A14A-195EE559A02D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07576" y="2394902"/>
              <a:ext cx="269094" cy="174775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000">
                <a:solidFill>
                  <a:schemeClr val="bg1"/>
                </a:solidFill>
              </a:endParaRPr>
            </a:p>
          </p:txBody>
        </p:sp>
      </p:grpSp>
      <p:pic>
        <p:nvPicPr>
          <p:cNvPr id="4098" name="Picture 2" descr="已上传的图片">
            <a:extLst>
              <a:ext uri="{FF2B5EF4-FFF2-40B4-BE49-F238E27FC236}">
                <a16:creationId xmlns:a16="http://schemas.microsoft.com/office/drawing/2014/main" id="{531C4424-FCD3-96FC-DCA0-92B218B76A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28"/>
          <a:stretch/>
        </p:blipFill>
        <p:spPr bwMode="auto">
          <a:xfrm>
            <a:off x="5376308" y="2760448"/>
            <a:ext cx="6307826" cy="3127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7" name="组合 26">
            <a:extLst>
              <a:ext uri="{FF2B5EF4-FFF2-40B4-BE49-F238E27FC236}">
                <a16:creationId xmlns:a16="http://schemas.microsoft.com/office/drawing/2014/main" id="{EC155510-098D-A727-E13B-69F0021B25EE}"/>
              </a:ext>
            </a:extLst>
          </p:cNvPr>
          <p:cNvGrpSpPr/>
          <p:nvPr/>
        </p:nvGrpSpPr>
        <p:grpSpPr>
          <a:xfrm>
            <a:off x="554736" y="3071177"/>
            <a:ext cx="4661500" cy="1780744"/>
            <a:chOff x="482949" y="2535924"/>
            <a:chExt cx="4925673" cy="1780744"/>
          </a:xfrm>
        </p:grpSpPr>
        <p:sp>
          <p:nvSpPr>
            <p:cNvPr id="28" name="TextBox 7">
              <a:extLst>
                <a:ext uri="{FF2B5EF4-FFF2-40B4-BE49-F238E27FC236}">
                  <a16:creationId xmlns:a16="http://schemas.microsoft.com/office/drawing/2014/main" id="{338E9B5D-1BF8-5139-0DC9-7AB447F01AB0}"/>
                </a:ext>
              </a:extLst>
            </p:cNvPr>
            <p:cNvSpPr txBox="1"/>
            <p:nvPr/>
          </p:nvSpPr>
          <p:spPr>
            <a:xfrm>
              <a:off x="652092" y="2535924"/>
              <a:ext cx="4756530" cy="17807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de-DE" altLang="zh-CN" sz="1500" b="1">
                  <a:solidFill>
                    <a:schemeClr val="bg1"/>
                  </a:solidFill>
                </a:rPr>
                <a:t>Mitigation: </a:t>
              </a:r>
              <a:r>
                <a:rPr lang="de-DE" altLang="zh-CN" sz="1500">
                  <a:solidFill>
                    <a:schemeClr val="bg1"/>
                  </a:solidFill>
                </a:rPr>
                <a:t>Glide </a:t>
              </a:r>
              <a:r>
                <a:rPr lang="de-DE" altLang="zh-CN" sz="1500" err="1">
                  <a:solidFill>
                    <a:schemeClr val="bg1"/>
                  </a:solidFill>
                </a:rPr>
                <a:t>path</a:t>
              </a:r>
              <a:r>
                <a:rPr lang="de-DE" altLang="zh-CN" sz="1500">
                  <a:solidFill>
                    <a:schemeClr val="bg1"/>
                  </a:solidFill>
                </a:rPr>
                <a:t> </a:t>
              </a:r>
              <a:r>
                <a:rPr lang="de-DE" altLang="zh-CN" sz="1500" err="1">
                  <a:solidFill>
                    <a:schemeClr val="bg1"/>
                  </a:solidFill>
                </a:rPr>
                <a:t>reduces</a:t>
              </a:r>
              <a:r>
                <a:rPr lang="de-DE" altLang="zh-CN" sz="1500">
                  <a:solidFill>
                    <a:schemeClr val="bg1"/>
                  </a:solidFill>
                </a:rPr>
                <a:t> </a:t>
              </a:r>
              <a:r>
                <a:rPr lang="de-DE" altLang="zh-CN" sz="1500" err="1">
                  <a:solidFill>
                    <a:schemeClr val="bg1"/>
                  </a:solidFill>
                </a:rPr>
                <a:t>equity</a:t>
              </a:r>
              <a:r>
                <a:rPr lang="de-DE" altLang="zh-CN" sz="1500">
                  <a:solidFill>
                    <a:schemeClr val="bg1"/>
                  </a:solidFill>
                </a:rPr>
                <a:t> </a:t>
              </a:r>
              <a:r>
                <a:rPr lang="de-DE" altLang="zh-CN" sz="1500" err="1">
                  <a:solidFill>
                    <a:schemeClr val="bg1"/>
                  </a:solidFill>
                </a:rPr>
                <a:t>exposure</a:t>
              </a:r>
              <a:r>
                <a:rPr lang="de-DE" altLang="zh-CN" sz="1500">
                  <a:solidFill>
                    <a:schemeClr val="bg1"/>
                  </a:solidFill>
                </a:rPr>
                <a:t> </a:t>
              </a:r>
              <a:r>
                <a:rPr lang="de-DE" altLang="zh-CN" sz="1500" err="1">
                  <a:solidFill>
                    <a:schemeClr val="bg1"/>
                  </a:solidFill>
                </a:rPr>
                <a:t>before</a:t>
              </a:r>
              <a:r>
                <a:rPr lang="de-DE" altLang="zh-CN" sz="1500">
                  <a:solidFill>
                    <a:schemeClr val="bg1"/>
                  </a:solidFill>
                </a:rPr>
                <a:t> </a:t>
              </a:r>
              <a:r>
                <a:rPr lang="de-DE" altLang="zh-CN" sz="1500" err="1">
                  <a:solidFill>
                    <a:schemeClr val="bg1"/>
                  </a:solidFill>
                </a:rPr>
                <a:t>retirement</a:t>
              </a:r>
              <a:r>
                <a:rPr lang="de-DE" altLang="zh-CN" sz="1500">
                  <a:solidFill>
                    <a:schemeClr val="bg1"/>
                  </a:solidFill>
                </a:rPr>
                <a:t>. </a:t>
              </a:r>
            </a:p>
            <a:p>
              <a:pPr>
                <a:lnSpc>
                  <a:spcPct val="150000"/>
                </a:lnSpc>
              </a:pPr>
              <a:r>
                <a:rPr lang="en-US" sz="1500">
                  <a:solidFill>
                    <a:schemeClr val="bg1"/>
                  </a:solidFill>
                </a:rPr>
                <a:t>&gt; </a:t>
              </a:r>
              <a:r>
                <a:rPr lang="en-US" sz="1500" err="1">
                  <a:solidFill>
                    <a:schemeClr val="bg1"/>
                  </a:solidFill>
                </a:rPr>
                <a:t>eg.</a:t>
              </a:r>
              <a:r>
                <a:rPr lang="en-US" sz="1500">
                  <a:solidFill>
                    <a:schemeClr val="bg1"/>
                  </a:solidFill>
                </a:rPr>
                <a:t> Investors may choose different “landing points,” but industry standard is to de-risk near retirement.</a:t>
              </a:r>
            </a:p>
          </p:txBody>
        </p:sp>
        <p:sp>
          <p:nvSpPr>
            <p:cNvPr id="29" name="Triangle 13">
              <a:extLst>
                <a:ext uri="{FF2B5EF4-FFF2-40B4-BE49-F238E27FC236}">
                  <a16:creationId xmlns:a16="http://schemas.microsoft.com/office/drawing/2014/main" id="{DD783B13-D267-0BDA-2AF8-A4DF3E8589E5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435790" y="2647590"/>
              <a:ext cx="269094" cy="174775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000">
                <a:solidFill>
                  <a:schemeClr val="bg1"/>
                </a:solidFill>
              </a:endParaRPr>
            </a:p>
          </p:txBody>
        </p:sp>
      </p:grpSp>
      <p:sp>
        <p:nvSpPr>
          <p:cNvPr id="3" name="文本框 14">
            <a:extLst>
              <a:ext uri="{FF2B5EF4-FFF2-40B4-BE49-F238E27FC236}">
                <a16:creationId xmlns:a16="http://schemas.microsoft.com/office/drawing/2014/main" id="{0A229E26-CA46-B024-EDA5-F5CE1227884A}"/>
              </a:ext>
            </a:extLst>
          </p:cNvPr>
          <p:cNvSpPr txBox="1"/>
          <p:nvPr/>
        </p:nvSpPr>
        <p:spPr>
          <a:xfrm>
            <a:off x="554736" y="6406762"/>
            <a:ext cx="3934137" cy="26836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None/>
            </a:pPr>
            <a:r>
              <a:rPr kumimoji="1" lang="de-DE" altLang="zh-CN" sz="1000" b="1">
                <a:solidFill>
                  <a:schemeClr val="bg1"/>
                </a:solidFill>
                <a:highlight>
                  <a:srgbClr val="C0C0C0"/>
                </a:highlight>
              </a:rPr>
              <a:t>Data source: Vanguard</a:t>
            </a:r>
          </a:p>
        </p:txBody>
      </p:sp>
    </p:spTree>
    <p:extLst>
      <p:ext uri="{BB962C8B-B14F-4D97-AF65-F5344CB8AC3E}">
        <p14:creationId xmlns:p14="http://schemas.microsoft.com/office/powerpoint/2010/main" val="317706598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62151-2F41-A594-46E3-B883056F3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B18E5-7F78-DD1E-E783-571ABA2E7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Tax Risk – Context</a:t>
            </a:r>
            <a:r>
              <a:rPr lang="zh-CN" altLang="en-US"/>
              <a:t> </a:t>
            </a:r>
            <a:r>
              <a:rPr lang="en-US" altLang="zh-CN"/>
              <a:t>&amp;</a:t>
            </a:r>
            <a:r>
              <a:rPr lang="zh-CN" altLang="en-US"/>
              <a:t> </a:t>
            </a:r>
            <a:r>
              <a:rPr lang="en-US" altLang="zh-CN"/>
              <a:t>Mitigation</a:t>
            </a:r>
            <a:endParaRPr 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A29A50B-85BE-B3C5-F175-F4C8F3635196}"/>
              </a:ext>
            </a:extLst>
          </p:cNvPr>
          <p:cNvSpPr txBox="1"/>
          <p:nvPr/>
        </p:nvSpPr>
        <p:spPr>
          <a:xfrm>
            <a:off x="390293" y="1170878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/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3499DCEB-7233-EC8E-EDEC-D2BA1CBF9337}"/>
              </a:ext>
            </a:extLst>
          </p:cNvPr>
          <p:cNvSpPr txBox="1"/>
          <p:nvPr/>
        </p:nvSpPr>
        <p:spPr>
          <a:xfrm>
            <a:off x="395517" y="1412819"/>
            <a:ext cx="114009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</a:rPr>
              <a:t>Future tax and policy changes can reduce net retirement income, so projections must include buffers and tax diversification.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77BF7478-E234-35A2-32A2-8C262104D0D6}"/>
              </a:ext>
            </a:extLst>
          </p:cNvPr>
          <p:cNvGrpSpPr/>
          <p:nvPr/>
        </p:nvGrpSpPr>
        <p:grpSpPr>
          <a:xfrm>
            <a:off x="554736" y="2027584"/>
            <a:ext cx="10916828" cy="741998"/>
            <a:chOff x="554735" y="2225595"/>
            <a:chExt cx="10916828" cy="741998"/>
          </a:xfrm>
        </p:grpSpPr>
        <p:sp>
          <p:nvSpPr>
            <p:cNvPr id="18" name="TextBox 7">
              <a:extLst>
                <a:ext uri="{FF2B5EF4-FFF2-40B4-BE49-F238E27FC236}">
                  <a16:creationId xmlns:a16="http://schemas.microsoft.com/office/drawing/2014/main" id="{308FA93F-FDB1-B404-77C3-EBC28C78F81D}"/>
                </a:ext>
              </a:extLst>
            </p:cNvPr>
            <p:cNvSpPr txBox="1"/>
            <p:nvPr/>
          </p:nvSpPr>
          <p:spPr>
            <a:xfrm>
              <a:off x="780144" y="2225595"/>
              <a:ext cx="10691419" cy="741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de-DE" altLang="zh-CN" sz="1500" b="1" err="1">
                  <a:solidFill>
                    <a:schemeClr val="bg1"/>
                  </a:solidFill>
                </a:rPr>
                <a:t>Impressions</a:t>
              </a:r>
              <a:r>
                <a:rPr lang="zh-CN" altLang="en-US" sz="1500" b="1">
                  <a:solidFill>
                    <a:schemeClr val="bg1"/>
                  </a:solidFill>
                </a:rPr>
                <a:t>：</a:t>
              </a:r>
              <a:r>
                <a:rPr lang="de-DE" altLang="zh-CN" sz="1500">
                  <a:solidFill>
                    <a:schemeClr val="bg1"/>
                  </a:solidFill>
                </a:rPr>
                <a:t>German </a:t>
              </a:r>
              <a:r>
                <a:rPr lang="de-DE" altLang="zh-CN" sz="1500" err="1">
                  <a:solidFill>
                    <a:schemeClr val="bg1"/>
                  </a:solidFill>
                </a:rPr>
                <a:t>capital</a:t>
              </a:r>
              <a:r>
                <a:rPr lang="de-DE" altLang="zh-CN" sz="1500">
                  <a:solidFill>
                    <a:schemeClr val="bg1"/>
                  </a:solidFill>
                </a:rPr>
                <a:t> </a:t>
              </a:r>
              <a:r>
                <a:rPr lang="de-DE" altLang="zh-CN" sz="1500" err="1">
                  <a:solidFill>
                    <a:schemeClr val="bg1"/>
                  </a:solidFill>
                </a:rPr>
                <a:t>income</a:t>
              </a:r>
              <a:r>
                <a:rPr lang="de-DE" altLang="zh-CN" sz="1500">
                  <a:solidFill>
                    <a:schemeClr val="bg1"/>
                  </a:solidFill>
                </a:rPr>
                <a:t> </a:t>
              </a:r>
              <a:r>
                <a:rPr lang="de-DE" altLang="zh-CN" sz="1500" err="1">
                  <a:solidFill>
                    <a:schemeClr val="bg1"/>
                  </a:solidFill>
                </a:rPr>
                <a:t>currently</a:t>
              </a:r>
              <a:r>
                <a:rPr lang="de-DE" altLang="zh-CN" sz="1500">
                  <a:solidFill>
                    <a:schemeClr val="bg1"/>
                  </a:solidFill>
                </a:rPr>
                <a:t> </a:t>
              </a:r>
              <a:r>
                <a:rPr lang="de-DE" altLang="zh-CN" sz="1500" err="1">
                  <a:solidFill>
                    <a:schemeClr val="bg1"/>
                  </a:solidFill>
                </a:rPr>
                <a:t>taxed</a:t>
              </a:r>
              <a:r>
                <a:rPr lang="de-DE" altLang="zh-CN" sz="1500">
                  <a:solidFill>
                    <a:schemeClr val="bg1"/>
                  </a:solidFill>
                </a:rPr>
                <a:t> at flat </a:t>
              </a:r>
              <a:r>
                <a:rPr lang="en-US" altLang="zh-CN" sz="1500">
                  <a:solidFill>
                    <a:schemeClr val="bg1"/>
                  </a:solidFill>
                </a:rPr>
                <a:t>25</a:t>
              </a:r>
              <a:r>
                <a:rPr lang="de-DE" altLang="zh-CN" sz="1500">
                  <a:solidFill>
                    <a:schemeClr val="bg1"/>
                  </a:solidFill>
                </a:rPr>
                <a:t>%. But </a:t>
              </a:r>
              <a:r>
                <a:rPr lang="de-DE" altLang="zh-CN" sz="1500" err="1">
                  <a:solidFill>
                    <a:schemeClr val="bg1"/>
                  </a:solidFill>
                </a:rPr>
                <a:t>with</a:t>
              </a:r>
              <a:r>
                <a:rPr lang="de-DE" altLang="zh-CN" sz="1500">
                  <a:solidFill>
                    <a:schemeClr val="bg1"/>
                  </a:solidFill>
                </a:rPr>
                <a:t> </a:t>
              </a:r>
              <a:r>
                <a:rPr lang="de-DE" altLang="zh-CN" sz="1500" err="1">
                  <a:solidFill>
                    <a:schemeClr val="bg1"/>
                  </a:solidFill>
                </a:rPr>
                <a:t>policy</a:t>
              </a:r>
              <a:r>
                <a:rPr lang="de-DE" altLang="zh-CN" sz="1500">
                  <a:solidFill>
                    <a:schemeClr val="bg1"/>
                  </a:solidFill>
                </a:rPr>
                <a:t> </a:t>
              </a:r>
              <a:r>
                <a:rPr lang="de-DE" altLang="zh-CN" sz="1500" err="1">
                  <a:solidFill>
                    <a:schemeClr val="bg1"/>
                  </a:solidFill>
                </a:rPr>
                <a:t>uncertainty</a:t>
              </a:r>
              <a:r>
                <a:rPr lang="de-DE" altLang="zh-CN" sz="1500">
                  <a:solidFill>
                    <a:schemeClr val="bg1"/>
                  </a:solidFill>
                </a:rPr>
                <a:t>, </a:t>
              </a:r>
              <a:r>
                <a:rPr lang="de-DE" altLang="zh-CN" sz="1500" err="1">
                  <a:solidFill>
                    <a:schemeClr val="bg1"/>
                  </a:solidFill>
                </a:rPr>
                <a:t>retirement</a:t>
              </a:r>
              <a:r>
                <a:rPr lang="de-DE" altLang="zh-CN" sz="1500">
                  <a:solidFill>
                    <a:schemeClr val="bg1"/>
                  </a:solidFill>
                </a:rPr>
                <a:t> </a:t>
              </a:r>
              <a:r>
                <a:rPr lang="de-DE" altLang="zh-CN" sz="1500" err="1">
                  <a:solidFill>
                    <a:schemeClr val="bg1"/>
                  </a:solidFill>
                </a:rPr>
                <a:t>projections</a:t>
              </a:r>
              <a:r>
                <a:rPr lang="de-DE" altLang="zh-CN" sz="1500">
                  <a:solidFill>
                    <a:schemeClr val="bg1"/>
                  </a:solidFill>
                </a:rPr>
                <a:t> </a:t>
              </a:r>
              <a:r>
                <a:rPr lang="de-DE" altLang="zh-CN" sz="1500" err="1">
                  <a:solidFill>
                    <a:schemeClr val="bg1"/>
                  </a:solidFill>
                </a:rPr>
                <a:t>may</a:t>
              </a:r>
              <a:r>
                <a:rPr lang="de-DE" altLang="zh-CN" sz="1500">
                  <a:solidFill>
                    <a:schemeClr val="bg1"/>
                  </a:solidFill>
                </a:rPr>
                <a:t> </a:t>
              </a:r>
              <a:r>
                <a:rPr lang="de-DE" altLang="zh-CN" sz="1500" err="1">
                  <a:solidFill>
                    <a:schemeClr val="bg1"/>
                  </a:solidFill>
                </a:rPr>
                <a:t>overstate</a:t>
              </a:r>
              <a:r>
                <a:rPr lang="de-DE" altLang="zh-CN" sz="1500">
                  <a:solidFill>
                    <a:schemeClr val="bg1"/>
                  </a:solidFill>
                </a:rPr>
                <a:t> </a:t>
              </a:r>
              <a:r>
                <a:rPr lang="de-DE" altLang="zh-CN" sz="1500" err="1">
                  <a:solidFill>
                    <a:schemeClr val="bg1"/>
                  </a:solidFill>
                </a:rPr>
                <a:t>future</a:t>
              </a:r>
              <a:r>
                <a:rPr lang="de-DE" altLang="zh-CN" sz="1500">
                  <a:solidFill>
                    <a:schemeClr val="bg1"/>
                  </a:solidFill>
                </a:rPr>
                <a:t> </a:t>
              </a:r>
              <a:r>
                <a:rPr lang="de-DE" altLang="zh-CN" sz="1500" err="1">
                  <a:solidFill>
                    <a:schemeClr val="bg1"/>
                  </a:solidFill>
                </a:rPr>
                <a:t>net</a:t>
              </a:r>
              <a:r>
                <a:rPr lang="de-DE" altLang="zh-CN" sz="1500">
                  <a:solidFill>
                    <a:schemeClr val="bg1"/>
                  </a:solidFill>
                </a:rPr>
                <a:t> </a:t>
              </a:r>
              <a:r>
                <a:rPr lang="de-DE" altLang="zh-CN" sz="1500" err="1">
                  <a:solidFill>
                    <a:schemeClr val="bg1"/>
                  </a:solidFill>
                </a:rPr>
                <a:t>income</a:t>
              </a:r>
              <a:r>
                <a:rPr lang="de-DE" altLang="zh-CN" sz="1500">
                  <a:solidFill>
                    <a:schemeClr val="bg1"/>
                  </a:solidFill>
                </a:rPr>
                <a:t>.</a:t>
              </a:r>
              <a:endParaRPr lang="en-US" sz="1500">
                <a:solidFill>
                  <a:schemeClr val="bg1"/>
                </a:solidFill>
              </a:endParaRPr>
            </a:p>
          </p:txBody>
        </p:sp>
        <p:sp>
          <p:nvSpPr>
            <p:cNvPr id="19" name="Triangle 13">
              <a:extLst>
                <a:ext uri="{FF2B5EF4-FFF2-40B4-BE49-F238E27FC236}">
                  <a16:creationId xmlns:a16="http://schemas.microsoft.com/office/drawing/2014/main" id="{E518300D-7689-E082-6CC1-DA27BF38806C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07576" y="2394902"/>
              <a:ext cx="269094" cy="174775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000">
                <a:solidFill>
                  <a:schemeClr val="bg1"/>
                </a:solidFill>
              </a:endParaRPr>
            </a:p>
          </p:txBody>
        </p:sp>
      </p:grpSp>
      <p:pic>
        <p:nvPicPr>
          <p:cNvPr id="5122" name="Picture 2" descr="已上传的图片">
            <a:extLst>
              <a:ext uri="{FF2B5EF4-FFF2-40B4-BE49-F238E27FC236}">
                <a16:creationId xmlns:a16="http://schemas.microsoft.com/office/drawing/2014/main" id="{2E3044AC-2C02-8D05-232C-390B09FB05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13" r="4578" b="8695"/>
          <a:stretch/>
        </p:blipFill>
        <p:spPr bwMode="auto">
          <a:xfrm>
            <a:off x="5956351" y="2537861"/>
            <a:ext cx="5170991" cy="3663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4" name="组合 23">
            <a:extLst>
              <a:ext uri="{FF2B5EF4-FFF2-40B4-BE49-F238E27FC236}">
                <a16:creationId xmlns:a16="http://schemas.microsoft.com/office/drawing/2014/main" id="{D4C1354F-E036-CC25-A4FA-C88AD6F30109}"/>
              </a:ext>
            </a:extLst>
          </p:cNvPr>
          <p:cNvGrpSpPr/>
          <p:nvPr/>
        </p:nvGrpSpPr>
        <p:grpSpPr>
          <a:xfrm>
            <a:off x="554736" y="3431900"/>
            <a:ext cx="5350982" cy="1088247"/>
            <a:chOff x="482949" y="2535924"/>
            <a:chExt cx="4925673" cy="1088247"/>
          </a:xfrm>
        </p:grpSpPr>
        <p:sp>
          <p:nvSpPr>
            <p:cNvPr id="25" name="TextBox 7">
              <a:extLst>
                <a:ext uri="{FF2B5EF4-FFF2-40B4-BE49-F238E27FC236}">
                  <a16:creationId xmlns:a16="http://schemas.microsoft.com/office/drawing/2014/main" id="{1DFB4B44-1A1B-0A2C-4218-733B2519E409}"/>
                </a:ext>
              </a:extLst>
            </p:cNvPr>
            <p:cNvSpPr txBox="1"/>
            <p:nvPr/>
          </p:nvSpPr>
          <p:spPr>
            <a:xfrm>
              <a:off x="652092" y="2535924"/>
              <a:ext cx="4756530" cy="10882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de-DE" altLang="zh-CN" sz="1500" b="1">
                  <a:solidFill>
                    <a:schemeClr val="bg1"/>
                  </a:solidFill>
                </a:rPr>
                <a:t>Mitigation: </a:t>
              </a:r>
              <a:r>
                <a:rPr lang="de-DE" altLang="zh-CN" sz="1500" err="1">
                  <a:solidFill>
                    <a:schemeClr val="bg1"/>
                  </a:solidFill>
                </a:rPr>
                <a:t>Build</a:t>
              </a:r>
              <a:r>
                <a:rPr lang="de-DE" altLang="zh-CN" sz="1500">
                  <a:solidFill>
                    <a:schemeClr val="bg1"/>
                  </a:solidFill>
                </a:rPr>
                <a:t> a Buffer in </a:t>
              </a:r>
              <a:r>
                <a:rPr lang="de-DE" altLang="zh-CN" sz="1500" err="1">
                  <a:solidFill>
                    <a:schemeClr val="bg1"/>
                  </a:solidFill>
                </a:rPr>
                <a:t>Projections</a:t>
              </a:r>
              <a:r>
                <a:rPr lang="en-US" altLang="zh-CN" sz="1500">
                  <a:solidFill>
                    <a:schemeClr val="bg1"/>
                  </a:solidFill>
                </a:rPr>
                <a:t>.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500">
                  <a:solidFill>
                    <a:schemeClr val="bg1"/>
                  </a:solidFill>
                </a:rPr>
                <a:t>&gt;</a:t>
              </a:r>
              <a:r>
                <a:rPr lang="de-DE" altLang="zh-CN" sz="1500">
                  <a:solidFill>
                    <a:schemeClr val="bg1"/>
                  </a:solidFill>
                </a:rPr>
                <a:t> </a:t>
              </a:r>
              <a:r>
                <a:rPr lang="de-DE" altLang="zh-CN" sz="1500" err="1">
                  <a:solidFill>
                    <a:schemeClr val="bg1"/>
                  </a:solidFill>
                </a:rPr>
                <a:t>Incorporate</a:t>
              </a:r>
              <a:r>
                <a:rPr lang="de-DE" altLang="zh-CN" sz="1500">
                  <a:solidFill>
                    <a:schemeClr val="bg1"/>
                  </a:solidFill>
                </a:rPr>
                <a:t> a </a:t>
              </a:r>
              <a:r>
                <a:rPr lang="de-DE" altLang="zh-CN" sz="1500" err="1">
                  <a:solidFill>
                    <a:schemeClr val="bg1"/>
                  </a:solidFill>
                </a:rPr>
                <a:t>haircut</a:t>
              </a:r>
              <a:r>
                <a:rPr lang="de-DE" altLang="zh-CN" sz="1500">
                  <a:solidFill>
                    <a:schemeClr val="bg1"/>
                  </a:solidFill>
                </a:rPr>
                <a:t> on </a:t>
              </a:r>
              <a:r>
                <a:rPr lang="de-DE" altLang="zh-CN" sz="1500" err="1">
                  <a:solidFill>
                    <a:schemeClr val="bg1"/>
                  </a:solidFill>
                </a:rPr>
                <a:t>projected</a:t>
              </a:r>
              <a:r>
                <a:rPr lang="de-DE" altLang="zh-CN" sz="1500">
                  <a:solidFill>
                    <a:schemeClr val="bg1"/>
                  </a:solidFill>
                </a:rPr>
                <a:t> </a:t>
              </a:r>
              <a:r>
                <a:rPr lang="de-DE" altLang="zh-CN" sz="1500" err="1">
                  <a:solidFill>
                    <a:schemeClr val="bg1"/>
                  </a:solidFill>
                </a:rPr>
                <a:t>net</a:t>
              </a:r>
              <a:r>
                <a:rPr lang="de-DE" altLang="zh-CN" sz="1500">
                  <a:solidFill>
                    <a:schemeClr val="bg1"/>
                  </a:solidFill>
                </a:rPr>
                <a:t> </a:t>
              </a:r>
              <a:r>
                <a:rPr lang="de-DE" altLang="zh-CN" sz="1500" err="1">
                  <a:solidFill>
                    <a:schemeClr val="bg1"/>
                  </a:solidFill>
                </a:rPr>
                <a:t>returns</a:t>
              </a:r>
              <a:r>
                <a:rPr lang="de-DE" altLang="zh-CN" sz="1500">
                  <a:solidFill>
                    <a:schemeClr val="bg1"/>
                  </a:solidFill>
                </a:rPr>
                <a:t> (e.g., </a:t>
              </a:r>
              <a:r>
                <a:rPr lang="de-DE" altLang="zh-CN" sz="1500" err="1">
                  <a:solidFill>
                    <a:schemeClr val="bg1"/>
                  </a:solidFill>
                </a:rPr>
                <a:t>assume</a:t>
              </a:r>
              <a:r>
                <a:rPr lang="de-DE" altLang="zh-CN" sz="1500">
                  <a:solidFill>
                    <a:schemeClr val="bg1"/>
                  </a:solidFill>
                </a:rPr>
                <a:t> </a:t>
              </a:r>
              <a:r>
                <a:rPr lang="de-DE" altLang="zh-CN" sz="1500" err="1">
                  <a:solidFill>
                    <a:schemeClr val="bg1"/>
                  </a:solidFill>
                </a:rPr>
                <a:t>future</a:t>
              </a:r>
              <a:r>
                <a:rPr lang="de-DE" altLang="zh-CN" sz="1500">
                  <a:solidFill>
                    <a:schemeClr val="bg1"/>
                  </a:solidFill>
                </a:rPr>
                <a:t> </a:t>
              </a:r>
              <a:r>
                <a:rPr lang="de-DE" altLang="zh-CN" sz="1500" err="1">
                  <a:solidFill>
                    <a:schemeClr val="bg1"/>
                  </a:solidFill>
                </a:rPr>
                <a:t>taxation</a:t>
              </a:r>
              <a:r>
                <a:rPr lang="de-DE" altLang="zh-CN" sz="1500">
                  <a:solidFill>
                    <a:schemeClr val="bg1"/>
                  </a:solidFill>
                </a:rPr>
                <a:t> </a:t>
              </a:r>
              <a:r>
                <a:rPr lang="de-DE" altLang="zh-CN" sz="1500" err="1">
                  <a:solidFill>
                    <a:schemeClr val="bg1"/>
                  </a:solidFill>
                </a:rPr>
                <a:t>rises</a:t>
              </a:r>
              <a:r>
                <a:rPr lang="de-DE" altLang="zh-CN" sz="1500">
                  <a:solidFill>
                    <a:schemeClr val="bg1"/>
                  </a:solidFill>
                </a:rPr>
                <a:t> </a:t>
              </a:r>
              <a:r>
                <a:rPr lang="de-DE" altLang="zh-CN" sz="1500" err="1">
                  <a:solidFill>
                    <a:schemeClr val="bg1"/>
                  </a:solidFill>
                </a:rPr>
                <a:t>by</a:t>
              </a:r>
              <a:r>
                <a:rPr lang="de-DE" altLang="zh-CN" sz="1500">
                  <a:solidFill>
                    <a:schemeClr val="bg1"/>
                  </a:solidFill>
                </a:rPr>
                <a:t> 5-10%).</a:t>
              </a:r>
              <a:endParaRPr lang="en-US" sz="1500">
                <a:solidFill>
                  <a:schemeClr val="bg1"/>
                </a:solidFill>
              </a:endParaRPr>
            </a:p>
          </p:txBody>
        </p:sp>
        <p:sp>
          <p:nvSpPr>
            <p:cNvPr id="26" name="Triangle 13">
              <a:extLst>
                <a:ext uri="{FF2B5EF4-FFF2-40B4-BE49-F238E27FC236}">
                  <a16:creationId xmlns:a16="http://schemas.microsoft.com/office/drawing/2014/main" id="{535E48D8-E741-AE9A-0E1E-BC030157342B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435790" y="2647590"/>
              <a:ext cx="269094" cy="174775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000">
                <a:solidFill>
                  <a:schemeClr val="bg1"/>
                </a:solidFill>
              </a:endParaRPr>
            </a:p>
          </p:txBody>
        </p:sp>
      </p:grpSp>
      <p:sp>
        <p:nvSpPr>
          <p:cNvPr id="3" name="文本框 14">
            <a:extLst>
              <a:ext uri="{FF2B5EF4-FFF2-40B4-BE49-F238E27FC236}">
                <a16:creationId xmlns:a16="http://schemas.microsoft.com/office/drawing/2014/main" id="{B49DCA2F-2F96-6501-2558-6FB16FFD6C6A}"/>
              </a:ext>
            </a:extLst>
          </p:cNvPr>
          <p:cNvSpPr txBox="1"/>
          <p:nvPr/>
        </p:nvSpPr>
        <p:spPr>
          <a:xfrm>
            <a:off x="554736" y="6406762"/>
            <a:ext cx="3934137" cy="26836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None/>
            </a:pPr>
            <a:r>
              <a:rPr kumimoji="1" lang="de-DE" altLang="zh-CN" sz="1000" b="1">
                <a:solidFill>
                  <a:schemeClr val="bg1"/>
                </a:solidFill>
                <a:highlight>
                  <a:srgbClr val="C0C0C0"/>
                </a:highlight>
              </a:rPr>
              <a:t>Data source: Werding et al.</a:t>
            </a:r>
          </a:p>
        </p:txBody>
      </p:sp>
    </p:spTree>
    <p:extLst>
      <p:ext uri="{BB962C8B-B14F-4D97-AF65-F5344CB8AC3E}">
        <p14:creationId xmlns:p14="http://schemas.microsoft.com/office/powerpoint/2010/main" val="150664530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E84FB-D0A0-9B28-1642-68338E9F4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Team</a:t>
            </a:r>
          </a:p>
        </p:txBody>
      </p:sp>
      <p:sp>
        <p:nvSpPr>
          <p:cNvPr id="3" name="Google Shape;23;p40">
            <a:extLst>
              <a:ext uri="{FF2B5EF4-FFF2-40B4-BE49-F238E27FC236}">
                <a16:creationId xmlns:a16="http://schemas.microsoft.com/office/drawing/2014/main" id="{B64188AF-7AEA-A4DF-CD4D-E054554F6C7C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11655425" y="6426200"/>
            <a:ext cx="5365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44</a:t>
            </a:fld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5879B90-B394-264D-A9A4-AFA2655752C8}"/>
              </a:ext>
            </a:extLst>
          </p:cNvPr>
          <p:cNvSpPr/>
          <p:nvPr/>
        </p:nvSpPr>
        <p:spPr>
          <a:xfrm>
            <a:off x="6517051" y="5679502"/>
            <a:ext cx="2596406" cy="4889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Mujtaba Ali Bhutto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8513611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C47664F-B1EA-DA46-B633-60042D41A20F}"/>
              </a:ext>
            </a:extLst>
          </p:cNvPr>
          <p:cNvSpPr>
            <a:spLocks noChangeAspect="1"/>
          </p:cNvSpPr>
          <p:nvPr/>
        </p:nvSpPr>
        <p:spPr>
          <a:xfrm>
            <a:off x="2174724" y="1452798"/>
            <a:ext cx="1715448" cy="1706689"/>
          </a:xfrm>
          <a:prstGeom prst="ellipse">
            <a:avLst/>
          </a:prstGeom>
          <a:blipFill>
            <a:blip r:embed="rId3"/>
            <a:stretch>
              <a:fillRect l="12225" r="12225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F35E1A02-74DC-C54B-B04E-9E6F6C69D1E0}"/>
              </a:ext>
            </a:extLst>
          </p:cNvPr>
          <p:cNvSpPr>
            <a:spLocks noChangeAspect="1"/>
          </p:cNvSpPr>
          <p:nvPr/>
        </p:nvSpPr>
        <p:spPr>
          <a:xfrm>
            <a:off x="5240540" y="1470315"/>
            <a:ext cx="1702800" cy="1706689"/>
          </a:xfrm>
          <a:prstGeom prst="ellipse">
            <a:avLst/>
          </a:prstGeom>
          <a:blipFill>
            <a:blip r:embed="rId4"/>
            <a:stretch>
              <a:fillRect l="-17322" t="-4843" r="-15870" b="-484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D608764-C16E-9C45-AE7F-702C61403095}"/>
              </a:ext>
            </a:extLst>
          </p:cNvPr>
          <p:cNvSpPr>
            <a:spLocks noChangeAspect="1"/>
          </p:cNvSpPr>
          <p:nvPr/>
        </p:nvSpPr>
        <p:spPr>
          <a:xfrm>
            <a:off x="8464014" y="1470315"/>
            <a:ext cx="1715448" cy="1706689"/>
          </a:xfrm>
          <a:prstGeom prst="ellipse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E32AE9B-50CA-A63E-4AEA-BA5DEE36278F}"/>
              </a:ext>
            </a:extLst>
          </p:cNvPr>
          <p:cNvSpPr>
            <a:spLocks noChangeAspect="1"/>
          </p:cNvSpPr>
          <p:nvPr/>
        </p:nvSpPr>
        <p:spPr>
          <a:xfrm>
            <a:off x="764585" y="3901372"/>
            <a:ext cx="1715448" cy="1706689"/>
          </a:xfrm>
          <a:prstGeom prst="ellipse">
            <a:avLst/>
          </a:prstGeom>
          <a:blipFill>
            <a:blip r:embed="rId6"/>
            <a:stretch>
              <a:fillRect l="-32894" t="-25937" r="-32894" b="-25937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FCFE8AE-8537-FF0D-5391-AB2CEAB3FA5E}"/>
              </a:ext>
            </a:extLst>
          </p:cNvPr>
          <p:cNvSpPr>
            <a:spLocks noChangeAspect="1"/>
          </p:cNvSpPr>
          <p:nvPr/>
        </p:nvSpPr>
        <p:spPr>
          <a:xfrm>
            <a:off x="3725297" y="3901372"/>
            <a:ext cx="1715448" cy="1706689"/>
          </a:xfrm>
          <a:prstGeom prst="ellipse">
            <a:avLst/>
          </a:prstGeom>
          <a:blipFill>
            <a:blip r:embed="rId7"/>
            <a:stretch>
              <a:fillRect l="-5289" t="-2734" r="-3837" b="-2734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3CDBEA1-865D-3765-5D24-DF52201FBC14}"/>
              </a:ext>
            </a:extLst>
          </p:cNvPr>
          <p:cNvSpPr>
            <a:spLocks noChangeAspect="1"/>
          </p:cNvSpPr>
          <p:nvPr/>
        </p:nvSpPr>
        <p:spPr>
          <a:xfrm>
            <a:off x="6957530" y="3901372"/>
            <a:ext cx="1715448" cy="1706689"/>
          </a:xfrm>
          <a:prstGeom prst="ellipse">
            <a:avLst/>
          </a:prstGeom>
          <a:blipFill>
            <a:blip r:embed="rId8"/>
            <a:stretch>
              <a:fillRect l="10451" t="4649" r="11902" b="4649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E76F4D8-D12C-C053-7D53-7FFE2040D768}"/>
              </a:ext>
            </a:extLst>
          </p:cNvPr>
          <p:cNvSpPr>
            <a:spLocks noChangeAspect="1"/>
          </p:cNvSpPr>
          <p:nvPr/>
        </p:nvSpPr>
        <p:spPr>
          <a:xfrm>
            <a:off x="9865392" y="3901372"/>
            <a:ext cx="1715448" cy="1706689"/>
          </a:xfrm>
          <a:prstGeom prst="ellipse">
            <a:avLst/>
          </a:prstGeom>
          <a:blipFill>
            <a:blip r:embed="rId9"/>
            <a:stretch>
              <a:fillRect l="-30795" t="-17500" r="-30795" b="-34374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F2BB0B6-1D78-ED47-766C-CB9FEED34F37}"/>
              </a:ext>
            </a:extLst>
          </p:cNvPr>
          <p:cNvSpPr/>
          <p:nvPr/>
        </p:nvSpPr>
        <p:spPr>
          <a:xfrm>
            <a:off x="3284818" y="5679501"/>
            <a:ext cx="2596406" cy="4889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Shangrun Jiang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8501084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DF0A2B-3EAC-B25A-B064-D512B77EFE9F}"/>
              </a:ext>
            </a:extLst>
          </p:cNvPr>
          <p:cNvSpPr/>
          <p:nvPr/>
        </p:nvSpPr>
        <p:spPr>
          <a:xfrm>
            <a:off x="324106" y="5679501"/>
            <a:ext cx="2596406" cy="4889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00" b="1">
                <a:solidFill>
                  <a:srgbClr val="061F32"/>
                </a:solidFill>
                <a:latin typeface="Arial" panose="020B0604020202020204"/>
              </a:rPr>
              <a:t>Ritesh Kumar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8510249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56CBF7-E077-5C27-7295-043080B505D2}"/>
              </a:ext>
            </a:extLst>
          </p:cNvPr>
          <p:cNvSpPr/>
          <p:nvPr/>
        </p:nvSpPr>
        <p:spPr>
          <a:xfrm>
            <a:off x="9477763" y="5679500"/>
            <a:ext cx="2596406" cy="4889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Chang Liu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8514049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C7033E-84C2-36C7-F0C6-80CA2FB78BF1}"/>
              </a:ext>
            </a:extLst>
          </p:cNvPr>
          <p:cNvSpPr/>
          <p:nvPr/>
        </p:nvSpPr>
        <p:spPr>
          <a:xfrm>
            <a:off x="1734245" y="3198736"/>
            <a:ext cx="2596406" cy="4889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00" b="1">
                <a:solidFill>
                  <a:srgbClr val="061F32"/>
                </a:solidFill>
                <a:latin typeface="Arial" panose="020B0604020202020204"/>
              </a:rPr>
              <a:t>Ying Liu</a:t>
            </a:r>
            <a:endParaRPr kumimoji="0" lang="en-GB" sz="1600" b="1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00" b="1">
                <a:solidFill>
                  <a:srgbClr val="061F32"/>
                </a:solidFill>
                <a:latin typeface="Arial" panose="020B0604020202020204"/>
              </a:rPr>
              <a:t>8513629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09EF99-471B-850D-653F-850EEA1D9579}"/>
              </a:ext>
            </a:extLst>
          </p:cNvPr>
          <p:cNvSpPr/>
          <p:nvPr/>
        </p:nvSpPr>
        <p:spPr>
          <a:xfrm>
            <a:off x="4793737" y="3230659"/>
            <a:ext cx="2596406" cy="4889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00" b="1">
                <a:solidFill>
                  <a:srgbClr val="061F32"/>
                </a:solidFill>
                <a:latin typeface="Arial" panose="020B0604020202020204"/>
              </a:rPr>
              <a:t>Abdul Malik</a:t>
            </a:r>
            <a:endParaRPr kumimoji="0" lang="en-GB" sz="1600" b="1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8512905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B030BC-3431-F066-87D1-E224AEFB8CED}"/>
              </a:ext>
            </a:extLst>
          </p:cNvPr>
          <p:cNvSpPr/>
          <p:nvPr/>
        </p:nvSpPr>
        <p:spPr>
          <a:xfrm>
            <a:off x="8023535" y="3227182"/>
            <a:ext cx="2596406" cy="4889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Marco Leibersperger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8518121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098945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577FB-10CC-7F25-8305-D2CA06A32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848" y="4996145"/>
            <a:ext cx="4623502" cy="731520"/>
          </a:xfrm>
        </p:spPr>
        <p:txBody>
          <a:bodyPr/>
          <a:lstStyle/>
          <a:p>
            <a:r>
              <a:rPr lang="en-IN" sz="6000"/>
              <a:t>Thank you !</a:t>
            </a:r>
            <a:endParaRPr lang="de-DE" sz="6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FA4CCC-737D-DE6F-A373-CC087DB4F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3272" y="383411"/>
            <a:ext cx="1944415" cy="626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22771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C9A62-5F6A-9076-871C-6CB2DF47E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19C2F-E628-FC1C-BF82-F2F43C488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848" y="4996145"/>
            <a:ext cx="4623502" cy="731520"/>
          </a:xfrm>
        </p:spPr>
        <p:txBody>
          <a:bodyPr/>
          <a:lstStyle/>
          <a:p>
            <a:r>
              <a:rPr lang="en-IN" sz="6000"/>
              <a:t>APENDIX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67ED8B-4268-826B-F145-44141B5BEE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3272" y="383411"/>
            <a:ext cx="1944415" cy="626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83566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C7500-1A7F-F30C-9760-40019A310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CF1D8-0C2C-B168-A12F-3F52216E9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Salary</a:t>
            </a:r>
            <a:r>
              <a:rPr lang="de-DE"/>
              <a:t> </a:t>
            </a:r>
            <a:r>
              <a:rPr lang="de-DE" err="1"/>
              <a:t>Projections</a:t>
            </a:r>
            <a:r>
              <a:rPr lang="de-DE"/>
              <a:t> and </a:t>
            </a:r>
            <a:r>
              <a:rPr lang="de-DE" err="1"/>
              <a:t>Tax</a:t>
            </a:r>
            <a:endParaRPr lang="en-US" err="1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6E15A9F-7084-5EA2-DD33-7A6BF0FADA11}"/>
              </a:ext>
            </a:extLst>
          </p:cNvPr>
          <p:cNvSpPr txBox="1"/>
          <p:nvPr/>
        </p:nvSpPr>
        <p:spPr>
          <a:xfrm>
            <a:off x="390293" y="1170878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9EFC26-5D97-EC1D-7E13-1AC78D9DC0A5}"/>
              </a:ext>
            </a:extLst>
          </p:cNvPr>
          <p:cNvSpPr txBox="1"/>
          <p:nvPr/>
        </p:nvSpPr>
        <p:spPr>
          <a:xfrm>
            <a:off x="554736" y="1405467"/>
            <a:ext cx="10926064" cy="481753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de-DE" sz="16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36171E-58DD-02C9-97EE-C17532078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1478824"/>
            <a:ext cx="11277600" cy="4662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13358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BC40E-83B4-CB61-99E0-20E640A4E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BD453-436F-4D04-43E4-1CE27070B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182" y="355092"/>
            <a:ext cx="11082528" cy="731520"/>
          </a:xfrm>
        </p:spPr>
        <p:txBody>
          <a:bodyPr/>
          <a:lstStyle/>
          <a:p>
            <a:r>
              <a:rPr lang="de-DE"/>
              <a:t>Pension EP Projections</a:t>
            </a:r>
            <a:endParaRPr 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1D594D0-5EDF-60AB-D1ED-71094914E96C}"/>
              </a:ext>
            </a:extLst>
          </p:cNvPr>
          <p:cNvSpPr txBox="1"/>
          <p:nvPr/>
        </p:nvSpPr>
        <p:spPr>
          <a:xfrm>
            <a:off x="390293" y="1170878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D39C0E-F924-4CFB-7F15-81F84DB51EC1}"/>
              </a:ext>
            </a:extLst>
          </p:cNvPr>
          <p:cNvSpPr txBox="1"/>
          <p:nvPr/>
        </p:nvSpPr>
        <p:spPr>
          <a:xfrm>
            <a:off x="554736" y="1405467"/>
            <a:ext cx="10926064" cy="481753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de-DE" sz="1600"/>
          </a:p>
        </p:txBody>
      </p:sp>
      <p:pic>
        <p:nvPicPr>
          <p:cNvPr id="5" name="Picture 4" descr="A table with numbers and percentages&#10;&#10;AI-generated content may be incorrect.">
            <a:extLst>
              <a:ext uri="{FF2B5EF4-FFF2-40B4-BE49-F238E27FC236}">
                <a16:creationId xmlns:a16="http://schemas.microsoft.com/office/drawing/2014/main" id="{6F157D4D-C569-1A68-8E09-9FC3CA8BC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938" y="1403838"/>
            <a:ext cx="8444279" cy="4824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57364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0D10E-0637-F384-2825-AD325C8C7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F06BE-884E-6D8B-5CAE-98B721E80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Pension </a:t>
            </a:r>
            <a:r>
              <a:rPr lang="de-DE" err="1"/>
              <a:t>Projections</a:t>
            </a:r>
            <a:r>
              <a:rPr lang="de-DE"/>
              <a:t> and </a:t>
            </a:r>
            <a:r>
              <a:rPr lang="de-DE" err="1"/>
              <a:t>Tax</a:t>
            </a:r>
            <a:endParaRPr lang="en-US" err="1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8CBBAE4-563E-2129-AB9E-647C381822A6}"/>
              </a:ext>
            </a:extLst>
          </p:cNvPr>
          <p:cNvSpPr txBox="1"/>
          <p:nvPr/>
        </p:nvSpPr>
        <p:spPr>
          <a:xfrm>
            <a:off x="390293" y="1170878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4C719C-45F4-8810-BC5F-251FB0623E94}"/>
              </a:ext>
            </a:extLst>
          </p:cNvPr>
          <p:cNvSpPr txBox="1"/>
          <p:nvPr/>
        </p:nvSpPr>
        <p:spPr>
          <a:xfrm>
            <a:off x="554736" y="1405467"/>
            <a:ext cx="10926064" cy="481753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de-DE" sz="1600"/>
          </a:p>
        </p:txBody>
      </p:sp>
      <p:pic>
        <p:nvPicPr>
          <p:cNvPr id="4" name="Picture 3" descr="A table with numbers and lines&#10;&#10;AI-generated content may be incorrect.">
            <a:extLst>
              <a:ext uri="{FF2B5EF4-FFF2-40B4-BE49-F238E27FC236}">
                <a16:creationId xmlns:a16="http://schemas.microsoft.com/office/drawing/2014/main" id="{24A708F5-82E1-C2C8-BB93-31F452D74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4119" y="1284044"/>
            <a:ext cx="8435487" cy="5063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74311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20A47-A059-E30F-18FA-4149DCE81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50621-AF4D-A876-0DFF-7141E9E5E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Cashflow </a:t>
            </a:r>
            <a:r>
              <a:rPr lang="de-DE" err="1"/>
              <a:t>Projections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32B303A-E3DD-950C-37A2-981686B9155A}"/>
              </a:ext>
            </a:extLst>
          </p:cNvPr>
          <p:cNvSpPr txBox="1"/>
          <p:nvPr/>
        </p:nvSpPr>
        <p:spPr>
          <a:xfrm>
            <a:off x="390293" y="1170878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0F97C3-829A-8B20-A0CC-1A3BD279332F}"/>
              </a:ext>
            </a:extLst>
          </p:cNvPr>
          <p:cNvSpPr txBox="1"/>
          <p:nvPr/>
        </p:nvSpPr>
        <p:spPr>
          <a:xfrm>
            <a:off x="554736" y="1405467"/>
            <a:ext cx="10926064" cy="481753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de-DE" sz="1600"/>
          </a:p>
        </p:txBody>
      </p:sp>
      <p:pic>
        <p:nvPicPr>
          <p:cNvPr id="7" name="Picture 6" descr="A table with numbers and a number of money&#10;&#10;AI-generated content may be incorrect.">
            <a:extLst>
              <a:ext uri="{FF2B5EF4-FFF2-40B4-BE49-F238E27FC236}">
                <a16:creationId xmlns:a16="http://schemas.microsoft.com/office/drawing/2014/main" id="{59900BD8-251C-8599-99C8-8F312E462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153" y="1562100"/>
            <a:ext cx="5841756" cy="3616570"/>
          </a:xfrm>
          <a:prstGeom prst="rect">
            <a:avLst/>
          </a:prstGeom>
          <a:ln>
            <a:noFill/>
          </a:ln>
        </p:spPr>
      </p:pic>
      <p:pic>
        <p:nvPicPr>
          <p:cNvPr id="8" name="Picture 7" descr="A table with numbers and a number of people&#10;&#10;AI-generated content may be incorrect.">
            <a:extLst>
              <a:ext uri="{FF2B5EF4-FFF2-40B4-BE49-F238E27FC236}">
                <a16:creationId xmlns:a16="http://schemas.microsoft.com/office/drawing/2014/main" id="{95FD2A0C-AC24-0E10-4752-EB0031E91D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7745" y="1565763"/>
            <a:ext cx="5390418" cy="374992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3139718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.WNeMwRPaNOv4PeDFU5Q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kXdkIixRi6Hs.rBsPur2w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4Ps3taQqK3C0NeBEvQLA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.WNeMwRPaNOv4PeDFU5Q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kXdkIixRi6Hs.rBsPur2w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4Ps3taQqK3C0NeBEvQLA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White">
  <a:themeElements>
    <a:clrScheme name="Slideworks Colors">
      <a:dk1>
        <a:srgbClr val="FFFFFF"/>
      </a:dk1>
      <a:lt1>
        <a:srgbClr val="061F32"/>
      </a:lt1>
      <a:dk2>
        <a:srgbClr val="000000"/>
      </a:dk2>
      <a:lt2>
        <a:srgbClr val="000000"/>
      </a:lt2>
      <a:accent1>
        <a:srgbClr val="00A7F2"/>
      </a:accent1>
      <a:accent2>
        <a:srgbClr val="3478AB"/>
      </a:accent2>
      <a:accent3>
        <a:srgbClr val="1D4769"/>
      </a:accent3>
      <a:accent4>
        <a:srgbClr val="061F32"/>
      </a:accent4>
      <a:accent5>
        <a:srgbClr val="1C3CDF"/>
      </a:accent5>
      <a:accent6>
        <a:srgbClr val="F8BC3B"/>
      </a:accent6>
      <a:hlink>
        <a:srgbClr val="3478AB"/>
      </a:hlink>
      <a:folHlink>
        <a:srgbClr val="8B78AB"/>
      </a:folHlink>
    </a:clrScheme>
    <a:fontScheme name="Scheme Whit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OneFirm-English (United States)-Wide.potx" id="{50FC1F8C-36A8-43E0-A709-09110D5475E7}" vid="{B89EF835-3564-4FB3-A7E4-97DE50749BA2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White">
  <a:themeElements>
    <a:clrScheme name="Slideworks Colors">
      <a:dk1>
        <a:srgbClr val="FFFFFF"/>
      </a:dk1>
      <a:lt1>
        <a:srgbClr val="061F32"/>
      </a:lt1>
      <a:dk2>
        <a:srgbClr val="000000"/>
      </a:dk2>
      <a:lt2>
        <a:srgbClr val="000000"/>
      </a:lt2>
      <a:accent1>
        <a:srgbClr val="00A7F2"/>
      </a:accent1>
      <a:accent2>
        <a:srgbClr val="3478AB"/>
      </a:accent2>
      <a:accent3>
        <a:srgbClr val="1D4769"/>
      </a:accent3>
      <a:accent4>
        <a:srgbClr val="061F32"/>
      </a:accent4>
      <a:accent5>
        <a:srgbClr val="1C3CDF"/>
      </a:accent5>
      <a:accent6>
        <a:srgbClr val="F8BC3B"/>
      </a:accent6>
      <a:hlink>
        <a:srgbClr val="3478AB"/>
      </a:hlink>
      <a:folHlink>
        <a:srgbClr val="8B78AB"/>
      </a:folHlink>
    </a:clrScheme>
    <a:fontScheme name="Scheme Whit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OneFirm-English (United States)-Wide.potx" id="{50FC1F8C-36A8-43E0-A709-09110D5475E7}" vid="{B89EF835-3564-4FB3-A7E4-97DE50749BA2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28001c6-3414-4bb4-8e4d-ef44f41ef01d" xsi:nil="true"/>
    <lcf76f155ced4ddcb4097134ff3c332f xmlns="dfb55420-9e89-4a77-b785-ae8cb2d34317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F964EA60144AF4C8BF187EC409E1C91" ma:contentTypeVersion="9" ma:contentTypeDescription="Ein neues Dokument erstellen." ma:contentTypeScope="" ma:versionID="a84d0e2b0ab33d3eddc55da5755b006d">
  <xsd:schema xmlns:xsd="http://www.w3.org/2001/XMLSchema" xmlns:xs="http://www.w3.org/2001/XMLSchema" xmlns:p="http://schemas.microsoft.com/office/2006/metadata/properties" xmlns:ns2="dfb55420-9e89-4a77-b785-ae8cb2d34317" xmlns:ns3="928001c6-3414-4bb4-8e4d-ef44f41ef01d" targetNamespace="http://schemas.microsoft.com/office/2006/metadata/properties" ma:root="true" ma:fieldsID="ed00c54209ebb3073991f8463165ce2f" ns2:_="" ns3:_="">
    <xsd:import namespace="dfb55420-9e89-4a77-b785-ae8cb2d34317"/>
    <xsd:import namespace="928001c6-3414-4bb4-8e4d-ef44f41ef01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b55420-9e89-4a77-b785-ae8cb2d3431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45b14518-4d3d-476a-94d0-3ccb46acc17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8001c6-3414-4bb4-8e4d-ef44f41ef01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2cd4216-2360-4c7a-ac5b-68c49338fb55}" ma:internalName="TaxCatchAll" ma:showField="CatchAllData" ma:web="928001c6-3414-4bb4-8e4d-ef44f41ef01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686818D-62B1-4FAB-AC05-5FA3154561F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1958423-E166-4449-BA6C-F1A43F55BBA4}">
  <ds:schemaRefs>
    <ds:schemaRef ds:uri="http://www.w3.org/XML/1998/namespace"/>
    <ds:schemaRef ds:uri="http://schemas.openxmlformats.org/package/2006/metadata/core-properties"/>
    <ds:schemaRef ds:uri="http://purl.org/dc/dcmitype/"/>
    <ds:schemaRef ds:uri="http://schemas.microsoft.com/office/2006/metadata/properties"/>
    <ds:schemaRef ds:uri="dfb55420-9e89-4a77-b785-ae8cb2d34317"/>
    <ds:schemaRef ds:uri="http://schemas.microsoft.com/office/2006/documentManagement/types"/>
    <ds:schemaRef ds:uri="http://purl.org/dc/terms/"/>
    <ds:schemaRef ds:uri="http://schemas.microsoft.com/office/infopath/2007/PartnerControls"/>
    <ds:schemaRef ds:uri="928001c6-3414-4bb4-8e4d-ef44f41ef01d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453D9805-77F9-4B2D-8357-E07E79EB8852}">
  <ds:schemaRefs>
    <ds:schemaRef ds:uri="928001c6-3414-4bb4-8e4d-ef44f41ef01d"/>
    <ds:schemaRef ds:uri="dfb55420-9e89-4a77-b785-ae8cb2d3431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3661</Words>
  <Application>Microsoft Office PowerPoint</Application>
  <PresentationFormat>Widescreen</PresentationFormat>
  <Paragraphs>552</Paragraphs>
  <Slides>50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62" baseType="lpstr">
      <vt:lpstr>Aptos</vt:lpstr>
      <vt:lpstr>Aptos Display</vt:lpstr>
      <vt:lpstr>Arial</vt:lpstr>
      <vt:lpstr>Calibri</vt:lpstr>
      <vt:lpstr>Georgia</vt:lpstr>
      <vt:lpstr>Segoe UI</vt:lpstr>
      <vt:lpstr>Verdana</vt:lpstr>
      <vt:lpstr>Wingdings</vt:lpstr>
      <vt:lpstr>White</vt:lpstr>
      <vt:lpstr>Custom Design</vt:lpstr>
      <vt:lpstr>White</vt:lpstr>
      <vt:lpstr>think-cell Slide</vt:lpstr>
      <vt:lpstr>Presentation Roadmap</vt:lpstr>
      <vt:lpstr>Client Introduction</vt:lpstr>
      <vt:lpstr>Objectives</vt:lpstr>
      <vt:lpstr>PowerPoint Presentation</vt:lpstr>
      <vt:lpstr>Current Interest Rate Environment</vt:lpstr>
      <vt:lpstr>Macro Outlook</vt:lpstr>
      <vt:lpstr>German Statutory Pension System</vt:lpstr>
      <vt:lpstr>Macro Assumptions</vt:lpstr>
      <vt:lpstr>From Gross to Net: Income</vt:lpstr>
      <vt:lpstr>From Gross to Net: Statutory Pension</vt:lpstr>
      <vt:lpstr>Gap between Needed Cashflow and Statutory Pension</vt:lpstr>
      <vt:lpstr>Scenario Insights – What Drives the Pension Gap?</vt:lpstr>
      <vt:lpstr>Scenario Insights – What Drives the Pension Gap?</vt:lpstr>
      <vt:lpstr>Why ETFs for the Pension Portfolio?</vt:lpstr>
      <vt:lpstr>ISHARES CORE MSCI WORLD</vt:lpstr>
      <vt:lpstr>ISHARES CORE EM IMI ACC</vt:lpstr>
      <vt:lpstr>ISHARES GLBL INFRASTRUCTURE</vt:lpstr>
      <vt:lpstr>ISHARES CORE EURO GOVT BOND</vt:lpstr>
      <vt:lpstr>ISHARES CORE EURO CORP BOND</vt:lpstr>
      <vt:lpstr>ISH EB.REXX GVTGRMNY10.5 DE</vt:lpstr>
      <vt:lpstr>INVESCO PHYSICAL GOLD ETC</vt:lpstr>
      <vt:lpstr>ISHARES DVL MKT PROPERTY YLD</vt:lpstr>
      <vt:lpstr>SPDR GLOBAL REAL ESTATE</vt:lpstr>
      <vt:lpstr>Efficient Portfolio</vt:lpstr>
      <vt:lpstr>Efficient Portfolio</vt:lpstr>
      <vt:lpstr>Proposed Portfolio Composition</vt:lpstr>
      <vt:lpstr>Portfolio Modelling</vt:lpstr>
      <vt:lpstr>Stress Modelling – Case 1 </vt:lpstr>
      <vt:lpstr>Stress Modelling – Case 2 </vt:lpstr>
      <vt:lpstr>Rebalancing Modeling Limitations</vt:lpstr>
      <vt:lpstr>Glide Path Allocation by Asset Class</vt:lpstr>
      <vt:lpstr>Glide Path Allocation by Positions</vt:lpstr>
      <vt:lpstr>Glide Path Allocation by Positions</vt:lpstr>
      <vt:lpstr>Impact of Taxes on Portfolio Value </vt:lpstr>
      <vt:lpstr>Rebalancing with Monte Carlo Simulation of Portfolio Value</vt:lpstr>
      <vt:lpstr>Rebalancing with Monte Carlo Simulation of Portfolio Value</vt:lpstr>
      <vt:lpstr>Retirement Investment Risks</vt:lpstr>
      <vt:lpstr>Longevity Risk - Context</vt:lpstr>
      <vt:lpstr>Longevity Risk - Mitigation</vt:lpstr>
      <vt:lpstr>Inflation Risk - Context</vt:lpstr>
      <vt:lpstr>Inflation Risk - Mitigation</vt:lpstr>
      <vt:lpstr>Market Risk – Context &amp; Mitigation</vt:lpstr>
      <vt:lpstr>Tax Risk – Context &amp; Mitigation</vt:lpstr>
      <vt:lpstr>Team</vt:lpstr>
      <vt:lpstr>Thank you !</vt:lpstr>
      <vt:lpstr>APENDIX</vt:lpstr>
      <vt:lpstr>Salary Projections and Tax</vt:lpstr>
      <vt:lpstr>Pension EP Projections</vt:lpstr>
      <vt:lpstr>Pension Projections and Tax</vt:lpstr>
      <vt:lpstr>Cashflow Projections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Abdul Malik</dc:creator>
  <cp:lastModifiedBy>Abdul Malik</cp:lastModifiedBy>
  <cp:revision>1</cp:revision>
  <dcterms:created xsi:type="dcterms:W3CDTF">2025-09-22T13:15:20Z</dcterms:created>
  <dcterms:modified xsi:type="dcterms:W3CDTF">2025-09-27T09:00:42Z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0x0101000F964EA60144AF4C8BF187EC409E1C91</vt:lpwstr>
  </property>
  <property fmtid="{D5CDD505-2E9C-101B-9397-08002B2CF9AE}" pid="3" name="MediaServiceImageTags">
    <vt:lpwstr/>
  </property>
</Properties>
</file>